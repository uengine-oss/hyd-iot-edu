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인터록으로 설비를 세웁니다. HYD에서는 plant-sim이 설비와 PLC의 일을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우체국의 사서함에 견줄 수 있습니다. 받는 사람의 위치를 몰라도 번호만 알면 된다는 점이 닮았고, 브로커가 메시지를 보관하지 않고 바로 넘긴다는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건물의 안내 데스크에 견줄 수 있습니다. 정해진 창구를 거친다는 점이 닮았고, 사람을 들여보내는 것이 아니라 값을 한 방향으로 옮겨 적는다는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 병원으로 치면 검사 수치, 정상 범위를 벗어났다는 표시, 의사의 진단에 해당합니다. 수치와 진단이 별개의 일이라는 점이 닮았고, 설비에서는 조치를 정할 때 생산 일정까지 함께 따진다는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61820330413676298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611744958366711916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HYD는 현장 계측부터 승인과 실행까지를 아홉 기능 계층으로 나누고, 각 계층을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49766295754142147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36169028624916806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36169028624916806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센서 값을 읽어 설비를 제어하고, 값이 위험 수준에 이르면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plant-sim</a:t>
            </a:r>
          </a:p>
          <a:p>
            <a:pPr algn="l">
              <a:lnSpc>
                <a:spcPct val="110000"/>
              </a:lnSpc>
              <a:spcAft>
                <a:spcPts val="200"/>
              </a:spcAft>
            </a:pPr>
            <a:r>
              <a:rPr sz="1150" b="0">
                <a:solidFill>
                  <a:srgbClr val="556175"/>
                </a:solidFill>
                <a:latin typeface="맑은 고딕"/>
                <a:ea typeface="맑은 고딕"/>
                <a:cs typeface="맑은 고딕"/>
              </a:rPr>
              <a:t>설비 · PLC</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유압 파워팩 3기와 PLC의 동작을 맡는 프로그램이다.</a:t>
            </a:r>
          </a:p>
          <a:p>
            <a:pPr algn="l">
              <a:lnSpc>
                <a:spcPct val="110000"/>
              </a:lnSpc>
              <a:spcAft>
                <a:spcPts val="300"/>
              </a:spcAft>
            </a:pPr>
            <a:r>
              <a:rPr sz="1400" b="0">
                <a:solidFill>
                  <a:srgbClr val="1F2A3A"/>
                </a:solidFill>
                <a:latin typeface="맑은 고딕"/>
                <a:ea typeface="맑은 고딕"/>
                <a:cs typeface="맑은 고딕"/>
              </a:rPr>
              <a:t>이 과정에서 다루는 센서 값과 PLC의 응답은 plant-sim이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태그 값과 운전 상태를 올려 보내며, 태그 값은 정상값에 견주어야 높고 낮음을 가릴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91492513117084712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848487"/>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PLC 쪽에서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받고 싶은 토픽을 브로커에 먼저 등록해 두면, 발행된 메시지를 브로커가 그 구독자에게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PLC 쪽에서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839130515874570778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connect-ingest는 토픽 경로에 있던 설비와 태그 이름을 본문에 넣어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Redpanda에 쌓인 값은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저장되고, detector는 같은 값을 읽어 이상을 감지한다.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137731969452457045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TimescaleDB의 표 tag_1s에는 값 하나가 시각, 설비, 태그 이름, 값의 한 행으로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FUXA는 EMQX에서 받은 지금의 값을, Grafana는 TimescaleDB에 쌓인 이력을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데이터가 어디서 생겨 무엇을 거쳐 무엇으로 바뀌었는지를 되짚는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기록은 cmd-gateway가, 범위와 인터록은 PLC가 따로 확인하여 승인 없는 명령이 설비에 닿는 것을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사건에서 명령은 내려간 뒤 관문과 PLC의 검사를 거쳐 1초 안에 설비에 적용되었다.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설비 명령은 담당자가 승인한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523042728541338743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브로커 EMQX가 토픽으로 메시지를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plant-sim: 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795057151128124809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183658811629127213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415369484559598011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55006784482221104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66812021103421008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133914578306579681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78671021690911506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증거에 적힌 값을 읽어 원인을 확인한 뒤, 고장 유형에서 MITIGATED_BY를 따라 조치에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503399585594271610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설비 쪽에는 설비가 어떤 구성 요소로 이루어지고 각 구성 요소를 어느 센서가 재는지가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3137991598051993993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7849858199754729137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