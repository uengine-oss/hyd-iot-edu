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우체국의 사서함에 견줄 수 있습니다. 받는 사람의 위치를 몰라도 번호만 알면 된다는 점이 닮았고, 브로커가 메시지를 보관하지 않고 바로 넘긴다는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건물의 안내 데스크에 견줄 수 있습니다. 정해진 창구를 거친다는 점이 닮았고, 사람을 들여보내는 것이 아니라 값을 한 방향으로 옮겨 적는다는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6.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68.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6.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7.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4.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7.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7.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0.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9.png"/><Relationship Id="rId4" Type="http://schemas.openxmlformats.org/officeDocument/2006/relationships/image" Target="../media/image22.png"/><Relationship Id="rId5" Type="http://schemas.openxmlformats.org/officeDocument/2006/relationships/image" Target="../media/image91.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9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211718797243078570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3116184454999607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59404110326400055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100613274790665641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100613274790665641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50828292002160908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67576642299478940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822952134696578376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72174328113566873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2661428624726862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297313513361095317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23396220799063696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838978883275814468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84391615333552608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24510931464619908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449434605190469212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313607081495662590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111646987021700079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4597411389348488038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