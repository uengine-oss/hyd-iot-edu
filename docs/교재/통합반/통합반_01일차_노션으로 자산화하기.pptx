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피지컬 AI · 통합반 1일차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8046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노션으로</a:t>
            </a:r>
          </a:p>
          <a:p>
            <a:pPr algn="l">
              <a:lnSpc>
                <a:spcPts val="4464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자산화하기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rgbClr val="5C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배운 것을 내 것으로 만드는 학습 노트를 처음부터 만듭니다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notebook" descr="notebook_5CB8F2_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pencil" descr="pencil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1" name="Down Arrow 10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circle-check" descr="circle-check_13294B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배운 것을 어떻게 내 것으로 만드나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강의를 들을 때는, 무슨 말인지 알아들었습니다. 그런데 이게 정말 이해한 걸까요?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165866"/>
            <a:ext cx="39624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2913578"/>
            <a:ext cx="6400800" cy="156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들을 때는 다 아는 것 같다. 그런데 아무것도 안 보고 설명해 보라고 하면 막힌다.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설명할 수 없다면? 아직 모르는 것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입니다.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것으로 만드는 법은 하나뿐입니다.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내 말로 다시 써 보는 것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질문 — 어떻게 해야 배운 것이 내 것이 되는가.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대부분의 사람들은 이렇게 합니다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필기와 강의자료를 AI 에 던지고 「정리해 줘」 — 예쁜 문서가 나옵니다.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165866"/>
            <a:ext cx="42672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2951678"/>
            <a:ext cx="6400800" cy="1491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예쁜 문서가 나와도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읽고 이해하는 건 내 몫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입니다. 결국 똑같이 쌓이면 안 열게 되고, 예쁘게 만들어 둔 채로 끝난다. 그러다 시험이 닥치면 그때 가서 또 외워야한다.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만든건 AI고, 내 것이 된 건 아무것도 없다.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만들어 준 사람은 AI 인데, 이해는 내가 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따라서 순서를 뒤집습니다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에게 먼저 묻지 말고, 내가 먼저 뱉어 봅니다.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927866"/>
            <a:ext cx="4267200" cy="15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2989778"/>
            <a:ext cx="6400800" cy="1415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에게 먼저 물으면 그 답을 읽고 끝납니다. 즉,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내 것이 되지 않습니다.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내가 아는 선에서 한번 써 내려간 걸 AI에게 보여 주면,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어디가 잘못 되었는지 드러나게 되고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, 그 점이 바로 내가 공부해야할 부분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순서를 바꾸는 것만으로 남는 것이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손으로 써도 되고, 말로 해도 됩니다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빈 메모장을 열고 마이크로 설명해 보세요. 손 놓고 아무것도 안하는 것 보다 백배 낫다.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165866"/>
            <a:ext cx="42672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3122890"/>
            <a:ext cx="6400800" cy="114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아무것도 안 보고 백지에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쏟아냅니다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. 횡설수설 해도 된다, 헛소리여도 상관없다.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막히거나 틀린 부분은 내가 모르는 것.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설명이 되는 부분은 이미 아는 것.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전부 설명이 가능한 사람은 없다. 오히려 막히는 자리를 찾는 것이 목적입니다.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자리는 끝까지 파고듭니다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읽었는데 또 모르는 말이 나오면, 그 말을 다시 묻습니다.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165866"/>
            <a:ext cx="42672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3160990"/>
            <a:ext cx="6400800" cy="107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답을 읽었는데 또 모르는 말이 나옵니다. 그것도 찾습니다. 마치 실타래를 푸는 것과 같아서, 몇 번 하다 보면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더 찾을게 없어지는 지점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옵니다. 그때 거꾸로 올라오면서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“아, 이 말이었구나”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번에 이해되지 않는 것이 정상입니다 걱정하실 필요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있는 그대로 통으로 외우지 마세요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어려운 정의를 그대로 외우는 게 아니라, 이해해서 내 것으로 만드는 것입니다.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524006"/>
            <a:ext cx="4267200" cy="2331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3122890"/>
            <a:ext cx="6400800" cy="114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통으로 외운 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시간이 지나면 지워집니다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. 옮겨 적었을 뿐이니까요. 낱말을 하나씩 풀어서 이해한 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 지워집니다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언제든지 물어봐도, 남에게 설명할 수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표현은 내 자유입니다. 의미가 같으면 정답입니다.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것이 됐는지 확인하는 방법은 둘입니다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써 보는 것과 설명해 보는 것. 둘 다 되면 끝난 겁니다.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242066"/>
            <a:ext cx="4267200" cy="289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3160990"/>
            <a:ext cx="6400800" cy="1072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둘 중 하나라도 막히면, 그 자리가 아직 모르는 자리다. 막힌 자리만 다시 파고들고, 쓴 것을 고치면 된다. 이 두 가지가 통과되면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개념은 내 것이다.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설명할 수 없으면 아직 모르는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지금부터 만들어 봅니다.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자산화할 공간, 나만의 학습 노트를 만들어 보겠습니다.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165866"/>
            <a:ext cx="4114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2818567"/>
            <a:ext cx="6400800" cy="175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한번 만들어 두면 계속 씁니다. 앞으로 배울 과정과 자격증 공부도 여기에 쌓습니다. 배운걸 내 말로 녹여 채워 두면,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필요할 때 언제든 다시 꺼내 쓸 수 있습니다.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쌓인 노트는 그 자체로 내가 뭘 할 줄 아는지 보여 주는 기록이 되며,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포트폴리오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로도 활용할 수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노트를 만들어 두는 것으로, 한번 만들어 두면 계속 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완성본을 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60분 뒤 여러분 화면이 이렇게 됩니다. 지금부터 이걸 만듭니다.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0" y="1470422"/>
            <a:ext cx="7833360" cy="44586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79320" y="1470422"/>
            <a:ext cx="7833360" cy="4458652"/>
          </a:xfrm>
          <a:prstGeom prst="roundRect">
            <a:avLst>
              <a:gd name="adj" fmla="val 97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지금은 남의 노트지만, 이따가 여러분의 학습노트가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 · 페이지 만들기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학습 노트를 작성할 새 페이지를 생성합니다.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433524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433524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395424"/>
            <a:ext cx="3160157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왼쪽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개인 페이지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옆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＋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마우스를 올려야 나옵니다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57093"/>
            <a:ext cx="7040880" cy="24654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2457093"/>
            <a:ext cx="7040880" cy="2465427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24386" y="3601045"/>
            <a:ext cx="450532" cy="374690"/>
          </a:xfrm>
          <a:prstGeom prst="roundRect">
            <a:avLst>
              <a:gd name="adj" fmla="val 10147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26266" y="360104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26266" y="360104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빈 페이지가 하나 생깁니다.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 · 제목 선정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지금은 새 페이지 라고 되어 있죠. 이걸 바꿉니다.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433524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433524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395424"/>
            <a:ext cx="2679859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페이지 제목을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작성합니다.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내 학습 노트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80379"/>
            <a:ext cx="7040880" cy="32189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2080379"/>
            <a:ext cx="7040880" cy="3218974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53908" y="2826901"/>
            <a:ext cx="1276826" cy="399336"/>
          </a:xfrm>
          <a:prstGeom prst="roundRect">
            <a:avLst>
              <a:gd name="adj" fmla="val 3580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55788" y="2826901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5788" y="2826901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페이지 하나에 앞으로 다 쌓습니다.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 · 아이콘과 커버 붙이기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제목에 커서를 올리면 관련 메뉴가 나옵니다.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06288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06288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024783"/>
            <a:ext cx="2167057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아이콘 추가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이모지에서 아무거나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804166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804166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766066"/>
            <a:ext cx="2007037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커버 추가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색이나 사진에서 고릅니다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2309"/>
            <a:ext cx="7040880" cy="28149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0" y="2282309"/>
            <a:ext cx="7040880" cy="2814995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70408" y="2788920"/>
            <a:ext cx="2041803" cy="619244"/>
          </a:xfrm>
          <a:prstGeom prst="roundRect">
            <a:avLst>
              <a:gd name="adj" fmla="val 2239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72288" y="2788920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2288" y="2788920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2696" y="2788920"/>
            <a:ext cx="1760220" cy="619244"/>
          </a:xfrm>
          <a:prstGeom prst="roundRect">
            <a:avLst>
              <a:gd name="adj" fmla="val 2597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73396" y="2788920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3396" y="2788920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아이콘과 커버는 장식이 아니라 특정 페이지를 찾을 때의 표지입니다.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여기까지 하면 이렇게 됩니다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커버가 깔리고 아이콘이 붙었습니다. 제목 아래에 커서가 있습니다.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40" y="1470422"/>
            <a:ext cx="7360920" cy="44544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415540" y="1470422"/>
            <a:ext cx="7360920" cy="4454485"/>
          </a:xfrm>
          <a:prstGeom prst="roundRect">
            <a:avLst>
              <a:gd name="adj" fmla="val 1035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여기가 앞으로 계속 지식을 자산화하여 담을 공간 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 · 어떻게 쓸 건지 적어 둡시다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나중에 열었을 때 뭘 하는 노트였는지 까먹습니다. 세 줄만 적어 두면 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207776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207776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44504" y="2530792"/>
            <a:ext cx="1223724" cy="213360"/>
          </a:xfrm>
          <a:prstGeom prst="roundRect">
            <a:avLst>
              <a:gd name="adj" fmla="val 3113"/>
            </a:avLst>
          </a:prstGeom>
          <a:solidFill>
            <a:srgbClr val="F3F6F9"/>
          </a:solidFill>
          <a:ln w="9525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2169676"/>
            <a:ext cx="2008108" cy="6150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줄을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칩니다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줄바꿈은 </a:t>
            </a:r>
            <a:r>
              <a:rPr sz="1210" b="0">
                <a:solidFill>
                  <a:srgbClr val="556175"/>
                </a:solidFill>
                <a:latin typeface="Consolas"/>
              </a:rPr>
              <a:t>Shift + Enter</a:t>
            </a:r>
          </a:p>
        </p:txBody>
      </p:sp>
      <p:sp>
        <p:nvSpPr>
          <p:cNvPr id="7" name="Oval 6"/>
          <p:cNvSpPr/>
          <p:nvPr/>
        </p:nvSpPr>
        <p:spPr>
          <a:xfrm>
            <a:off x="579120" y="296001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9120" y="296001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1080" y="2921913"/>
            <a:ext cx="2766298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줄을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드래그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하고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색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회색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본문과 구분되어 눈이 편해집니다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9120" y="3693676"/>
            <a:ext cx="3657600" cy="0"/>
          </a:xfrm>
          <a:prstGeom prst="line">
            <a:avLst/>
          </a:prstGeom>
          <a:ln w="7620">
            <a:solidFill>
              <a:srgbClr val="D3D9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120" y="3823216"/>
            <a:ext cx="371856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여기에 넣을 내용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120" y="4478536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43256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수업을 듣고 온 날, 카드를 만듭니다.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9120" y="4836676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501396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카드 안에는 개념을 제목으로 나눕니다.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9120" y="5194816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4859536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이해도를 정직하게 고릅니다.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80" y="1462921"/>
            <a:ext cx="5181600" cy="445400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31280" y="1462921"/>
            <a:ext cx="5181600" cy="4454009"/>
          </a:xfrm>
          <a:prstGeom prst="roundRect">
            <a:avLst>
              <a:gd name="adj" fmla="val 1470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2797" y="3440430"/>
            <a:ext cx="2544128" cy="855107"/>
          </a:xfrm>
          <a:prstGeom prst="roundRect">
            <a:avLst>
              <a:gd name="adj" fmla="val 1797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44677" y="3440430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4677" y="3440430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7117" y="2349222"/>
            <a:ext cx="2285048" cy="342900"/>
          </a:xfrm>
          <a:prstGeom prst="roundRect">
            <a:avLst>
              <a:gd name="adj" fmla="val 2000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2644" y="2349222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2644" y="2349222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회색으로 해 두면 안내라는 게 바로 보입니다.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 · 다짐 한 줄 박아 두기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중요한 한 마디를 눈에 띄게 둡니다. 회색 안내와 달리 이건 </a:t>
            </a:r>
            <a:r>
              <a:rPr sz="17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매번 눈에 걸려야</a:t>
            </a: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하는 문장입니다.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076932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076932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1080" y="3092172"/>
            <a:ext cx="804029" cy="243840"/>
          </a:xfrm>
          <a:prstGeom prst="roundRect">
            <a:avLst>
              <a:gd name="adj" fmla="val 4738"/>
            </a:avLst>
          </a:prstGeom>
          <a:solidFill>
            <a:srgbClr val="F3F6F9"/>
          </a:solidFill>
          <a:ln w="9525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3038832"/>
            <a:ext cx="3276600" cy="616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440" b="1">
                <a:solidFill>
                  <a:srgbClr val="13294B"/>
                </a:solidFill>
                <a:latin typeface="Consolas"/>
              </a:rPr>
              <a:t>/콜아웃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으로 생성해 아래 문장으로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채웁니다.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3822740"/>
            <a:ext cx="3657600" cy="0"/>
          </a:xfrm>
          <a:prstGeom prst="line">
            <a:avLst/>
          </a:prstGeom>
          <a:ln w="7620">
            <a:solidFill>
              <a:srgbClr val="D3D9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9120" y="4325660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3990380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내가 이해한 걸 먼저 쓴다.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340" y="1464826"/>
            <a:ext cx="4701540" cy="4450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11340" y="1464826"/>
            <a:ext cx="4701540" cy="4450080"/>
          </a:xfrm>
          <a:prstGeom prst="roundRect">
            <a:avLst>
              <a:gd name="adj" fmla="val 1620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2211" y="4419600"/>
            <a:ext cx="4193738" cy="676394"/>
          </a:xfrm>
          <a:prstGeom prst="roundRect">
            <a:avLst>
              <a:gd name="adj" fmla="val 1090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14091" y="4419600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4091" y="4419600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노션은 뭐든 / 치고 찾으면 나옵니다.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 · 노트를 쌓아 둘 목록 만들기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무언가를 배울 때마다 여기에 하나씩 쌓입니다.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916198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916198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1080" y="2931438"/>
            <a:ext cx="804029" cy="243840"/>
          </a:xfrm>
          <a:prstGeom prst="roundRect">
            <a:avLst>
              <a:gd name="adj" fmla="val 4738"/>
            </a:avLst>
          </a:prstGeom>
          <a:solidFill>
            <a:srgbClr val="F3F6F9"/>
          </a:solidFill>
          <a:ln w="9525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2878098"/>
            <a:ext cx="3276600" cy="897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440" b="1">
                <a:solidFill>
                  <a:srgbClr val="13294B"/>
                </a:solidFill>
                <a:latin typeface="Consolas"/>
              </a:rPr>
              <a:t>/표보기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로 데이터베이스를 생성하고.이름을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선정합니다.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 : 학습 노트</a:t>
            </a:r>
          </a:p>
        </p:txBody>
      </p:sp>
      <p:sp>
        <p:nvSpPr>
          <p:cNvPr id="7" name="Oval 6"/>
          <p:cNvSpPr/>
          <p:nvPr/>
        </p:nvSpPr>
        <p:spPr>
          <a:xfrm>
            <a:off x="579120" y="3950732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9120" y="3950732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1080" y="3912632"/>
            <a:ext cx="2235518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＋ 속성 추가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칸을 하나 더 만듭니다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13560"/>
            <a:ext cx="7040880" cy="37526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0" y="1813560"/>
            <a:ext cx="7040880" cy="3752612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67620" y="3880485"/>
            <a:ext cx="1511618" cy="343495"/>
          </a:xfrm>
          <a:prstGeom prst="roundRect">
            <a:avLst>
              <a:gd name="adj" fmla="val 3024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717" y="388048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717" y="388048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5608" y="4178975"/>
            <a:ext cx="988338" cy="300871"/>
          </a:xfrm>
          <a:prstGeom prst="roundRect">
            <a:avLst>
              <a:gd name="adj" fmla="val 4625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7488" y="417897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7488" y="417897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해당 표의 한 줄이 자산화할 목록입니다.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 · 속성 세 개 만들기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나중에 과목별로 보거나, 아직 모르는 것만 골라 보려면 속성이 있어야 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802731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802731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764631"/>
            <a:ext cx="3276600" cy="1124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— 이걸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번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합니다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여러 개 만들어 두고 그중 하나를 고르는 칸입니다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4064318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4064318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4026218"/>
            <a:ext cx="3236476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 더 눌러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생성 일시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만든 날이 자동으로 찍혀 적을 게 없습니다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1467088"/>
            <a:ext cx="4183380" cy="44455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29500" y="1467088"/>
            <a:ext cx="4183380" cy="4445556"/>
          </a:xfrm>
          <a:prstGeom prst="roundRect">
            <a:avLst>
              <a:gd name="adj" fmla="val 171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05117" y="2102763"/>
            <a:ext cx="920234" cy="288846"/>
          </a:xfrm>
          <a:prstGeom prst="roundRect">
            <a:avLst>
              <a:gd name="adj" fmla="val 4968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55950" y="2102763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5950" y="2102763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2616" y="5174575"/>
            <a:ext cx="1179671" cy="297775"/>
          </a:xfrm>
          <a:prstGeom prst="roundRect">
            <a:avLst>
              <a:gd name="adj" fmla="val 3875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02767" y="517457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2767" y="517457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속성은 이렇게 셋이면 충분합니다.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8 · 속성 이름 바꾸기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만들면 이름이 「선택」 그대로 붙습니다. 이대로 두면 뭐가 뭔지 모릅니다.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394228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394228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356128"/>
            <a:ext cx="3276600" cy="600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클릭하면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편집 탭이 열립니다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131701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131701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093601"/>
            <a:ext cx="2962989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 칸에 쓸 이름을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고쳐 칩니다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선택 두 개를 각각 바꿉니다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9120" y="3865364"/>
            <a:ext cx="3657600" cy="0"/>
          </a:xfrm>
          <a:prstGeom prst="line">
            <a:avLst/>
          </a:prstGeom>
          <a:ln w="7620">
            <a:solidFill>
              <a:srgbClr val="D3D9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9120" y="3994904"/>
            <a:ext cx="371856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속성 이름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9120" y="4650224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4314944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분야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9120" y="5008364"/>
            <a:ext cx="365760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4673084"/>
            <a:ext cx="3688080" cy="327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4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이해도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9334"/>
            <a:ext cx="7040880" cy="280094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0" y="2289334"/>
            <a:ext cx="7040880" cy="2800945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1393" y="2406968"/>
            <a:ext cx="1457444" cy="187642"/>
          </a:xfrm>
          <a:prstGeom prst="roundRect">
            <a:avLst>
              <a:gd name="adj" fmla="val 3136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83273" y="2406968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3273" y="2406968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이제 표 머리가 분야 · 이해도 · 생성 일시가 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9 · 분야나 이해도에 넣을 값 정하기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앞으로 이 값을 골라 담게 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66402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66402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625923"/>
            <a:ext cx="3276600" cy="88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분야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칸을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누르고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과목 이름을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칩니다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엔터를 치면 그 값이 만들어져 붙습니다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68260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68260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644503"/>
            <a:ext cx="3276600" cy="1124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이해도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칸도 같은 방법으로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만듭니다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번 만들면 다음부터는 고르기만 하면 됩니다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60" y="2731175"/>
            <a:ext cx="3413760" cy="1917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56760" y="2731175"/>
            <a:ext cx="3413760" cy="1917263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9531" y="4071223"/>
            <a:ext cx="826056" cy="281821"/>
          </a:xfrm>
          <a:prstGeom prst="roundRect">
            <a:avLst>
              <a:gd name="adj" fmla="val 5534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1411" y="4071223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1411" y="4071223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604016"/>
            <a:ext cx="3413760" cy="21717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83880" y="2604016"/>
            <a:ext cx="3413760" cy="2171700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6651" y="3991689"/>
            <a:ext cx="1013817" cy="558046"/>
          </a:xfrm>
          <a:prstGeom prst="roundRect">
            <a:avLst>
              <a:gd name="adj" fmla="val 4509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48531" y="3991689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8531" y="3991689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이해도는 설명 못함 · 대충 앎 · 설명 가능 셋으로 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10 · 아래와 같이 학습노트 만들기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+ 새 페이지를 눌러 줄을 만들고, 분야와 이해도를 골라 채웁니다. 두 줄 다 만들어보세요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470422"/>
            <a:ext cx="11033760" cy="29928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9120" y="1470422"/>
            <a:ext cx="11033760" cy="2992874"/>
          </a:xfrm>
          <a:prstGeom prst="roundRect">
            <a:avLst>
              <a:gd name="adj" fmla="val 690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배운 날마다 이렇게 한 줄씩 늘어납니다.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11 · 보기 모드: 갤러리와 보드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어떻게 보느냐에 따라 눈에 들어오는 게 다릅니다.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06288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06288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024783"/>
            <a:ext cx="2500908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 오른쪽 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＋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「새 보기 추가」라고 뜹니다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804166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804166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766066"/>
            <a:ext cx="2397681" cy="604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갤러리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카드가 표지째 보이는 창입니다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60" y="3029783"/>
            <a:ext cx="3413760" cy="131992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56760" y="3029783"/>
            <a:ext cx="3413760" cy="1319927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8415" y="3272552"/>
            <a:ext cx="194548" cy="160972"/>
          </a:xfrm>
          <a:prstGeom prst="roundRect">
            <a:avLst>
              <a:gd name="adj" fmla="val 23500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20295" y="3272552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0295" y="3272552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305883"/>
            <a:ext cx="3413760" cy="276784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83880" y="2305883"/>
            <a:ext cx="3413760" cy="2767846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47684" y="2961799"/>
            <a:ext cx="590550" cy="426244"/>
          </a:xfrm>
          <a:prstGeom prst="roundRect">
            <a:avLst>
              <a:gd name="adj" fmla="val 7741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49564" y="2961799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9564" y="2961799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방법으로 보드도 하나 만듭니다. 표 · 갤러리 · 보드 셋을 씁니다.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갤러리는 이대로 두면 안 됩니다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만들어 놓고 보면 카드 표지가 텅 비어 있습니다.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377678"/>
            <a:ext cx="7437120" cy="262425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9120" y="2377678"/>
            <a:ext cx="7437120" cy="2624257"/>
          </a:xfrm>
          <a:prstGeom prst="roundRect">
            <a:avLst>
              <a:gd name="adj" fmla="val 102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0" y="2438043"/>
            <a:ext cx="3291840" cy="2518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표지에는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본문 첫 줄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뜨는데 아직 본문이 없어 비어 있습니다. 본문을 채워도 카드마다 같은 글자가 뜹니다 — 양식이 같으니까요.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표지를 커버 그림으로 바꿔 둬야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바꿔 두면 앞으로 만드는 카드가 전부 그렇게 나옵니다.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12 · 갤러리 표지를 커버로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표지가 다 똑같으면 뭐가 뭔지 구분이 안 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926080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926080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887980"/>
            <a:ext cx="3276600" cy="600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 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⋯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를 누르고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레이아웃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66355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66355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625453"/>
            <a:ext cx="3276600" cy="88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 미리보기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페이지 커버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로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바꿉니다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이제 표지가 각 카드의 커버가 됩니다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60" y="2163008"/>
            <a:ext cx="3413760" cy="30535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56760" y="2163008"/>
            <a:ext cx="3413760" cy="3053596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7213" y="3213378"/>
            <a:ext cx="1645325" cy="235029"/>
          </a:xfrm>
          <a:prstGeom prst="roundRect">
            <a:avLst>
              <a:gd name="adj" fmla="val 2778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79093" y="3213378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9093" y="3213378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901910"/>
            <a:ext cx="3413760" cy="157567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83880" y="2901910"/>
            <a:ext cx="3413760" cy="1575673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0546" y="3686294"/>
            <a:ext cx="2373630" cy="370403"/>
          </a:xfrm>
          <a:prstGeom prst="roundRect">
            <a:avLst>
              <a:gd name="adj" fmla="val 1926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32426" y="3686294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2426" y="3686294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이걸 안 하면 카드마다 같은 글자만 보입니다.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보드 — 분야별로 갈립니다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그룹화 기준을 분야로 두면 과목별로 나뉩니다.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994654"/>
            <a:ext cx="7437120" cy="33904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9120" y="1994654"/>
            <a:ext cx="7437120" cy="3390424"/>
          </a:xfrm>
          <a:prstGeom prst="roundRect">
            <a:avLst>
              <a:gd name="adj" fmla="val 102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0" y="2951678"/>
            <a:ext cx="3291840" cy="1491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칸 머리가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분야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값입니다. 카드를 끌어다 옮길 수 있습니다.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「분야 없음」에 남아 있으면 그 카드는 분야를 안 고른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보드는 분류가 눈에 보이는 창입니다.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필터 — 이해도로 걸러 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 보고 싶지 않을 때가 있습니다. 아직 모르는 것만 남기면 됩니다.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957626"/>
            <a:ext cx="7437120" cy="34643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9120" y="1957626"/>
            <a:ext cx="7437120" cy="3464362"/>
          </a:xfrm>
          <a:prstGeom prst="roundRect">
            <a:avLst>
              <a:gd name="adj" fmla="val 102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0" y="2609255"/>
            <a:ext cx="3291840" cy="2176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설명 가능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을 빼면 아직 설명 못 하는 것만 남습니다. 탭을 하나 더 만들어 이 필터를 걸어 두면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「남은 것」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됩니다.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시험 기간에 그 탭 하나만 열면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이해도를 정직하게 골라야 이게 쓸모 있어집니다.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카드를 열면 아직 비어 있습니다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표에서 줄 하나를 누르면 그 카드가 열립니다.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546860"/>
            <a:ext cx="7437120" cy="42860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9120" y="1546860"/>
            <a:ext cx="7437120" cy="4286012"/>
          </a:xfrm>
          <a:prstGeom prst="roundRect">
            <a:avLst>
              <a:gd name="adj" fmla="val 102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0" y="2609255"/>
            <a:ext cx="3291840" cy="2176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아까 만든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분야 · 생성 일시 · 이해도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입니다. 본문은 비어 있고 「템플릿을 생성하세요」만 있습니다.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카드마다 같은 걸 다시 치지 않으려면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양식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필요합니다.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양식은 한 번만 만들면 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13 · 카드 양식 만들기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매번 같은 걸 다시 치기 귀찮습니다. 한 번 만들어 두면 끝입니다.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064312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064312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026212"/>
            <a:ext cx="2709624" cy="323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만들기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옆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∨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559612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559612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521512"/>
            <a:ext cx="3276600" cy="847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＋ 새 템플릿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「템플릿 학습 노트」는 단추가 아니라 목록 제목입니다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80605"/>
            <a:ext cx="7040880" cy="34185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0" y="1980605"/>
            <a:ext cx="7040880" cy="3418522"/>
          </a:xfrm>
          <a:prstGeom prst="roundRect">
            <a:avLst>
              <a:gd name="adj" fmla="val 108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12937" y="2264331"/>
            <a:ext cx="464582" cy="413623"/>
          </a:xfrm>
          <a:prstGeom prst="roundRect">
            <a:avLst>
              <a:gd name="adj" fmla="val 9841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14817" y="2264331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14817" y="2264331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3217" y="4582001"/>
            <a:ext cx="1858685" cy="550307"/>
          </a:xfrm>
          <a:prstGeom prst="roundRect">
            <a:avLst>
              <a:gd name="adj" fmla="val 2459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5097" y="4582001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097" y="4582001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편집 화면이 열립니다.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노란 띠가 보이면 양식 편집 중입니다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여기서 쓴 건 이 카드가 아니라 앞으로 만들 모든 카드에 들어갑니다.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70422"/>
            <a:ext cx="5974080" cy="44544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108960" y="1470422"/>
            <a:ext cx="5974080" cy="4454485"/>
          </a:xfrm>
          <a:prstGeom prst="roundRect">
            <a:avLst>
              <a:gd name="adj" fmla="val 1275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화면을 닫으면 양식이 저장됩니다.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양식은 이렇게 생겼습니다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개념 두 개를 쓸 자리와, 못 들은 것을 남길 자리입니다.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3332202"/>
            <a:ext cx="4480560" cy="730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제목을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학습 템플릿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이라고 칩니다 본문에는 제목 두 개와 체크 목록을 만들어 둡니다.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63485"/>
            <a:ext cx="6126480" cy="30221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2163485"/>
            <a:ext cx="6126480" cy="3022163"/>
          </a:xfrm>
          <a:prstGeom prst="roundRect">
            <a:avLst>
              <a:gd name="adj" fmla="val 1243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앞으로 카드를 만들면 이 상태로 시작됩니다.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14 · 그 양식을 기본으로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만들어만 두면 카드를 만들 때마다 매번 골라야 합니다.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308866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308866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270766"/>
            <a:ext cx="2870240" cy="323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템플릿 목록에서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⋯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804166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804166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766066"/>
            <a:ext cx="2363986" cy="323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기본으로 설정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60" y="2860119"/>
            <a:ext cx="3413760" cy="16593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56760" y="2860119"/>
            <a:ext cx="3413760" cy="1659374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9390" y="3580209"/>
            <a:ext cx="197882" cy="179189"/>
          </a:xfrm>
          <a:prstGeom prst="roundRect">
            <a:avLst>
              <a:gd name="adj" fmla="val 23104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01270" y="3580209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1270" y="3580209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620923"/>
            <a:ext cx="3413760" cy="213776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83880" y="2620923"/>
            <a:ext cx="3413760" cy="2137767"/>
          </a:xfrm>
          <a:prstGeom prst="roundRect">
            <a:avLst>
              <a:gd name="adj" fmla="val 223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31624" y="3056930"/>
            <a:ext cx="3318153" cy="346234"/>
          </a:xfrm>
          <a:prstGeom prst="roundRect">
            <a:avLst>
              <a:gd name="adj" fmla="val 1377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4484" y="3079790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4484" y="3079790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이제 카드를 만들면 빈 페이지가 아니라 이 양식이 나옵니다.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15 · 모든 보기에 적용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여기서 잘못 고르면 나중에 표에서 만들 때 양식이 안 나와 헤맵니다.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17337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17337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135273"/>
            <a:ext cx="3276600" cy="1124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「학습 노트」의 모든 보기에 적용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갤러리에만 적용하면 표에서 만들 때는 양식이 안 나옵니다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60" y="1461968"/>
            <a:ext cx="6941820" cy="4455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71060" y="1461968"/>
            <a:ext cx="6941820" cy="4455795"/>
          </a:xfrm>
          <a:prstGeom prst="roundRect">
            <a:avLst>
              <a:gd name="adj" fmla="val 1097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48714" y="3208615"/>
            <a:ext cx="6164223" cy="703898"/>
          </a:xfrm>
          <a:prstGeom prst="roundRect">
            <a:avLst>
              <a:gd name="adj" fmla="val 741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0594" y="320861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0594" y="320861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어느 창에서 만들든 같은 양식이 나와야 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16 · 링크로 게시하기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 만든 걸 남에게 보여 줄 수 있게 만듭니다.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92572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92572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887623"/>
            <a:ext cx="2372439" cy="323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오른쪽 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공유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게시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탭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42102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42102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382923"/>
            <a:ext cx="3276600" cy="1124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게시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누르고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나온 링크를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복사합니다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시크릿 창에 붙여넣어 열리는지 확인합니다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460" y="1468041"/>
            <a:ext cx="3741420" cy="44436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71460" y="1468041"/>
            <a:ext cx="3741420" cy="4443651"/>
          </a:xfrm>
          <a:prstGeom prst="roundRect">
            <a:avLst>
              <a:gd name="adj" fmla="val 1714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60556" y="1841302"/>
            <a:ext cx="456367" cy="342067"/>
          </a:xfrm>
          <a:prstGeom prst="roundRect">
            <a:avLst>
              <a:gd name="adj" fmla="val 10018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62436" y="1841302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2436" y="1841302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8619" y="4907399"/>
            <a:ext cx="3486983" cy="364331"/>
          </a:xfrm>
          <a:prstGeom prst="roundRect">
            <a:avLst>
              <a:gd name="adj" fmla="val 1311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21479" y="4930259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1479" y="4930259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공개하면 내용이 전부 보입니다 — 개인 정보는 넣지 마세요.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링크를 열면 이렇게 보입니다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링크를 알고있는 사람이면, 이 화면이 그대로 보입니다.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470422"/>
            <a:ext cx="8442960" cy="445579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74520" y="1470422"/>
            <a:ext cx="8442960" cy="4455795"/>
          </a:xfrm>
          <a:prstGeom prst="roundRect">
            <a:avLst>
              <a:gd name="adj" fmla="val 90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주소를 그대로 제출하면 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여기까지가 틀입니다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가지만 확인하고 넘어갑니다.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79120" y="2581989"/>
            <a:ext cx="1103376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79120" y="1854756"/>
            <a:ext cx="7010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40"/>
              </a:lnSpc>
            </a:pPr>
            <a:r>
              <a:rPr sz="264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9720" y="1854756"/>
            <a:ext cx="62484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B9C4D2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671876"/>
            <a:ext cx="3113961" cy="71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92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홈에 아이콘과 커버가 있다</a:t>
            </a:r>
          </a:p>
          <a:p>
            <a:pPr algn="l">
              <a:lnSpc>
                <a:spcPts val="2016"/>
              </a:lnSpc>
              <a:spcBef>
                <a:spcPts val="480"/>
              </a:spcBef>
            </a:pPr>
            <a:r>
              <a:rPr sz="168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왼쪽 목록에서 바로 눈에 띄는가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3693676"/>
            <a:ext cx="1103376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" y="2966323"/>
            <a:ext cx="7010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40"/>
              </a:lnSpc>
            </a:pPr>
            <a:r>
              <a:rPr sz="264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9720" y="2966323"/>
            <a:ext cx="62484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B9C4D2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783443"/>
            <a:ext cx="1719977" cy="71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92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탭이 세 개다</a:t>
            </a:r>
          </a:p>
          <a:p>
            <a:pPr algn="l">
              <a:lnSpc>
                <a:spcPts val="2016"/>
              </a:lnSpc>
              <a:spcBef>
                <a:spcPts val="480"/>
              </a:spcBef>
            </a:pPr>
            <a:r>
              <a:rPr sz="168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 · 갤러리 · 보드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9120" y="4805243"/>
            <a:ext cx="11033760" cy="0"/>
          </a:xfrm>
          <a:prstGeom prst="line">
            <a:avLst/>
          </a:prstGeom>
          <a:ln w="7620">
            <a:solidFill>
              <a:srgbClr val="D3D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9120" y="4078010"/>
            <a:ext cx="7010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40"/>
              </a:lnSpc>
            </a:pPr>
            <a:r>
              <a:rPr sz="264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9720" y="4078010"/>
            <a:ext cx="62484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B9C4D2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895130"/>
            <a:ext cx="4038362" cy="71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92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만들기를 누르면 양식이 나온다</a:t>
            </a:r>
          </a:p>
          <a:p>
            <a:pPr algn="l">
              <a:lnSpc>
                <a:spcPts val="2016"/>
              </a:lnSpc>
              <a:spcBef>
                <a:spcPts val="480"/>
              </a:spcBef>
            </a:pPr>
            <a:r>
              <a:rPr sz="168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빈 페이지가 아니라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" y="5189577"/>
            <a:ext cx="70104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40"/>
              </a:lnSpc>
            </a:pPr>
            <a:r>
              <a:rPr sz="264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9720" y="5189577"/>
            <a:ext cx="62484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B9C4D2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006697"/>
            <a:ext cx="2542103" cy="71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92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링크가 열린다</a:t>
            </a:r>
          </a:p>
          <a:p>
            <a:pPr algn="l">
              <a:lnSpc>
                <a:spcPts val="2016"/>
              </a:lnSpc>
              <a:spcBef>
                <a:spcPts val="480"/>
              </a:spcBef>
            </a:pPr>
            <a:r>
              <a:rPr sz="168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시크릿 창에서 확인했는가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하나라도 안 되면 지금 맞춥니다. 이제 채웁니다.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17 · 카드를 열고 양식을 부릅니다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여기서부터가 진짜입니다. 오늘 배운 걸 내 말로 채웁니다.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17337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17337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135273"/>
            <a:ext cx="3276600" cy="1124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 아래 목록에서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템플릿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누릅니다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양식이 그대로 들어옵니다 — 손으로 다시 칠 게 없습니다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2445"/>
            <a:ext cx="6309360" cy="44548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462445"/>
            <a:ext cx="6309360" cy="4454842"/>
          </a:xfrm>
          <a:prstGeom prst="roundRect">
            <a:avLst>
              <a:gd name="adj" fmla="val 1207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3297" y="4776788"/>
            <a:ext cx="1968460" cy="343019"/>
          </a:xfrm>
          <a:prstGeom prst="roundRect">
            <a:avLst>
              <a:gd name="adj" fmla="val 2322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22356" y="4776788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2356" y="4776788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앞에서 만들어 둔 양식이 여기서 쓰입니다.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18 · 개념을 내 말로 씁니다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개념 하나가 제목 하나. 그 아래 내 문장 한 줄.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3059311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3059311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3021211"/>
            <a:ext cx="3276600" cy="600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「개념 이름」 자리에 오늘 배운 개념을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칩니다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796784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796784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8173" y="4119801"/>
            <a:ext cx="523161" cy="213360"/>
          </a:xfrm>
          <a:prstGeom prst="roundRect">
            <a:avLst>
              <a:gd name="adj" fmla="val 7282"/>
            </a:avLst>
          </a:prstGeom>
          <a:solidFill>
            <a:srgbClr val="F3F6F9"/>
          </a:solidFill>
          <a:ln w="9525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51534" y="4119801"/>
            <a:ext cx="638651" cy="213360"/>
          </a:xfrm>
          <a:prstGeom prst="roundRect">
            <a:avLst>
              <a:gd name="adj" fmla="val 5965"/>
            </a:avLst>
          </a:prstGeom>
          <a:solidFill>
            <a:srgbClr val="F3F6F9"/>
          </a:solidFill>
          <a:ln w="9525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1080" y="3758684"/>
            <a:ext cx="2500789" cy="6150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아래에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문장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씁니다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코드는 </a:t>
            </a:r>
            <a:r>
              <a:rPr sz="1210" b="0">
                <a:solidFill>
                  <a:srgbClr val="556175"/>
                </a:solidFill>
                <a:latin typeface="Consolas"/>
              </a:rPr>
              <a:t>/코드</a:t>
            </a: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, 그림은 </a:t>
            </a:r>
            <a:r>
              <a:rPr sz="1210" b="0">
                <a:solidFill>
                  <a:srgbClr val="556175"/>
                </a:solidFill>
                <a:latin typeface="Consolas"/>
              </a:rPr>
              <a:t>Ctrl+V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620" y="1462445"/>
            <a:ext cx="6271260" cy="44549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41620" y="1462445"/>
            <a:ext cx="6271260" cy="4454962"/>
          </a:xfrm>
          <a:prstGeom prst="roundRect">
            <a:avLst>
              <a:gd name="adj" fmla="val 1215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79494" y="1604962"/>
            <a:ext cx="821531" cy="271701"/>
          </a:xfrm>
          <a:prstGeom prst="roundRect">
            <a:avLst>
              <a:gd name="adj" fmla="val 5565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31506" y="1604962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1506" y="1604962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9494" y="1939052"/>
            <a:ext cx="946904" cy="227171"/>
          </a:xfrm>
          <a:prstGeom prst="roundRect">
            <a:avLst>
              <a:gd name="adj" fmla="val 4828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6998" y="1939052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6998" y="1939052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외운 문장 말고 내가 이해한 말로.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19 · 못 들은 것을 남깁니다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맨 아래 「다음에 확인할 것」을 채웁니다.</a:t>
            </a:r>
          </a:p>
        </p:txBody>
      </p:sp>
      <p:sp>
        <p:nvSpPr>
          <p:cNvPr id="3" name="Oval 2"/>
          <p:cNvSpPr/>
          <p:nvPr/>
        </p:nvSpPr>
        <p:spPr>
          <a:xfrm>
            <a:off x="579120" y="2926080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2926080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1080" y="2887980"/>
            <a:ext cx="3276600" cy="600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빈 칸에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못 들은 것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을 하나씩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적습니다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3663553"/>
            <a:ext cx="289560" cy="28956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9120" y="3663553"/>
            <a:ext cx="28956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12"/>
              </a:lnSpc>
            </a:pPr>
            <a:r>
              <a:rPr sz="12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80" y="3625453"/>
            <a:ext cx="3276600" cy="881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해결하면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체크만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하고 </a:t>
            </a:r>
            <a:r>
              <a:rPr sz="156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지우지 않습니다</a:t>
            </a:r>
          </a:p>
          <a:p>
            <a:pPr algn="l">
              <a:lnSpc>
                <a:spcPts val="1913"/>
              </a:lnSpc>
              <a:spcBef>
                <a:spcPts val="300"/>
              </a:spcBef>
            </a:pPr>
            <a:r>
              <a:rPr sz="132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남겨 두면 진도가 보입니다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60" y="1469946"/>
            <a:ext cx="2865120" cy="4439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47760" y="1469946"/>
            <a:ext cx="2865120" cy="4439960"/>
          </a:xfrm>
          <a:prstGeom prst="roundRect">
            <a:avLst>
              <a:gd name="adj" fmla="val 1716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90992" y="3823097"/>
            <a:ext cx="2578537" cy="1331952"/>
          </a:xfrm>
          <a:prstGeom prst="roundRect">
            <a:avLst>
              <a:gd name="adj" fmla="val 1773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3852" y="3845957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3852" y="3845957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0992" y="5221605"/>
            <a:ext cx="2578537" cy="443984"/>
          </a:xfrm>
          <a:prstGeom prst="roundRect">
            <a:avLst>
              <a:gd name="adj" fmla="val 1773"/>
            </a:avLst>
          </a:prstGeom>
          <a:noFill/>
          <a:ln w="15240">
            <a:solidFill>
              <a:srgbClr val="D4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13852" y="5244465"/>
            <a:ext cx="167640" cy="167640"/>
          </a:xfrm>
          <a:prstGeom prst="ellipse">
            <a:avLst/>
          </a:prstGeom>
          <a:solidFill>
            <a:srgbClr val="D4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3852" y="5244465"/>
            <a:ext cx="167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20"/>
              </a:lnSpc>
            </a:pPr>
            <a:r>
              <a:rPr sz="7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지우지 않고 남겨 두면 얼마나 왔는지 보입니다.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 채우면 이렇게 됩니다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카드마다 커버가 붙고, 갤러리에서 한눈에 갈립니다.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0" y="1470422"/>
            <a:ext cx="7833360" cy="44586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79320" y="1470422"/>
            <a:ext cx="7833360" cy="4458652"/>
          </a:xfrm>
          <a:prstGeom prst="roundRect">
            <a:avLst>
              <a:gd name="adj" fmla="val 972"/>
            </a:avLst>
          </a:prstGeom>
          <a:noFill/>
          <a:ln w="762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카드가 하루에 한 장씩 쌓입니다.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9120" y="411480"/>
            <a:ext cx="11094720" cy="982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sz="3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노션에는 기능이 훨씬 더 많습니다</a:t>
            </a:r>
          </a:p>
          <a:p>
            <a:pPr algn="l">
              <a:lnSpc>
                <a:spcPts val="2790"/>
              </a:lnSpc>
              <a:spcBef>
                <a:spcPts val="960"/>
              </a:spcBef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오늘 다룬 건 일부입니다. 나머지는 필요해질 때 찾으면 됩니다.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242066"/>
            <a:ext cx="4267200" cy="289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40" y="3122890"/>
            <a:ext cx="6400800" cy="114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오늘 안 다룬 것 — 토글 · 수식 · 관계형 · 캘린더 뷰 · 자동화 · 웹 클리퍼. 미리 배울 게 아니라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필요해질 때 찾아서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쓰면 됩니다.</a:t>
            </a:r>
          </a:p>
          <a:p>
            <a:pPr algn="l">
              <a:lnSpc>
                <a:spcPts val="2697"/>
              </a:lnSpc>
              <a:spcBef>
                <a:spcPts val="600"/>
              </a:spcBef>
            </a:pP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즉, 무엇을 쓰든 </a:t>
            </a:r>
            <a:r>
              <a:rPr sz="1739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기본 블록과 데이터베이스</a:t>
            </a:r>
            <a:r>
              <a:rPr sz="1739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 위에서 돕니다.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" y="6089904"/>
            <a:ext cx="1103376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99" y="6089904"/>
            <a:ext cx="10668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그래서 오늘 기본기를 만든 것입니다.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8046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그릇은 만들었습니다.</a:t>
            </a:r>
          </a:p>
          <a:p>
            <a:pPr algn="l">
              <a:lnSpc>
                <a:spcPts val="4464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저녁, 첫 카드를 채웁니다.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rgbClr val="5C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오늘 오후에 배운 것 하나를 골라 아무것도 안 보고 써 보세요.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1680" b="0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막히는 자리에 표시 → 그 자리만 파고들기 → 고쳐 쓰기</a:t>
            </a:r>
          </a:p>
          <a:p>
            <a:pPr algn="l">
              <a:lnSpc>
                <a:spcPts val="2688"/>
              </a:lnSpc>
              <a:spcBef>
                <a:spcPts val="0"/>
              </a:spcBef>
            </a:pPr>
            <a:r>
              <a:rPr sz="16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이틀 뒤, 이 링크를 제출하면 수료입니다.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5CB8F2_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아이콘:pencil" descr="pencil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nk" descr="link_13294B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