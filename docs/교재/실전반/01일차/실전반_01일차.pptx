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82492249156219255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18466194715942050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55134409846553731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9166498492623050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9166498492623050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41778674573630443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42383801931142482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764274444250109837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92190337232504572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269846116527145475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7497379525852829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2138487141158712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740107510487036193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2557302956800337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50763244441153780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288421474026982640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21674027229999439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826853852413988833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483751742023307216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