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우체국의 사서함에 견줄 수 있습니다. 받는 사람의 위치를 몰라도 번호만 알면 된다는 점이 닮았고, 브로커가 메시지를 보관하지 않고 바로 넘긴다는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건물의 안내 데스크에 견줄 수 있습니다. 정해진 창구를 거친다는 점이 닮았고, 사람을 들여보내는 것이 아니라 값을 한 방향으로 옮겨 적는다는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3113443161056174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590663371782518378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472010895980399428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630066723694629078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630066723694629078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89802307294835037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250796421341759878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776568321167668871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4987745859690373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85939141531028796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350405722786248489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75868145765446275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70625810497192255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81389814699327618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39766331224567344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4899000068025751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472468054783125713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880120693906670737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447329697088197937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