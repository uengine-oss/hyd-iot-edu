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회차에서는 에이전트가 도구를 부르며 일하는 모습을 보았습니다. 오늘은 그 에이전트가 일하는 방법을 어디에 적어 두는지, 도구는 어떻게 연결되는지, 연결할 때 무엇을 지켜야 하는지를 차례로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그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과열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결과 절에 적힌 다섯 항목이 출력의 최상위 항목과 하나씩 맞습니다. 항목의 이름이 정해져 있어서 사람에게 승인을 받는 다음 단계가 실행마다 같은 이름으로 값을 읽습니다. 추천 값 skill:sop-cool-11은 팬 최대 운전을 가리키는 식별자입니다.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맨 앞의 result가 성공 여부를 알리고, document 안에 읽은 시각과 값이 들어 있습니다. facts는 판단에 바로 쓰는 값이고 records는 업무 DB에서 읽은 원래의 행입니다. 납기 오더 MO-0930-0412가 5.98시간 남았다는 값이 여기서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주는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응답의 네 가지 경우를 구분합니다. 조회가 성공했는데 결과가 0행이면 「없음」이 사실입니다. 호출이 실패했거나 정해진 시간을 넘겼으면 값이 있는지 없는지를 알 수 없으므로 실패로 적어야 합니다. 실패를 0이나 빈 값으로 바꾸면 재고가 없다는 틀린 사실이 판단에 들어갑니다. 응답이 잘렸을 때는 읽지 못한 범위를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 호출이 실패했을 때의 응답을 견준 뒤, 세 서버의 도구를 한 요청에서 이어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 실습의 스킬에 예외 지침을 더합니다. 한 작업에 담당자가 겹쳐 적힌 경우, 기한이 정해지지 않은 채 다른 조건과 겹친 경우, 기존 작업과 겹치는 경우를 어떻게 처리할지를 스킬에 적습니다. 도구에 접근하지 못했을 때에는 확인하지 못한 작업을 미확정으로 표시하게 합니다. 끝나면 조건이 겹친 회의록에서도 같은 기준으로 만들어진 작업 목록이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넷과 함께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 지침과 외부 도구를</a:t>
            </a:r>
          </a:p>
          <a:p>
            <a:pPr algn="l">
              <a:lnSpc>
                <a:spcPct val="110000"/>
              </a:lnSpc>
            </a:pPr>
            <a:r>
              <a:rPr sz="4000" b="1">
                <a:solidFill>
                  <a:srgbClr val="FFFFFF"/>
                </a:solidFill>
                <a:latin typeface="맑은 고딕"/>
                <a:ea typeface="맑은 고딕"/>
                <a:cs typeface="맑은 고딕"/>
              </a:rPr>
              <a:t>조합한 업무 자동화</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허용 목록,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스킬과 MCP: 업무 지침과 도구 연결의 기준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업무 도구의 연결과 호출</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서로 다른 MCP 서버의 연결과 조합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회의 내용을 후속 업무로 바꾸는 스킬 작성</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조건에서도 일관된 결과를 내는 스킬 보완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스킬과 MCP:</a:t>
            </a:r>
          </a:p>
          <a:p>
            <a:pPr algn="l">
              <a:lnSpc>
                <a:spcPct val="110000"/>
              </a:lnSpc>
            </a:pPr>
            <a:r>
              <a:rPr sz="3400" b="1">
                <a:solidFill>
                  <a:srgbClr val="13294B"/>
                </a:solidFill>
                <a:latin typeface="맑은 고딕"/>
                <a:ea typeface="맑은 고딕"/>
                <a:cs typeface="맑은 고딕"/>
              </a:rPr>
              <a:t>업무 지침과 도구 연결의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방법을 적는 지침과, 그 지침이 부르는 도구의 연결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고리_1.svg" descr="illust_187770697014178577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과열 경보에 쓰는 스킬의 이름은 cooling-emergency-response이다.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스킬문서.svg" descr="illust_298950902702270860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의수.svg" descr="illust_842026559654012969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MCP구성.svg" descr="illust_69703893721264831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목록호출.svg" descr="illust_391881564271536714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세겹.svg" descr="illust_149108684508723750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것을 0이나 빈 값으로 바꾸어 내면, 값이 없다는 틀린 사실이 판단에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a:p>
            <a:pPr algn="l">
              <a:lnSpc>
                <a:spcPct val="110000"/>
              </a:lnSpc>
            </a:pPr>
            <a:r>
              <a:rPr sz="1250" b="1">
                <a:solidFill>
                  <a:srgbClr val="1A6FC4"/>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서버와</a:t>
            </a:r>
          </a:p>
          <a:p>
            <a:pPr algn="ctr">
              <a:lnSpc>
                <a:spcPct val="110000"/>
              </a:lnSpc>
              <a:spcAft>
                <a:spcPts val="400"/>
              </a:spcAft>
            </a:pPr>
            <a:r>
              <a:rPr sz="1350" b="0">
                <a:solidFill>
                  <a:srgbClr val="1F2A3A"/>
                </a:solidFill>
                <a:latin typeface="맑은 고딕"/>
                <a:ea typeface="맑은 고딕"/>
                <a:cs typeface="맑은 고딕"/>
              </a:rPr>
              <a:t>그 서버의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 실패했을 때의 응답이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조건에서도 일관된 결과를 내는 스킬 보완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담당자 중복, 기한 미정, 기존 작업과의 중복을 처리하는 지침을 스킬에 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지침과 보완되는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예외를 다루는 지침이 스킬에 적혀 있어야, 조건이 겹친 회의록에서도 실행할 때마다 같은 모양의 작업 목록이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중복</a:t>
            </a:r>
          </a:p>
          <a:p>
            <a:pPr algn="l">
              <a:lnSpc>
                <a:spcPct val="110000"/>
              </a:lnSpc>
              <a:spcAft>
                <a:spcPts val="400"/>
              </a:spcAft>
            </a:pPr>
            <a:r>
              <a:rPr sz="1350" b="0">
                <a:solidFill>
                  <a:srgbClr val="1F2A3A"/>
                </a:solidFill>
                <a:latin typeface="맑은 고딕"/>
                <a:ea typeface="맑은 고딕"/>
                <a:cs typeface="맑은 고딕"/>
              </a:rPr>
              <a:t>한 작업에 담당자가 여럿 적힌 경우의 처리 기준을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담당자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lendar-off" descr="calendar-off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기한 미정</a:t>
            </a:r>
          </a:p>
          <a:p>
            <a:pPr algn="l">
              <a:lnSpc>
                <a:spcPct val="110000"/>
              </a:lnSpc>
              <a:spcAft>
                <a:spcPts val="400"/>
              </a:spcAft>
            </a:pPr>
            <a:r>
              <a:rPr sz="1350" b="0">
                <a:solidFill>
                  <a:srgbClr val="1F2A3A"/>
                </a:solidFill>
                <a:latin typeface="맑은 고딕"/>
                <a:ea typeface="맑은 고딕"/>
                <a:cs typeface="맑은 고딕"/>
              </a:rPr>
              <a:t>앞 실습의 미정 표시가 다른 조건과 겹친 작업에도 같게 적용되도록 기준을 적는다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copy" descr="cop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작업과의 중복</a:t>
            </a:r>
          </a:p>
          <a:p>
            <a:pPr algn="l">
              <a:lnSpc>
                <a:spcPct val="110000"/>
              </a:lnSpc>
              <a:spcAft>
                <a:spcPts val="400"/>
              </a:spcAft>
            </a:pPr>
            <a:r>
              <a:rPr sz="1350" b="0">
                <a:solidFill>
                  <a:srgbClr val="1F2A3A"/>
                </a:solidFill>
                <a:latin typeface="맑은 고딕"/>
                <a:ea typeface="맑은 고딕"/>
                <a:cs typeface="맑은 고딕"/>
              </a:rPr>
              <a:t>이미 있는 작업과 겹치는 항목을 가려 다시 만들지 않는다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접근 실패</a:t>
            </a:r>
          </a:p>
          <a:p>
            <a:pPr algn="l">
              <a:lnSpc>
                <a:spcPct val="110000"/>
              </a:lnSpc>
              <a:spcAft>
                <a:spcPts val="400"/>
              </a:spcAft>
            </a:pPr>
            <a:r>
              <a:rPr sz="1350" b="0">
                <a:solidFill>
                  <a:srgbClr val="1F2A3A"/>
                </a:solidFill>
                <a:latin typeface="맑은 고딕"/>
                <a:ea typeface="맑은 고딕"/>
                <a:cs typeface="맑은 고딕"/>
              </a:rPr>
              <a:t>도구가 실패하면 확인하지 못한 작업을 미확정으로 표시하고 결과를 보완한다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미확정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연결 검사를 통과한 서버의 도구가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