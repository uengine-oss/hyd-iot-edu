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그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 회차에서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 호출이 실패했을 때의 응답을 견준 뒤, 세 서버의 도구를 한 요청에서 이어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 실습의 스킬에 예외 지침을 더합니다. 한 작업에 담당자가 겹쳐 적힌 경우, 기한이 정해지지 않은 채 다른 조건과 겹친 경우, 기존 작업과 겹치는 경우를 어떻게 처리할지를 스킬에 적습니다. 도구에 접근하지 못했을 때에는 확인하지 못한 작업을 미확정으로 표시하게 합니다. 끝나면 조건이 겹친 회의록에서도 같은 기준으로 만들어진 작업 목록이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넷과 함께 호스트, 클라이언트, 서버, 도구, 입력 스키마, 허용 목록이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 지침과 외부 도구를</a:t>
            </a:r>
          </a:p>
          <a:p>
            <a:pPr algn="l">
              <a:lnSpc>
                <a:spcPct val="110000"/>
              </a:lnSpc>
            </a:pPr>
            <a:r>
              <a:rPr sz="4000" b="1">
                <a:solidFill>
                  <a:srgbClr val="FFFFFF"/>
                </a:solidFill>
                <a:latin typeface="맑은 고딕"/>
                <a:ea typeface="맑은 고딕"/>
                <a:cs typeface="맑은 고딕"/>
              </a:rPr>
              <a:t>조합한 업무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허용 목록,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스킬과 MCP: 업무 지침과 도구 연결의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연결과 호출</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조합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조건에서도 일관된 결과를 내는 스킬 보완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스킬과 MCP:</a:t>
            </a:r>
          </a:p>
          <a:p>
            <a:pPr algn="l">
              <a:lnSpc>
                <a:spcPct val="110000"/>
              </a:lnSpc>
            </a:pPr>
            <a:r>
              <a:rPr sz="3400" b="1">
                <a:solidFill>
                  <a:srgbClr val="13294B"/>
                </a:solidFill>
                <a:latin typeface="맑은 고딕"/>
                <a:ea typeface="맑은 고딕"/>
                <a:cs typeface="맑은 고딕"/>
              </a:rPr>
              <a:t>업무 지침과 도구 연결의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방법을 적는 지침과, 그 지침이 부르는 도구의 연결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27645154977032893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254052033592132207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의수.svg" descr="illust_80649950350816543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MCP구성.svg" descr="illust_617028800666681041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목록호출.svg" descr="illust_539884843433915991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세겹.svg" descr="illust_469072801464508307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서버와</a:t>
            </a:r>
          </a:p>
          <a:p>
            <a:pPr algn="ctr">
              <a:lnSpc>
                <a:spcPct val="110000"/>
              </a:lnSpc>
              <a:spcAft>
                <a:spcPts val="400"/>
              </a:spcAft>
            </a:pPr>
            <a:r>
              <a:rPr sz="1350" b="0">
                <a:solidFill>
                  <a:srgbClr val="1F2A3A"/>
                </a:solidFill>
                <a:latin typeface="맑은 고딕"/>
                <a:ea typeface="맑은 고딕"/>
                <a:cs typeface="맑은 고딕"/>
              </a:rPr>
              <a:t>그 서버의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서로 다른 세 서버의 도구도 한 요청 안에서 이어 부를 수 있으며, 그 호출 결과가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 실패했을 때의 응답이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쓴 SKILL.md가 회의록에서 작업 목록을 만들어 내고, 그 목록은 회의록 원문과 대조해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조건에서도 일관된 결과를 내는 스킬 보완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담당자 중복, 기한 미정, 기존 작업과의 중복을 처리하는 지침을 스킬에 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지침과 보완되는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예외를 다루는 지침이 스킬에 적혀 있어야, 조건이 겹친 회의록에서도 실행할 때마다 같은 모양의 작업 목록이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중복</a:t>
            </a:r>
          </a:p>
          <a:p>
            <a:pPr algn="l">
              <a:lnSpc>
                <a:spcPct val="110000"/>
              </a:lnSpc>
              <a:spcAft>
                <a:spcPts val="400"/>
              </a:spcAft>
            </a:pPr>
            <a:r>
              <a:rPr sz="1350" b="0">
                <a:solidFill>
                  <a:srgbClr val="1F2A3A"/>
                </a:solidFill>
                <a:latin typeface="맑은 고딕"/>
                <a:ea typeface="맑은 고딕"/>
                <a:cs typeface="맑은 고딕"/>
              </a:rPr>
              <a:t>한 작업에 담당자가 여럿 적힌 경우의 처리 기준을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담당자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lendar-off" descr="calendar-off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기한 미정</a:t>
            </a:r>
          </a:p>
          <a:p>
            <a:pPr algn="l">
              <a:lnSpc>
                <a:spcPct val="110000"/>
              </a:lnSpc>
              <a:spcAft>
                <a:spcPts val="400"/>
              </a:spcAft>
            </a:pPr>
            <a:r>
              <a:rPr sz="1350" b="0">
                <a:solidFill>
                  <a:srgbClr val="1F2A3A"/>
                </a:solidFill>
                <a:latin typeface="맑은 고딕"/>
                <a:ea typeface="맑은 고딕"/>
                <a:cs typeface="맑은 고딕"/>
              </a:rPr>
              <a:t>앞 실습의 미정 표시가 다른 조건과 겹친 작업에도 같게 적용되도록 기준을 적는다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opy" descr="cop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작업과의 중복</a:t>
            </a:r>
          </a:p>
          <a:p>
            <a:pPr algn="l">
              <a:lnSpc>
                <a:spcPct val="110000"/>
              </a:lnSpc>
              <a:spcAft>
                <a:spcPts val="400"/>
              </a:spcAft>
            </a:pPr>
            <a:r>
              <a:rPr sz="1350" b="0">
                <a:solidFill>
                  <a:srgbClr val="1F2A3A"/>
                </a:solidFill>
                <a:latin typeface="맑은 고딕"/>
                <a:ea typeface="맑은 고딕"/>
                <a:cs typeface="맑은 고딕"/>
              </a:rPr>
              <a:t>이미 있는 작업과 겹치는 항목을 가려 다시 만들지 않는다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접근 실패</a:t>
            </a:r>
          </a:p>
          <a:p>
            <a:pPr algn="l">
              <a:lnSpc>
                <a:spcPct val="110000"/>
              </a:lnSpc>
              <a:spcAft>
                <a:spcPts val="400"/>
              </a:spcAft>
            </a:pPr>
            <a:r>
              <a:rPr sz="1350" b="0">
                <a:solidFill>
                  <a:srgbClr val="1F2A3A"/>
                </a:solidFill>
                <a:latin typeface="맑은 고딕"/>
                <a:ea typeface="맑은 고딕"/>
                <a:cs typeface="맑은 고딕"/>
              </a:rPr>
              <a:t>도구가 실패하면 확인하지 못한 작업을 미확정으로 표시하고 결과를 보완한다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미확정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