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639659727678698922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63909541324440232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68863810149851864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78672903245369625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659988152246478838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39017683196370026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382248558091809286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65207410276711638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753675348764565645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917781770057827228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