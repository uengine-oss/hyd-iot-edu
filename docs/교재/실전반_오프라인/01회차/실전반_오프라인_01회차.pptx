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여섯은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이상을 지식 관계도로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 부품 · 센서의 공통 모델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관계를 그래프 DB에 구현하기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496179092916409140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480085657654112883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440178669566004285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360331419660455082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739350933764877457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519401511423732073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899804108927383793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325000246519684445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316839629394283547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634739444178514297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 센서, 증상, 원인,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Neo4j에서 질의를 실행해</a:t>
            </a:r>
          </a:p>
          <a:p>
            <a:pPr algn="ctr">
              <a:lnSpc>
                <a:spcPct val="110000"/>
              </a:lnSpc>
              <a:spcAft>
                <a:spcPts val="400"/>
              </a:spcAft>
            </a:pPr>
            <a:r>
              <a:rPr sz="1350" b="0">
                <a:solidFill>
                  <a:srgbClr val="1F2A3A"/>
                </a:solidFill>
                <a:latin typeface="맑은 고딕"/>
                <a:ea typeface="맑은 고딕"/>
                <a:cs typeface="맑은 고딕"/>
              </a:rPr>
              <a:t>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여섯과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종류를 나타내는 이름표</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데이터베이스에 보내는 요청</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Query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