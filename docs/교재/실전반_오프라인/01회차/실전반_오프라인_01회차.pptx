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여섯은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223662875747978898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641981775864579646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572022096512192160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57294616407826666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46890151236474067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846656464855219758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351803430310326649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715533806663717229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590460388762825824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648003446783833414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 센서, 증상, 원인,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Neo4j에서 질의를 실행해</a:t>
            </a:r>
          </a:p>
          <a:p>
            <a:pPr algn="ctr">
              <a:lnSpc>
                <a:spcPct val="110000"/>
              </a:lnSpc>
              <a:spcAft>
                <a:spcPts val="400"/>
              </a:spcAft>
            </a:pPr>
            <a:r>
              <a:rPr sz="1350" b="0">
                <a:solidFill>
                  <a:srgbClr val="1F2A3A"/>
                </a:solidFill>
                <a:latin typeface="맑은 고딕"/>
                <a:ea typeface="맑은 고딕"/>
                <a:cs typeface="맑은 고딕"/>
              </a:rPr>
              <a:t>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여섯과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종류를 나타내는 이름표</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데이터베이스에 보내는 요청</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