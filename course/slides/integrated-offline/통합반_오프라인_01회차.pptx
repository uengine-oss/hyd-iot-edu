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 곧 시계열 DB인 TimescaleDB에,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AI에게 요구사항으로 전달해 바이브 코딩으로 파일을 만들고,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28009888132764041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152261745915594529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시계열 DB · 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쓰고, 질의 언어 Cypher로 조회한다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507901052150936384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11553831055244195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829732882916803949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892440872402567976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186734944499732318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센서, 부품, 고장 유형,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