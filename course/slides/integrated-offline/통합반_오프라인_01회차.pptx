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AI에게 요구사항으로 전달해 바이브 코딩으로 파일을 만들고,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49601135835396357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56278262654171314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쓰고, 질의 언어 Cypher로 조회한다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35726274221361639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816044119458433855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462765388869702619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11210891107861545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908738944867481918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센서, 부품, 고장 유형,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