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갖춰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달라진 것은 읽기 쉬운 모양뿐이고,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마이크로 말해서 받아 적게 해도 됩니다. 형식은 없고, 처음에는 한 가지를 깊이 파기보다 아는 범위를 넓게 훑으며 줄줄 씁니다. 그러면 틀린 곳, 횡설수설한 곳, 막혀서 더 쓰지 못하는 곳이 나오는데, 그 자리가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깊이를 팔 때는 막힌 곳만 집요하게 팝니다. 모르는 용어가 있으면 그 뜻을 묻고, 설명에 또 모르는 말이 나오면 다시 묻습니다. 초등학생도 알아듣게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정의의 문장을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값을 읽어 설비를 제어하며, 관제 화면이 값을 보여 주고 조작을 받습니다. 이 단원은 그다음을 다룹니다. 그 값을 모으고 판단해 조치로 잇는 시스템의 구조와, 그 구조를 따라 데이터가 흐르는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곳은 설비입니다. 유압 파워팩 HYD-01에는 탱크, 펌프, 부하, 오일 쿨러, 팬이 있고, 센서 값마다 태그라는 이름이 붙습니다. 이 단원에서 예로 쓰는 값은 쿨러로 들어가기 직전의 작동유 온도인 유온 TS1과, 쿨러가 열을 내보내는 정도인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끝내는 까닭은, 값이 서버까지 다녀오는 사이에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실행해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값이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가리고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달라지는 것은 읽기 쉬운 모양뿐이다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 없이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들어가지 않고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이어지는데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틀리고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내려가 판다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하듯</a:t>
            </a:r>
          </a:p>
          <a:p>
            <a:pPr algn="ctr">
              <a:lnSpc>
                <a:spcPct val="110000"/>
              </a:lnSpc>
              <a:spcAft>
                <a:spcPts val="400"/>
              </a:spcAft>
            </a:pPr>
            <a:r>
              <a:rPr sz="1350" b="0">
                <a:solidFill>
                  <a:srgbClr val="1F2A3A"/>
                </a:solidFill>
                <a:latin typeface="맑은 고딕"/>
                <a:ea typeface="맑은 고딕"/>
                <a:cs typeface="맑은 고딕"/>
              </a:rPr>
              <a:t>설명해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 밖으로는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내용은 이 방법대로 써서 개인 학습노트에 쌓으며,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배운 것을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단원은 그 값을 모으고 판단해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770303268022197584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910358633020208397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504312976314185449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47067687093310181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782028934232909288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390078104669187383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297252740813278647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173602745126028107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643111299589838659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326905666799528764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799984190905148248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6274505672595518075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849324722710366192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226361028825835925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