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 층을 나눈 것은 설비 가까이에서는 정해진 시간 안의 반응이, 위쪽에서는 판단이 먼저이기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서버의 판단을 기다리지 않고 인터록으로 설비를 세웁니다. 현장에서 제어기가 주고받는 통신은 단순하게 두고,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발행자는 구독자가 누구인지 몰라도 되며, 브로커는 메시지를 보관하지 않고 바로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브로커는 값을 갖고 있지 않으므로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생방송과 녹화본에 견줄 수 있습니다. 하나는 그 순간에만 전달되고 하나는 나중에 다시 볼 수 있다는 점이 닮았고, 로그의 기록도 보존 기간이 지나면 지워진다는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 저장소는 시각으로 찾아보기 위해 두고, 감지는 늦지 않으려고 흐르는 값을 바로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 운전 화면은 서버가 멈춰도 보여야 하므로 OT에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 설비를 움직인 판단은 무엇을 보고 내렸는지 답할 수 있어야 하므로 내력을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 명령을 먼저 기록하는 것은 누가 언제 무엇을 내렸는지를 남기기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cmd-gateway는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설비를 세울지 계속 돌릴지는 책임이 따르는 결정이어서 사람이 내립니다.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6.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7.png"/><Relationship Id="rId5" Type="http://schemas.openxmlformats.org/officeDocument/2006/relationships/image" Target="../media/image6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7.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4.png"/><Relationship Id="rId4" Type="http://schemas.openxmlformats.org/officeDocument/2006/relationships/image" Target="../media/image69.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7.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8.png"/><Relationship Id="rId4" Type="http://schemas.openxmlformats.org/officeDocument/2006/relationships/image" Target="../media/image7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5.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8.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8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8.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9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1.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0.png"/><Relationship Id="rId4" Type="http://schemas.openxmlformats.org/officeDocument/2006/relationships/image" Target="../media/image22.png"/><Relationship Id="rId5" Type="http://schemas.openxmlformats.org/officeDocument/2006/relationships/image" Target="../media/image92.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3.png"/><Relationship Id="rId4" Type="http://schemas.openxmlformats.org/officeDocument/2006/relationships/image" Target="../media/image88.png"/><Relationship Id="rId5" Type="http://schemas.openxmlformats.org/officeDocument/2006/relationships/image" Target="../media/image9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106853077784628635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700456765167290987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가까이는 정해진 시간이, 위쪽은 판단이 먼저여서 HYD는 기능을 아홉 계층으로 나누고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346843413866343712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145888291398770229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145888291398770229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서버의 판단을 기다리지 않고, 값이 위험 수준에 이르면 설비 옆에서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통신</a:t>
            </a:r>
          </a:p>
          <a:p>
            <a:pPr algn="l">
              <a:lnSpc>
                <a:spcPct val="110000"/>
              </a:lnSpc>
              <a:spcAft>
                <a:spcPts val="200"/>
              </a:spcAft>
            </a:pPr>
            <a:r>
              <a:rPr sz="1150" b="0">
                <a:solidFill>
                  <a:srgbClr val="556175"/>
                </a:solidFill>
                <a:latin typeface="맑은 고딕"/>
                <a:ea typeface="맑은 고딕"/>
                <a:cs typeface="맑은 고딕"/>
              </a:rPr>
              <a:t>Modbus</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제어기가 주고받는 통신은 단순하게 둔다. 언제나 정해진 시간 안에 도착해야 하기 때문이다.</a:t>
            </a:r>
          </a:p>
          <a:p>
            <a:pPr algn="l">
              <a:lnSpc>
                <a:spcPct val="110000"/>
              </a:lnSpc>
              <a:spcAft>
                <a:spcPts val="300"/>
              </a:spcAft>
            </a:pPr>
            <a:r>
              <a:rPr sz="1400" b="0">
                <a:solidFill>
                  <a:srgbClr val="1F2A3A"/>
                </a:solidFill>
                <a:latin typeface="맑은 고딕"/>
                <a:ea typeface="맑은 고딕"/>
                <a:cs typeface="맑은 고딕"/>
              </a:rPr>
              <a:t>예: Modbus. 암호화와 인증을 넣지 않고, 보안은 위 계층이 맡는다.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태그 값과 운전 상태를 올려 보내며, 태그 값은 정상값에 견주어야 높낮이를 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685960416215128052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먼저 등록해 두지 않으면, 값을 보관하지 않는 브로커는 발행된 메시지를 넘길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맡아, connect-ingest는 계측값을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725911820548677597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connect-ingest는 토픽 경로에 있던 설비와 태그 이름을 본문에 넣어 </a:t>
            </a:r>
            <a:r>
              <a:rPr sz="1600" b="1">
                <a:solidFill>
                  <a:srgbClr val="1A6FC4"/>
                </a:solidFill>
                <a:latin typeface="맑은 고딕"/>
                <a:ea typeface="맑은 고딕"/>
                <a:cs typeface="맑은 고딕"/>
              </a:rPr>
              <a:t>Redpanda</a:t>
            </a:r>
            <a:r>
              <a:rPr sz="1600" b="0">
                <a:solidFill>
                  <a:srgbClr val="556175"/>
                </a:solidFill>
                <a:latin typeface="맑은 고딕"/>
                <a:ea typeface="맑은 고딕"/>
                <a:cs typeface="맑은 고딕"/>
              </a:rPr>
              <a:t>에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t는 세계 표준시로 한국 시간 11:13:08이며, 55.71은 그때의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설비별 레코드 순서를 지킨다.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시각으로 찾아보려고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저장하고, 늦지 않게 알아차리려고 detector는 흐르는 값을 그 자리에서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303490168063617628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흐르는 값을 바로 읽어</a:t>
            </a:r>
          </a:p>
          <a:p>
            <a:pPr algn="ctr">
              <a:lnSpc>
                <a:spcPct val="110000"/>
              </a:lnSpc>
              <a:spcAft>
                <a:spcPts val="100"/>
              </a:spcAft>
            </a:pPr>
            <a:r>
              <a:rPr sz="1100" b="0">
                <a:solidFill>
                  <a:srgbClr val="556175"/>
                </a:solidFill>
                <a:latin typeface="맑은 고딕"/>
                <a:ea typeface="맑은 고딕"/>
                <a:cs typeface="맑은 고딕"/>
              </a:rPr>
              <a:t>조건이 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시각으로 조회</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TimescaleDB의 표 tag_1s에는 값 하나가 시각, 설비, 태그 이름, 값의 한 행으로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서버가 멈춰도 보이도록 FUXA는 OT에서 지금의 값을, Grafana는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근거가 경보에 붙어 다닌다.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무엇을 하라는 내용과 함께 누가 승인했는지와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cmd-gateway는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 process만 만들어,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442050900108146250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엣지 게이트웨이가 값에 이름을 붙이고, 브로커 EMQX가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589991359517851528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값이 올라가는 길과 승인된 명령만 내려가는 길을 나눈 구조로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506824461817257116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400578573330164507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159116882018716463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649947850649433747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349935452403329664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268207489069573378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280788040743347439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6929373973011464611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2433122474481292279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