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브로커는 값을 갖고 있지 않으므로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cmd-gateway는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896608068931402474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643119760314519388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90499550652910351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64477703168965785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64477703168965785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281846712939911388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먼저 등록해 두지 않으면, 값을 보관하지 않는 브로커는 발행된 메시지를 넘길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맡아, connect-ingest는 계측값을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48855757667526762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설비와 태그 이름을 본문에 넣고 설비를 키로 두어, 한 토픽에 모인 값의 주인과 순서를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같은 설비의 값이 잰 순서대로 읽히게 한다.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49953888621050909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흐르는 값을 바로 읽어</a:t>
            </a:r>
          </a:p>
          <a:p>
            <a:pPr algn="ctr">
              <a:lnSpc>
                <a:spcPct val="110000"/>
              </a:lnSpc>
              <a:spcAft>
                <a:spcPts val="100"/>
              </a:spcAft>
            </a:pPr>
            <a:r>
              <a:rPr sz="1100" b="0">
                <a:solidFill>
                  <a:srgbClr val="556175"/>
                </a:solidFill>
                <a:latin typeface="맑은 고딕"/>
                <a:ea typeface="맑은 고딕"/>
                <a:cs typeface="맑은 고딕"/>
              </a:rPr>
              <a:t>조건이 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시각으로 조회</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 process만 만들어,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11685853095290373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66395584529385741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나눈 구조로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71544818172334921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484146332069694940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367376049581753286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188955966376446364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62388332640016525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195663842992104643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59114274925228577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280464623510017012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5018675043857465873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