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생긴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끝냅니다.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마치려면,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숫자라서 그 자체로는 무엇을 잰 것인지 알 수 없습니다. 엣지 게이트웨이는 이 숫자에 이름을 붙여 태그 값과 운전 상태로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보내는 쪽이 받는 쪽과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따라서 발행자는 구독자가 누구인지 몰라도 됩니다. 그림에서 흐리게 표시한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IT 쪽은 외부와 연결될 수 있어 침해될 가능성이 있고, OT는 설비를 직접 움직이기 때문에 잘못된 명령이 곧 사고로 이어집니다.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시점과 알아차리는 시점 사이에 간격이 생깁니다. 감지 서비스는 데이터가 기록되는 대로 하나씩 받아 조건과 비교합니다.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유온은 쿨러가 정상이어도 오를 수 있으므로, 유온만 높고 냉각 효율이 정상이면 이 경보는 울리지 않습니다. 다음으로 그래프에서 유온이 55 ℃를 넘은 11시 13분 4초와, 4초 뒤인 11시 13분 8초의 경보를 차례로 짚습니다. 그동안 조건이 계속 유지되는지 지켜본 것으로, 값이 잠깐 튀었다가 돌아오는 경우에는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다시 걸어야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발생한 뒤의 일은 Layer 7부터 9까지, 즉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검사를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 기록으로 남습니다. 유효 시간이 지난 명령은 버려지므로, 상황이 달라진 뒤에 뒤늦게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확인하는 내용이 달라 검사를 두 번 합니다. 먼저 왼쪽의 명령 관문은 명령의 형식, 유효 시간, 승인 기록, 운전 모드를 봅니다. 다음으로 오른쪽의 PLC는 설정값이 범위 안에 있는지, 현재 인터록에 걸려 있지 않은지를 확인한 뒤 설정값을 바꾸고 결과를 돌려보냅니다. 명령서에 문제가 없어도 현재 설비가 명령을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내려가는 데 걸린 시간입니다. 승인은 11시 14분 56초, 명령은 57초, 응답은 58초입니다. 관문과 PLC의 명령 검사도 이 사이에 끝났습니다. 검사를 두 번 거쳐도 명령이 내려가는 과정이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계측값으로 계산한 기울기입니다. 기울기가 0보다 크면 유온이 오르고 있다는 뜻이며, 앞에서 본 경보 조건의 세 번째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판단하지는 않습니다. 경보 이후의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수업에서는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882768077873544526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위험 수준에 이르면 설비 옆의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마모된다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안에 도착해야 하므로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636414953768633867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해당 토픽을 등록한</a:t>
            </a:r>
          </a:p>
          <a:p>
            <a:pPr algn="ctr">
              <a:lnSpc>
                <a:spcPct val="110000"/>
              </a:lnSpc>
              <a:spcAft>
                <a:spcPts val="400"/>
              </a:spcAft>
            </a:pPr>
            <a:r>
              <a:rPr sz="1350" b="0">
                <a:solidFill>
                  <a:srgbClr val="1F2A3A"/>
                </a:solidFill>
                <a:latin typeface="맑은 고딕"/>
                <a:ea typeface="맑은 고딕"/>
                <a:cs typeface="맑은 고딕"/>
              </a:rPr>
              <a:t>모든 구독자에게 전달한다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연결되는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손상된다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연결될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연결된다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337413064880774674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기록해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전달한다</a:t>
            </a:r>
          </a:p>
          <a:p>
            <a:pPr algn="l">
              <a:lnSpc>
                <a:spcPct val="110000"/>
              </a:lnSpc>
              <a:spcAft>
                <a:spcPts val="600"/>
              </a:spcAft>
            </a:pPr>
            <a:r>
              <a:rPr sz="1450" b="0">
                <a:solidFill>
                  <a:srgbClr val="1F2A3A"/>
                </a:solidFill>
                <a:latin typeface="맑은 고딕"/>
                <a:ea typeface="맑은 고딕"/>
                <a:cs typeface="맑은 고딕"/>
              </a:rPr>
              <a:t>• 나중에 연결된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처음부터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등이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시점과 알아차리는 시점 사이에 간격이 생긴다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조건과 비교한다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추세를 함께 보고 조건이 일정 시간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유지되자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지나간 데이터를 시각으로 찾아보도록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현재 상태를, 분석 화면은 IT에서 과거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현재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22504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현재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하나를 기준으로 삼는다</a:t>
            </a:r>
          </a:p>
          <a:p>
            <a:pPr algn="ctr">
              <a:lnSpc>
                <a:spcPct val="110000"/>
              </a:lnSpc>
              <a:spcAft>
                <a:spcPts val="400"/>
              </a:spcAft>
            </a:pPr>
            <a:r>
              <a:rPr sz="13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만들어지므로, 설비를 움직이는 결정은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판단하고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관문에서 검사를 거친 뒤에만 OT의 브로커를 거쳐 PLC에 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현재 설비 상태를 보고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범위 안인가</a:t>
            </a:r>
          </a:p>
          <a:p>
            <a:pPr algn="l">
              <a:lnSpc>
                <a:spcPct val="110000"/>
              </a:lnSpc>
              <a:spcAft>
                <a:spcPts val="600"/>
              </a:spcAft>
            </a:pPr>
            <a:r>
              <a:rPr sz="1450" b="0">
                <a:solidFill>
                  <a:srgbClr val="1F2A3A"/>
                </a:solidFill>
                <a:latin typeface="맑은 고딕"/>
                <a:ea typeface="맑은 고딕"/>
                <a:cs typeface="맑은 고딕"/>
              </a:rPr>
              <a:t>• 인터록: 현재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8745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설비 상태를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승인부터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응답한다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계측값으로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올라갈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106476201807818028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32986200435063640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판단하고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163892664919347698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46916916036014882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97797883198060049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664949827125452802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568985771338993195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761889929345951947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821050342028148987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510829429147503507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649842248691236155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