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789054100882138358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54237371636987389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805191023112970988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212700222272827722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618879743636036844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39591857843605081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665733617686897714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787640785573241071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714254521030365723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105542970877306377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827734858084047658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453977283958084962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490024274630491118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518753978878648359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