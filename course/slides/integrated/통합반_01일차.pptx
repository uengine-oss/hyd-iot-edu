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이렇게 중개 서버를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4.png"/><Relationship Id="rId4" Type="http://schemas.openxmlformats.org/officeDocument/2006/relationships/image" Target="../media/image6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4.png"/><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2.png"/><Relationship Id="rId4" Type="http://schemas.openxmlformats.org/officeDocument/2006/relationships/image" Target="../media/image32.png"/><Relationship Id="rId5"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4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85.png"/><Relationship Id="rId6" Type="http://schemas.openxmlformats.org/officeDocument/2006/relationships/image" Target="../media/image2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8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5.png"/><Relationship Id="rId4" Type="http://schemas.openxmlformats.org/officeDocument/2006/relationships/image" Target="../media/image88.png"/><Relationship Id="rId5" Type="http://schemas.openxmlformats.org/officeDocument/2006/relationships/image" Target="../media/image8.png"/><Relationship Id="rId6" Type="http://schemas.openxmlformats.org/officeDocument/2006/relationships/image" Target="../media/image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7.png"/><Relationship Id="rId4" Type="http://schemas.openxmlformats.org/officeDocument/2006/relationships/image" Target="../media/image22.png"/><Relationship Id="rId5" Type="http://schemas.openxmlformats.org/officeDocument/2006/relationships/image" Target="../media/image89.png"/><Relationship Id="rId6" Type="http://schemas.openxmlformats.org/officeDocument/2006/relationships/image" Target="../media/image5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90.png"/><Relationship Id="rId4" Type="http://schemas.openxmlformats.org/officeDocument/2006/relationships/image" Target="../media/image85.png"/><Relationship Id="rId5" Type="http://schemas.openxmlformats.org/officeDocument/2006/relationships/image" Target="../media/image9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1026914526582620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600510284727997732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324134562614096021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324134562614096021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17317428165562440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567304678006416827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42733479432125792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535630141950830400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원인후보.svg" descr="illust_62781435255964559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흩어진정보.svg" descr="illust_39473231774786331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노드관계.svg" descr="illust_568504163684751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관계.svg" descr="illust_345550708427413418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1.svg" descr="illust_24943962124657971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_2.svg" descr="illust_227354125028245725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경로_3.svg" descr="illust_62600870691773168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연결_설비쪽.svg" descr="illust_209901930275632846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pic>
        <p:nvPicPr>
          <p:cNvPr id="6" name="삽화:연결_진단쪽.svg" descr="illust_489740506893111994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