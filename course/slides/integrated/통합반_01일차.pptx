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단원에서는 하나의 사건을 따라갑니다. 유압 설비 HYD-01의 유온이 정상값인 48 ℃에서 오르기 시작하는 사건입니다. 그 값이 어디서 생기고, 어디에 쌓이고, 누가 알아차리는지 순서대로 살펴보며 각 자리를 왜 그렇게 설계했는지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자리는 Layer 1, 센서 네트워크와 설비입니다. 센서가 잰 값을 가장 먼저 받는 것은 설비 옆의 PLC입니다. PLC는 값을 읽어 설비를 제어하고, 값이 위험 수준에 이르면 인터록으로 설비를 세웁니다. 이 판단을 설비 옆에서 하는 까닭은 서버까지 다녀오는 동안 설비가 손상될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값은 주소에 담긴 숫자여서 그 자체로는 무슨 값인지 알 수 없습니다. 엣지 게이트웨이는 이 숫자에 이름을 붙여 태그 값과 운전 상태로 올려 보냅니다. 이 단원에서는 위쪽의 유온 TS1과 냉각 효율 CE를 따라가고,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토픽을 받습니다. 그림에서 흐린 부분은 아직 다루지 않은 구간입니다.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값을 보관하지 않으므로, 받는 쪽이 먼저 받고 싶은 토픽을 브로커에 등록합니다. 보내는 쪽은 값을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값은 OT에서 IT로만 옮겨지며, 반대 방향으로는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값을 옮겨 적는 곳은 Layer 3, 이벤트 백본의 이벤트 로그입니다. 브로커는 그 순간 구독 중인 쪽에 값을 전달한 뒤에는 보관하지 않습니다. 이벤트 로그는 값을 받은 순서대로 쌓아 두므로, 여러 서비스가 각자의 속도로 읽고 필요하면 처음부터 다시 읽을 수 있습니다. IT의 모든 서비스는 설비가 아니라 이 기록에서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값이 측정된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첫 번째 계층은 Layer 4, 스트림 처리입니다. 값이 저장소에 쌓인 다음에 조회하면 이상이 생긴 시점과 이를 알아차리는 시점 사이에 간격이 생깁니다. 감지 서비스는 값이 기록되는 대로 하나씩 받아 조건과 비교합니다. 끊임없이 들어오는 값을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값이 아니라 어떤 일이 일어났는지를 남긴 기록입니다. 식별자는 이 경보 한 건을 가리키고, 패턴은 쿨러 성능 저하 조건이 성립했음을 나타냅니다. 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두 번째 계층은 Layer 5, 시계열 저장소입니다. 감지는 흐르는 값에서 하지만, 지나간 값을 시각으로 찾아보려면 저장해 두어야 합니다. 각 값은 시각, 설비, 태그 이름, 값으로 구성된 한 행에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사람에게 보여 주는 자리는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값을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값의 경로를 한 줄로 펼쳐 놓은 것이 데이터 리니지입니다. 센서와 PLC가 만든 원천 데이터는 가공 데이터가 되고, 조건이 성립하면 이상 이벤트가 되며, 이를 바탕으로 판단 결과가 나옵니다. 설비를 움직인 판단이 어떤 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값이고, 아래쪽은 그 값들로 계산한 기울기입니다. 기울기가 0보다 크면 유온이 오르고 있다는 뜻이며, 앞에서 본 경보 조건의 셋째 항목이 바로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값을 모으고 이상을 알릴 뿐, 원인을 판단하지는 않습니다. 경보 이후의 일은 위의 세 계층이 맡습니다. Layer 7은 증상과 원인, 조치의 관계를 지식으로 보관하고, Layer 8의 에이전트는 그 지식과 값을 조회해 조치를 추천하며, Layer 9의 프로세스 엔진은 승인을 받아 실행합니다. 이 과정에서는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값은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7.png"/><Relationship Id="rId4" Type="http://schemas.openxmlformats.org/officeDocument/2006/relationships/image" Target="../media/image31.png"/><Relationship Id="rId5"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png"/><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2.png"/><Relationship Id="rId5"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9.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4.png"/><Relationship Id="rId4" Type="http://schemas.openxmlformats.org/officeDocument/2006/relationships/image" Target="../media/image48.png"/><Relationship Id="rId5" Type="http://schemas.openxmlformats.org/officeDocument/2006/relationships/image" Target="../media/image4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49.png"/><Relationship Id="rId6" Type="http://schemas.openxmlformats.org/officeDocument/2006/relationships/image" Target="../media/image40.png"/><Relationship Id="rId7" Type="http://schemas.openxmlformats.org/officeDocument/2006/relationships/image" Target="../media/image3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2.png"/><Relationship Id="rId4" Type="http://schemas.openxmlformats.org/officeDocument/2006/relationships/image" Target="../media/image4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1.png"/><Relationship Id="rId4" Type="http://schemas.openxmlformats.org/officeDocument/2006/relationships/image" Target="../media/image42.png"/><Relationship Id="rId5"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53.png"/><Relationship Id="rId5" Type="http://schemas.openxmlformats.org/officeDocument/2006/relationships/image" Target="../media/image35.png"/><Relationship Id="rId6" Type="http://schemas.openxmlformats.org/officeDocument/2006/relationships/image" Target="../media/image5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5.png"/><Relationship Id="rId4" Type="http://schemas.openxmlformats.org/officeDocument/2006/relationships/image" Target="../media/image52.png"/><Relationship Id="rId5" Type="http://schemas.openxmlformats.org/officeDocument/2006/relationships/image" Target="../media/image50.png"/><Relationship Id="rId6" Type="http://schemas.openxmlformats.org/officeDocument/2006/relationships/image" Target="../media/image42.png"/><Relationship Id="rId7" Type="http://schemas.openxmlformats.org/officeDocument/2006/relationships/image" Target="../media/image5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7.png"/><Relationship Id="rId7" Type="http://schemas.openxmlformats.org/officeDocument/2006/relationships/image" Target="../media/image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image" Target="../media/image5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1.png"/><Relationship Id="rId4" Type="http://schemas.openxmlformats.org/officeDocument/2006/relationships/image" Target="../media/image63.png"/><Relationship Id="rId5" Type="http://schemas.openxmlformats.org/officeDocument/2006/relationships/image" Target="../media/image1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64.png"/><Relationship Id="rId5" Type="http://schemas.openxmlformats.org/officeDocument/2006/relationships/image" Target="../media/image6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4.png"/><Relationship Id="rId4" Type="http://schemas.openxmlformats.org/officeDocument/2006/relationships/image" Target="../media/image5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4.png"/><Relationship Id="rId4" Type="http://schemas.openxmlformats.org/officeDocument/2006/relationships/image" Target="../media/image6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7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71.png"/><Relationship Id="rId4" Type="http://schemas.openxmlformats.org/officeDocument/2006/relationships/image" Target="../media/image66.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4.png"/><Relationship Id="rId4" Type="http://schemas.openxmlformats.org/officeDocument/2006/relationships/image" Target="../media/image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2.png"/><Relationship Id="rId4" Type="http://schemas.openxmlformats.org/officeDocument/2006/relationships/image" Target="../media/image32.png"/><Relationship Id="rId5" Type="http://schemas.openxmlformats.org/officeDocument/2006/relationships/image" Target="../media/image1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37.png"/><Relationship Id="rId4" Type="http://schemas.openxmlformats.org/officeDocument/2006/relationships/image" Target="../media/image65.png"/><Relationship Id="rId5" Type="http://schemas.openxmlformats.org/officeDocument/2006/relationships/image" Target="../media/image3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7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4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8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28.png"/><Relationship Id="rId4" Type="http://schemas.openxmlformats.org/officeDocument/2006/relationships/image" Target="../media/image46.png"/><Relationship Id="rId5" Type="http://schemas.openxmlformats.org/officeDocument/2006/relationships/image" Target="../media/image85.png"/><Relationship Id="rId6" Type="http://schemas.openxmlformats.org/officeDocument/2006/relationships/image" Target="../media/image2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87.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35.png"/><Relationship Id="rId4" Type="http://schemas.openxmlformats.org/officeDocument/2006/relationships/image" Target="../media/image88.png"/><Relationship Id="rId5" Type="http://schemas.openxmlformats.org/officeDocument/2006/relationships/image" Target="../media/image8.png"/><Relationship Id="rId6" Type="http://schemas.openxmlformats.org/officeDocument/2006/relationships/image" Target="../media/image6.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77.png"/><Relationship Id="rId4" Type="http://schemas.openxmlformats.org/officeDocument/2006/relationships/image" Target="../media/image22.png"/><Relationship Id="rId5" Type="http://schemas.openxmlformats.org/officeDocument/2006/relationships/image" Target="../media/image89.png"/><Relationship Id="rId6" Type="http://schemas.openxmlformats.org/officeDocument/2006/relationships/image" Target="../media/image5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90.png"/><Relationship Id="rId4" Type="http://schemas.openxmlformats.org/officeDocument/2006/relationships/image" Target="../media/image85.png"/><Relationship Id="rId5" Type="http://schemas.openxmlformats.org/officeDocument/2006/relationships/image" Target="../media/image9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29844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656003707718800032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190723557207300424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상승하는 사건을 따라가며 값이 거치는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경보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설비_유압파워팩.svg" descr="illust_486871456871698761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486871456871698761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설비 옆에 두는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값을 서버로 보내 판단을 받고 명령이 돌아오기까지는 시간이 걸리며, 그 사이에 설비가 상할 수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제어기에 든 숫자는 그대로는 무슨 값인지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값</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값을 읽어 이름과 형식을 갖춘 메시지로 바꾸는 자리이다. 이 역할에는 EdgeX Foundry 같은 것이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709708608238869948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값을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834902158306354735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전달하고 나면 값을 갖고 있지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값의 주인을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값이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값에서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값이 쌓인 뒤에 살피면 늦으므로, 감지 서비스는 이벤트 로그에 흐르는 값을 즉시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저장소에 쌓인 다음 때맞춰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값을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값을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값을 시각으로 찾아보려고, 시계열 저장소는 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19833"/>
            <a:ext cx="6766560" cy="354304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56992"/>
            <a:ext cx="6400800" cy="326872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21983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00848"/>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8186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값을 쌓고 조회하는 데이터베이스이다. 이 역할에는 TimescaleDB 같은 것이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값을, 분석 화면은 IT에서 지나온 값을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수행할 작업과 함께 누가 승인했는지, 언제까지 유효한지가 담겨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최초의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계층_0_전체.svg" descr="illust_892631989878456877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이후 원인을 판단하고 조치를 정해 실행하는 일은 Layer 7~9가 맡으며, 이 과정에서는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계층_L7-9.svg" descr="illust_33446582745741043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유지하고, 값이 올라가는 길과 승인된 명령만 내려가는 길을 나누어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값과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원인후보.svg" descr="illust_794528416654209748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pic>
        <p:nvPicPr>
          <p:cNvPr id="6" name="삽화:흩어진정보.svg" descr="illust_283729371966023783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노드관계.svg" descr="illust_654272515966882689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관계.svg" descr="illust_24762722269218462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pic>
        <p:nvPicPr>
          <p:cNvPr id="6" name="삽화:경로_1.svg" descr="illust_748540784137165552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경로_2.svg" descr="illust_551875550165924070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pic>
        <p:nvPicPr>
          <p:cNvPr id="6" name="삽화:경로_3.svg" descr="illust_240820215491816285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연결_설비쪽.svg" descr="illust_2671749919949142643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pic>
        <p:nvPicPr>
          <p:cNvPr id="6" name="삽화:연결_진단쪽.svg" descr="illust_4904161396660770016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