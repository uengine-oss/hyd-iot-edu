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부하가 커도 오르므로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설비로 내려가는 길을 늘리지 않으려고 읽기 전용으로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86295955435254603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87654705895207828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31372973609845039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75728556950236589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75728556950236589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19617862272725296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485115561710437509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288845714665273818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212034964543072967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1673058368430677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5001552403849696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35616585611317416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848387100236479279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5502647357917564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4844893275811911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28413543818279313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76754944788973350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3378309737841744058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660686094961373018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