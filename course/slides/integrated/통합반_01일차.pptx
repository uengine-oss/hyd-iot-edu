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마치려면,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숫자라서 그 자체로는 무엇을 잰 것인지 알 수 없습니다. 엣지 게이트웨이는 이 숫자에 이름을 붙여 태그 값과 운전 상태로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보내는 쪽이 받는 쪽과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따라서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IT 쪽은 외부와 연결될 수 있어 침해될 가능성이 있고, OT는 설비를 직접 움직이기 때문에 잘못된 명령이 곧 사고로 이어집니다.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시점과 알아차리는 시점 사이에 간격이 생깁니다. 감지 서비스는 데이터가 기록되는 대로 하나씩 받아 조건과 비교합니다.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유온은 쿨러가 정상이어도 오를 수 있으므로, 유온만 높고 냉각 효율이 정상이면 이 경보는 울리지 않습니다. 다음으로 그래프에서 유온이 55 ℃를 넘은 11시 13분 4초와, 4초 뒤인 11시 13분 8초의 경보를 차례로 짚습니다. 그동안 조건이 계속 유지되는지 지켜본 것으로, 값이 잠깐 튀었다가 돌아오는 경우에는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다시 걸어야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달라 검사를 두 번 합니다. 먼저 왼쪽의 명령 관문은 명령의 형식, 유효 시간, 승인 기록, 운전 모드를 봅니다. 다음으로 오른쪽의 PLC는 설정값이 범위 안에 있는지, 현재 인터록에 걸려 있지 않은지를 확인한 뒤 설정값을 바꾸고 결과를 돌려보냅니다. 명령서에 문제가 없어도 현재 설비가 명령을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관문과 PLC의 명령 검사도 이 사이에 끝났습니다.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239047151881138683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안에 도착해야 하므로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뜻을 알 수 없는 제어기 숫자에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714701238483658846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해당 토픽을 등록한</a:t>
            </a:r>
          </a:p>
          <a:p>
            <a:pPr algn="ctr">
              <a:lnSpc>
                <a:spcPct val="110000"/>
              </a:lnSpc>
              <a:spcAft>
                <a:spcPts val="400"/>
              </a:spcAft>
            </a:pPr>
            <a:r>
              <a:rPr sz="1350" b="0">
                <a:solidFill>
                  <a:srgbClr val="1F2A3A"/>
                </a:solidFill>
                <a:latin typeface="맑은 고딕"/>
                <a:ea typeface="맑은 고딕"/>
                <a:cs typeface="맑은 고딕"/>
              </a:rPr>
              <a:t>모든 구독자에게 전달한다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연결되는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손상된다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연결될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연결된다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806366195831330504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브로커가 남기지 않는 데이터를 이벤트 로그가 수신 순서대로 기록해,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전달한다</a:t>
            </a:r>
          </a:p>
          <a:p>
            <a:pPr algn="l">
              <a:lnSpc>
                <a:spcPct val="110000"/>
              </a:lnSpc>
              <a:spcAft>
                <a:spcPts val="600"/>
              </a:spcAft>
            </a:pPr>
            <a:r>
              <a:rPr sz="1450" b="0">
                <a:solidFill>
                  <a:srgbClr val="1F2A3A"/>
                </a:solidFill>
                <a:latin typeface="맑은 고딕"/>
                <a:ea typeface="맑은 고딕"/>
                <a:cs typeface="맑은 고딕"/>
              </a:rPr>
              <a:t>• 나중에 연결된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처음부터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등이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간격이 생긴다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추세를 함께 보고 조건이 일정 시간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 정지에도 OT에서 현재 상태를,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현재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22504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현재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하나를 기준으로 삼는다</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판단하고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거쳐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현재 설비 상태를 보고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범위 안인가</a:t>
            </a:r>
          </a:p>
          <a:p>
            <a:pPr algn="l">
              <a:lnSpc>
                <a:spcPct val="110000"/>
              </a:lnSpc>
              <a:spcAft>
                <a:spcPts val="600"/>
              </a:spcAft>
            </a:pPr>
            <a:r>
              <a:rPr sz="1450" b="0">
                <a:solidFill>
                  <a:srgbClr val="1F2A3A"/>
                </a:solidFill>
                <a:latin typeface="맑은 고딕"/>
                <a:ea typeface="맑은 고딕"/>
                <a:cs typeface="맑은 고딕"/>
              </a:rPr>
              <a:t>• 인터록: 현재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올라갈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674113711530864830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69046651883776955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578065765591703899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8553697633719494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293023460151682341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847721101439224654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193938874219259051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488490439897647321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730149978313495040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84735388619580906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155006872641012776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