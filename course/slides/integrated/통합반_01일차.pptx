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295049886381915983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336149057653817946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599579206232911650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111750186361555332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399066008865171952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99078361465389875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2765931847434799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377160359783501579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208121150367006287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428173969879210944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766636714404007153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646393543811371043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266964879550035256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555773135496198130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