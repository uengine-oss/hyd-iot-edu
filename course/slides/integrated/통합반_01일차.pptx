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문서가 읽기 쉬운 모양으로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말해서 받아 적게 해도 됩니다. 정해진 형식은 없습니다. 처음에는 한 가지를 깊이 파기보다 아는 범위를 넓게 훑으며 쭉 써 봅니다. 그러면 틀린 곳, 횡설수설한 곳, 막혀서 더 쓰지 못하는 곳이 드러납니다.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정의를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계측값을 읽어 설비를 제어하며, 관제 화면은 계측값을 보여 주고 조작을 받습니다. 이 단원에서는 그다음을 다룹니다. 그 데이터를 모으고 판단해 조치로 잇는 시스템의 구조와,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마칩니다. 같은 판단을 서버에 맡기면 데이터를 주고받는 데만 1초 안팎이 걸리고, 그사이 통신이 끊길 수도 있습니다. 그래서 설비를 지키는 판단만큼은 설비 옆의 PLC가 맡아 인터록으로 설비를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 배울 내용을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모양으로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깊이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만들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300223185797790672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 이르면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먼저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서버와 데이터를 주고받으면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마친다.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상할 수 있는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782897019875901144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346083876720196494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778718864772966098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511801202249621835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216474792688184799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588411275020322609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61925548891210411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269850301163605325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545256564773918567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82599787038578615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347418732637203562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705551374800581597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469928564320111972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