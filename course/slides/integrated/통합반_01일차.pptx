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단원은 사건 하나를 따라갑니다. 유압 설비 HYD-01의 유온이 정상값인 48 ℃에서 오르기 시작하는 사건입니다. 그 값이 어디서 생기고, 어디에 쌓이고, 누가 알아차리는지 순서대로 살펴보며 각 자리를 왜 그렇게 설계했는지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자리는 Layer 1, 센서 네트워크와 설비입니다. 센서가 잰 값을 가장 먼저 받는 것은 설비 옆의 PLC입니다. PLC는 값을 읽어 설비를 제어하고, 값이 위험 수준에 이르면 인터록으로 설비를 세웁니다. 이 판단을 설비 옆에서 하는 까닭은 서버까지 다녀오는 동안 설비가 손상될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값은 주소에 담긴 숫자여서 그 자체로는 무슨 값인지 알 수 없습니다. 엣지 게이트웨이는 이 숫자에 이름을 붙여 태그 값과 운전 상태로 올려 보냅니다. 이 단원에서는 위쪽의 유온 TS1과 냉각 효율 CE를 따라가고,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이렇게 중개 서버를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토픽을 받습니다. 그림에서 흐린 부분은 아직 다루지 않은 구간입니다.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값을 보관하지 않으므로, 받는 쪽이 먼저 받고 싶은 토픽을 브로커에 등록합니다. 보내는 쪽은 값을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값은 OT에서 IT로만 옮겨지며, 반대 방향으로는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곳은 Layer 3, 이벤트 백본의 이벤트 로그입니다. 브로커는 그 순간 구독 중인 쪽에 값을 전달한 뒤에는 보관하지 않습니다. 이벤트 로그는 값을 받은 순서대로 쌓아 두므로, 여러 서비스가 각자의 속도로 읽고 필요하면 처음부터 다시 읽을 수 있습니다.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값이 측정된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계층은 Layer 4, 스트림 처리입니다. 값이 저장소에 쌓인 다음에 조회하면 이상이 생긴 때와 알아차리는 때 사이가 벌어집니다. 감지 서비스는 값이 기록되는 대로 하나씩 받아 조건에 견줍니다. 끊임없이 들어오는 값을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어떤 일이 일어났는지를 남긴 기록입니다. 식별자는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계층은 Layer 5, 시계열 저장소입니다. 감지는 흐르는 값에서 하지만, 지나간 값을 시각으로 찾아보려면 저장해 두어야 합니다. 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자리는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값을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값의 경로를 한 줄로 펼쳐 놓은 것이 데이터 리니지입니다. 센서와 PLC가 만든 원천 데이터는 가공 데이터가 되고, 조건이 성립하면 이상 이벤트가 되며, 이를 바탕으로 판단 결과가 나옵니다. 설비를 움직인 판단이 어떤 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값이고, 아래쪽은 그 값들로 계산한 기울기입니다. 기울기가 0보다 크면 유온이 오르고 있다는 뜻이며, 앞에서 본 경보 조건의 셋째 항목이 바로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가리지는 않습니다. 경보 뒤의 일은 위의 세 계층이 맡습니다. Layer 7은 증상과 원인, 조치의 관계를 지식으로 보관하고, Layer 8의 에이전트는 그 지식과 값을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값은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1.png"/><Relationship Id="rId5"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2.png"/><Relationship Id="rId5"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4.png"/><Relationship Id="rId4" Type="http://schemas.openxmlformats.org/officeDocument/2006/relationships/image" Target="../media/image48.png"/><Relationship Id="rId5" Type="http://schemas.openxmlformats.org/officeDocument/2006/relationships/image" Target="../media/image4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49.png"/><Relationship Id="rId6" Type="http://schemas.openxmlformats.org/officeDocument/2006/relationships/image" Target="../media/image40.png"/><Relationship Id="rId7" Type="http://schemas.openxmlformats.org/officeDocument/2006/relationships/image" Target="../media/image3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2.png"/><Relationship Id="rId4" Type="http://schemas.openxmlformats.org/officeDocument/2006/relationships/image" Target="../media/image4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42.png"/><Relationship Id="rId5"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53.png"/><Relationship Id="rId5" Type="http://schemas.openxmlformats.org/officeDocument/2006/relationships/image" Target="../media/image35.png"/><Relationship Id="rId6"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5.png"/><Relationship Id="rId4" Type="http://schemas.openxmlformats.org/officeDocument/2006/relationships/image" Target="../media/image52.png"/><Relationship Id="rId5" Type="http://schemas.openxmlformats.org/officeDocument/2006/relationships/image" Target="../media/image50.png"/><Relationship Id="rId6" Type="http://schemas.openxmlformats.org/officeDocument/2006/relationships/image" Target="../media/image42.png"/><Relationship Id="rId7" Type="http://schemas.openxmlformats.org/officeDocument/2006/relationships/image" Target="../media/image5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7.png"/><Relationship Id="rId7" Type="http://schemas.openxmlformats.org/officeDocument/2006/relationships/image" Target="../media/image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31.png"/><Relationship Id="rId4" Type="http://schemas.openxmlformats.org/officeDocument/2006/relationships/image" Target="../media/image63.png"/><Relationship Id="rId5" Type="http://schemas.openxmlformats.org/officeDocument/2006/relationships/image" Target="../media/image1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23.png"/><Relationship Id="rId4" Type="http://schemas.openxmlformats.org/officeDocument/2006/relationships/image" Target="../media/image64.png"/><Relationship Id="rId5" Type="http://schemas.openxmlformats.org/officeDocument/2006/relationships/image" Target="../media/image6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64.png"/><Relationship Id="rId4" Type="http://schemas.openxmlformats.org/officeDocument/2006/relationships/image" Target="../media/image5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24.png"/><Relationship Id="rId4" Type="http://schemas.openxmlformats.org/officeDocument/2006/relationships/image" Target="../media/image6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8.png"/><Relationship Id="rId4" Type="http://schemas.openxmlformats.org/officeDocument/2006/relationships/image" Target="../media/image66.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50.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71.png"/><Relationship Id="rId4" Type="http://schemas.openxmlformats.org/officeDocument/2006/relationships/image" Target="../media/image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2.png"/><Relationship Id="rId4" Type="http://schemas.openxmlformats.org/officeDocument/2006/relationships/image" Target="../media/image7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9.png"/><Relationship Id="rId4" Type="http://schemas.openxmlformats.org/officeDocument/2006/relationships/image" Target="../media/image32.png"/><Relationship Id="rId5" Type="http://schemas.openxmlformats.org/officeDocument/2006/relationships/image" Target="../media/image1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37.png"/><Relationship Id="rId4" Type="http://schemas.openxmlformats.org/officeDocument/2006/relationships/image" Target="../media/image65.png"/><Relationship Id="rId5" Type="http://schemas.openxmlformats.org/officeDocument/2006/relationships/image" Target="../media/image3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4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35.png"/><Relationship Id="rId4" Type="http://schemas.openxmlformats.org/officeDocument/2006/relationships/image" Target="../media/image84.png"/><Relationship Id="rId5" Type="http://schemas.openxmlformats.org/officeDocument/2006/relationships/image" Target="../media/image8.png"/><Relationship Id="rId6" Type="http://schemas.openxmlformats.org/officeDocument/2006/relationships/image" Target="../media/image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74.png"/><Relationship Id="rId4" Type="http://schemas.openxmlformats.org/officeDocument/2006/relationships/image" Target="../media/image22.png"/><Relationship Id="rId5" Type="http://schemas.openxmlformats.org/officeDocument/2006/relationships/image" Target="../media/image85.png"/><Relationship Id="rId6" Type="http://schemas.openxmlformats.org/officeDocument/2006/relationships/image" Target="../media/image50.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29844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151840597331494458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46743420496636418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경보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설비_유압파워팩.svg" descr="illust_58448703437709593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58448703437709593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274020388237809820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값을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153632760922057730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값이 쌓인 뒤에 살피면 늦으므로, 감지 서비스는 이벤트 로그에 흐르는 값을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계층_0_전체.svg" descr="illust_66075207631245632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계층_L7-9.svg" descr="illust_317850011198703556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원인후보.svg" descr="illust_351853144382809869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pic>
        <p:nvPicPr>
          <p:cNvPr id="6" name="삽화:흩어진정보.svg" descr="illust_873660054742538958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노드관계.svg" descr="illust_326663167975437037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관계.svg" descr="illust_776802838842720811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경로_1.svg" descr="illust_172916144403527793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경로_2.svg" descr="illust_553375159650071062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pic>
        <p:nvPicPr>
          <p:cNvPr id="6" name="삽화:경로_3.svg" descr="illust_637046466071718346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pic>
        <p:nvPicPr>
          <p:cNvPr id="6" name="삽화:연결_설비쪽.svg" descr="illust_6555288533178339778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연결_진단쪽.svg" descr="illust_6947912781762698946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