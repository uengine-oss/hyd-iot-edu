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목표는 네 가지입니다. 강의에 들어가기 앞서 배운 것을 자산으로 남기는 방법을 익히고 개인 학습노트를 만듭니다. 그다음 제조 설비에서 AI의 판단과 조치까지 이어지는 HYD 시스템의 구조와 계층, 데이터 흐름을 봅니다. 실행 환경을 올려 설비 이상 한 건이 처리되는 흐름을 포털에서 따라간 뒤, 이 시스템이 돌아가려면 왜 온톨로지가 먼저 필요한지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image" Target="../media/image34.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28.png"/><Relationship Id="rId6"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37.png"/><Relationship Id="rId7"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8.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17.png"/><Relationship Id="rId7"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60.png"/><Relationship Id="rId5"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8.png"/><Relationship Id="rId4" Type="http://schemas.openxmlformats.org/officeDocument/2006/relationships/image" Target="../media/image6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6.png"/><Relationship Id="rId4" Type="http://schemas.openxmlformats.org/officeDocument/2006/relationships/image" Target="../media/image64.png"/><Relationship Id="rId5" Type="http://schemas.openxmlformats.org/officeDocument/2006/relationships/image" Target="../media/image36.png"/><Relationship Id="rId6" Type="http://schemas.openxmlformats.org/officeDocument/2006/relationships/image" Target="../media/image57.png"/><Relationship Id="rId7"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9.png"/><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7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7.png"/><Relationship Id="rId4" Type="http://schemas.openxmlformats.org/officeDocument/2006/relationships/image" Target="../media/image25.png"/><Relationship Id="rId5" Type="http://schemas.openxmlformats.org/officeDocument/2006/relationships/image" Target="../media/image1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0.png"/><Relationship Id="rId4" Type="http://schemas.openxmlformats.org/officeDocument/2006/relationships/image" Target="../media/image63.png"/><Relationship Id="rId5"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4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8.png"/><Relationship Id="rId4" Type="http://schemas.openxmlformats.org/officeDocument/2006/relationships/image" Target="../media/image82.png"/><Relationship Id="rId5" Type="http://schemas.openxmlformats.org/officeDocument/2006/relationships/image" Target="../media/image8.png"/><Relationship Id="rId6" Type="http://schemas.openxmlformats.org/officeDocument/2006/relationships/image" Target="../media/image8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2.png"/><Relationship Id="rId4" Type="http://schemas.openxmlformats.org/officeDocument/2006/relationships/image" Target="../media/image36.png"/><Relationship Id="rId5" Type="http://schemas.openxmlformats.org/officeDocument/2006/relationships/image" Target="../media/image84.png"/><Relationship Id="rId6" Type="http://schemas.openxmlformats.org/officeDocument/2006/relationships/image" Target="../media/image4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시스템의 구조와 데이터 흐름, 온톨로지가 먼저 필요한 까닭</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기록하는 틀을 세우고, HYD 시스템의 구조와 흐름을 따라가 온톨로지가 먼저 필요한 까닭을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것을 자신의 문장으로 기록해 자산으로 만드는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배우는 것을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구조와 데이터 흐름</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구조와 계층을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아키텍처</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올리고 설비 이상 한 건을 실제로 처리한다</a:t>
            </a:r>
          </a:p>
          <a:p>
            <a:pPr algn="l">
              <a:lnSpc>
                <a:spcPct val="110000"/>
              </a:lnSpc>
              <a:spcAft>
                <a:spcPts val="400"/>
              </a:spcAft>
            </a:pPr>
            <a:r>
              <a:rPr sz="1350" b="0">
                <a:solidFill>
                  <a:srgbClr val="1F2A3A"/>
                </a:solidFill>
                <a:latin typeface="맑은 고딕"/>
                <a:ea typeface="맑은 고딕"/>
                <a:cs typeface="맑은 고딕"/>
              </a:rPr>
              <a:t>• 경보에서 조치까지의 흐름을 포털에서 눈으로 따라간다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돌아가려면 왜 온톨로지가 먼저 있어야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자신의 문장으로 남겨 다시 쓰는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시스템의 구조와 계층과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578794091267784797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_유압파워팩.svg" descr="illust_578794091267784797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리니지_1_MQTT.svg" descr="illust_697585090524027357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리니지_2_DMZ.svg" descr="illust_343145457881718640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0_전체.svg" descr="illust_789719208182481417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계층_L7-9.svg" descr="illust_797887621310879599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원인후보.svg" descr="illust_276498253178535873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흩어진정보.svg" descr="illust_416381855066180207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노드관계.svg" descr="illust_20485235015779253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관계.svg" descr="illust_24903426593133251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1.svg" descr="illust_914022733752640350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2.svg" descr="illust_73092928190167993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경로_3.svg" descr="illust_496636082719789852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설비쪽.svg" descr="illust_811662230597551252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연결_진단쪽.svg" descr="illust_443406609005152073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