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1469922029791317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907893918946215185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1063787996698423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115651689241423853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115651689241423853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516965811251206689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77667510703942611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137086547680779151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50699864607833064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183949508802771051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892840023267974406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584131169989863170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488121873440853057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353211851379263481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914885047552767120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21719978516114550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85936307207377792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4182022707841494842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783607399155676953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