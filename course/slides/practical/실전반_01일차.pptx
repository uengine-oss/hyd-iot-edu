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이렇게 중개 서버를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4.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png"/><Relationship Id="rId4" Type="http://schemas.openxmlformats.org/officeDocument/2006/relationships/image" Target="../media/image32.png"/><Relationship Id="rId5"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85.png"/><Relationship Id="rId6" Type="http://schemas.openxmlformats.org/officeDocument/2006/relationships/image" Target="../media/image2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8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88.png"/><Relationship Id="rId5" Type="http://schemas.openxmlformats.org/officeDocument/2006/relationships/image" Target="../media/image8.png"/><Relationship Id="rId6" Type="http://schemas.openxmlformats.org/officeDocument/2006/relationships/image" Target="../media/image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7.png"/><Relationship Id="rId4" Type="http://schemas.openxmlformats.org/officeDocument/2006/relationships/image" Target="../media/image22.png"/><Relationship Id="rId5" Type="http://schemas.openxmlformats.org/officeDocument/2006/relationships/image" Target="../media/image89.png"/><Relationship Id="rId6" Type="http://schemas.openxmlformats.org/officeDocument/2006/relationships/image" Target="../media/image5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0.png"/><Relationship Id="rId4" Type="http://schemas.openxmlformats.org/officeDocument/2006/relationships/image" Target="../media/image85.png"/><Relationship Id="rId5" Type="http://schemas.openxmlformats.org/officeDocument/2006/relationships/image" Target="../media/image9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253220731395742317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24683339805641849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869604014879969466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869604014879969466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670173326228758764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54061164103373049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762857539586059150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93032319679439077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원인후보.svg" descr="illust_806129005768462976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흩어진정보.svg" descr="illust_9305045926247170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노드관계.svg" descr="illust_85061258161795419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관계.svg" descr="illust_697126411835856674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1.svg" descr="illust_1309972838687504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_2.svg" descr="illust_80919015641880207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경로_3.svg" descr="illust_79962349301168095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연결_설비쪽.svg" descr="illust_830153707132695153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연결_진단쪽.svg" descr="illust_5263214276364331832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