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이렇게 중개 서버를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4.png"/><Relationship Id="rId4" Type="http://schemas.openxmlformats.org/officeDocument/2006/relationships/image" Target="../media/image5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24.png"/><Relationship Id="rId4" Type="http://schemas.openxmlformats.org/officeDocument/2006/relationships/image" Target="../media/image66.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8.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50.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2.png"/><Relationship Id="rId4" Type="http://schemas.openxmlformats.org/officeDocument/2006/relationships/image" Target="../media/image7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69.png"/><Relationship Id="rId4" Type="http://schemas.openxmlformats.org/officeDocument/2006/relationships/image" Target="../media/image32.png"/><Relationship Id="rId5" Type="http://schemas.openxmlformats.org/officeDocument/2006/relationships/image" Target="../media/image1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6.png"/><Relationship Id="rId4" Type="http://schemas.openxmlformats.org/officeDocument/2006/relationships/image" Target="../media/image77.png"/><Relationship Id="rId5" Type="http://schemas.openxmlformats.org/officeDocument/2006/relationships/image" Target="../media/image4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0.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35.png"/><Relationship Id="rId4" Type="http://schemas.openxmlformats.org/officeDocument/2006/relationships/image" Target="../media/image84.png"/><Relationship Id="rId5" Type="http://schemas.openxmlformats.org/officeDocument/2006/relationships/image" Target="../media/image8.png"/><Relationship Id="rId6" Type="http://schemas.openxmlformats.org/officeDocument/2006/relationships/image" Target="../media/image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4.png"/><Relationship Id="rId4" Type="http://schemas.openxmlformats.org/officeDocument/2006/relationships/image" Target="../media/image22.png"/><Relationship Id="rId5" Type="http://schemas.openxmlformats.org/officeDocument/2006/relationships/image" Target="../media/image85.png"/><Relationship Id="rId6" Type="http://schemas.openxmlformats.org/officeDocument/2006/relationships/image" Target="../media/image50.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51628633224037912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731775754960996637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774005794692217369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774005794692217369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184872412418977925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71506179696195121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207378954075160922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781229456387607400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원인후보.svg" descr="illust_58175448751186894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pic>
        <p:nvPicPr>
          <p:cNvPr id="6" name="삽화:흩어진정보.svg" descr="illust_815279005026037790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노드관계.svg" descr="illust_106796069522905985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관계.svg" descr="illust_686218136869381883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경로_1.svg" descr="illust_777992415609215538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경로_2.svg" descr="illust_61993316701525603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3.svg" descr="illust_20499958851741432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연결_설비쪽.svg" descr="illust_7204437947166145456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연결_진단쪽.svg" descr="illust_1888311501384392931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