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브로커는 값을 갖고 있지 않으므로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cmd-gateway는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51939665064646433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408195468190718020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609824008122149442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751255702069531697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751255702069531697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10850566618544953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먼저 등록해 두지 않으면, 값을 보관하지 않는 브로커는 발행된 메시지를 넘길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맡아, connect-ingest는 계측값을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736257519454514027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501050142021095684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흐르는 값을 바로 읽어</a:t>
            </a:r>
          </a:p>
          <a:p>
            <a:pPr algn="ctr">
              <a:lnSpc>
                <a:spcPct val="110000"/>
              </a:lnSpc>
              <a:spcAft>
                <a:spcPts val="100"/>
              </a:spcAft>
            </a:pPr>
            <a:r>
              <a:rPr sz="1100" b="0">
                <a:solidFill>
                  <a:srgbClr val="556175"/>
                </a:solidFill>
                <a:latin typeface="맑은 고딕"/>
                <a:ea typeface="맑은 고딕"/>
                <a:cs typeface="맑은 고딕"/>
              </a:rPr>
              <a:t>조건이 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시각으로 조회</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 process만 만들어,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43700514971111151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210675185859714047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나눈 구조로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89967891179413500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28791140702114650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58341309905479096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56567816295947826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15948894078895178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61741327608629100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112243369114305284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4805309408667011287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426847198675411929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