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갖춰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실습이 이어지면서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담길 틀입니다. 노션으로 과정 홈과 세 구획, 학습노트 데이터베이스를 만들고 첫 기록 한 건을 넣습니다. 데이터베이스를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그다음을 다룹니다. 그 값이 어디에 쌓이고, 판단과 조치로 어떻게 이어지는지입니다.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단원은 사건 하나를 따라갑니다. 유압 설비 HYD-01의 유온이 정상값인 48 ℃에서 오르기 시작하는 사건입니다. 그 값이 어디서 생기고, 어디에 쌓이고, 누가 알아차리는지를 차례로 보면서, 자리마다 왜 그렇게 설계했는지를 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처음 생기는 자리는 Layer 1, 센서 네트워크와 설비입니다. 센서가 잰 값을 가장 먼저 받는 것은 설비 옆의 PLC입니다. PLC는 값을 읽어 설비를 제어하고, 값이 위험 수준에 이르면 인터록으로 설비를 세웁니다. 이 판단을 설비 옆에서 끝내는 까닭은, 값이 서버까지 다녀오는 사이에 설비가 손상될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값은 주소에 담긴 숫자여서 그 자체로는 무슨 값인지 알 수 없습니다. 엣지 게이트웨이는 이 숫자에 이름을 붙여 태그 값과 운전 상태로 올려 보냅니다. 이 단원에서는 위쪽의 유온 TS1과 냉각 효율 CE를 따라가고,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그래서 발행자는 구독자가 누구인지 몰라도 됩니다. 그림에서 흐리게 그린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값을 보관하지 않으므로, 받는 쪽이 먼저 받고 싶은 토픽을 브로커에 등록합니다. 보내는 쪽은 값을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값은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값을 옮겨 적는 곳은 Layer 3, 이벤트 백본의 이벤트 로그입니다. 브로커는 그 순간 구독 중인 쪽에 값을 전달한 뒤에는 보관하지 않습니다. 이벤트 로그는 값을 받은 순서대로 쌓아 두므로, 여러 서비스가 각자의 속도로 읽고 필요하면 처음부터 다시 읽을 수 있습니다. IT의 모든 서비스는 설비가 아니라 이 기록에서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값이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첫 번째 계층은 Layer 4, 스트림 처리입니다. 값이 저장소에 쌓인 다음에 조회하면 이상이 생긴 때와 알아차리는 때 사이가 벌어집니다. 감지 서비스는 값이 기록되는 대로 하나씩 받아 조건에 견줍니다. 끊임없이 들어오는 값을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값이 아니라 어떤 일이 일어났는지를 남긴 기록입니다. 식별자는 이 경보 한 건을 가리키고, 패턴은 쿨러 성능 저하 조건이 성립했음을 나타냅니다. 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두 번째 계층은 Layer 5, 시계열 저장소입니다. 감지는 흐르는 값에서 하지만, 지나간 값을 시각으로 찾아보려면 저장해 두어야 합니다. 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사람에게 보여 주는 자리는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값을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값의 경로를 한 줄로 펼쳐 놓은 것이 데이터 리니지입니다. 센서와 PLC가 만든 원천 데이터는 가공 데이터가 되고, 조건이 성립하면 이상 이벤트가 되며, 이를 바탕으로 판단 결과가 나옵니다. 설비를 움직인 판단이 어떤 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값이고, 아래쪽은 그 값들로 계산한 기울기입니다. 기울기가 0보다 크면 유온이 오르고 있다는 뜻이며, 앞에서 본 경보 조건의 셋째 항목이 바로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값을 모으고 이상을 알릴 뿐 원인을 가리지는 않습니다. 경보 뒤의 일은 위의 세 계층이 맡습니다. Layer 7은 증상과 원인, 조치의 관계를 지식으로 보관하고, Layer 8의 에이전트는 그 지식과 값을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값은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4.png"/><Relationship Id="rId5"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2.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 Id="rId4"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4.pn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7.png"/><Relationship Id="rId4" Type="http://schemas.openxmlformats.org/officeDocument/2006/relationships/image" Target="../media/image27.png"/><Relationship Id="rId5" Type="http://schemas.openxmlformats.org/officeDocument/2006/relationships/image" Target="../media/image44.png"/><Relationship Id="rId6" Type="http://schemas.openxmlformats.org/officeDocument/2006/relationships/image" Target="../media/image34.png"/><Relationship Id="rId7"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7.png"/><Relationship Id="rId4" Type="http://schemas.openxmlformats.org/officeDocument/2006/relationships/image" Target="../media/image4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28.png"/><Relationship Id="rId6" Type="http://schemas.openxmlformats.org/officeDocument/2006/relationships/image" Target="../media/image4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45.png"/><Relationship Id="rId6" Type="http://schemas.openxmlformats.org/officeDocument/2006/relationships/image" Target="../media/image37.png"/><Relationship Id="rId7" Type="http://schemas.openxmlformats.org/officeDocument/2006/relationships/image" Target="../media/image5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8.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17.png"/><Relationship Id="rId7" Type="http://schemas.openxmlformats.org/officeDocument/2006/relationships/image" Target="../media/image5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4.png"/><Relationship Id="rId4" Type="http://schemas.openxmlformats.org/officeDocument/2006/relationships/image" Target="../media/image28.png"/><Relationship Id="rId5" Type="http://schemas.openxmlformats.org/officeDocument/2006/relationships/image" Target="../media/image13.png"/><Relationship Id="rId6"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24.png"/><Relationship Id="rId4" Type="http://schemas.openxmlformats.org/officeDocument/2006/relationships/image" Target="../media/image60.png"/><Relationship Id="rId5"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2.png"/><Relationship Id="rId4" Type="http://schemas.openxmlformats.org/officeDocument/2006/relationships/image" Target="../media/image5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8.png"/><Relationship Id="rId4" Type="http://schemas.openxmlformats.org/officeDocument/2006/relationships/image" Target="../media/image6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66.png"/><Relationship Id="rId4" Type="http://schemas.openxmlformats.org/officeDocument/2006/relationships/image" Target="../media/image64.png"/><Relationship Id="rId5" Type="http://schemas.openxmlformats.org/officeDocument/2006/relationships/image" Target="../media/image36.png"/><Relationship Id="rId6" Type="http://schemas.openxmlformats.org/officeDocument/2006/relationships/image" Target="../media/image57.png"/><Relationship Id="rId7" Type="http://schemas.openxmlformats.org/officeDocument/2006/relationships/image" Target="../media/image4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4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9.png"/><Relationship Id="rId4" Type="http://schemas.openxmlformats.org/officeDocument/2006/relationships/image" Target="../media/image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7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7.png"/><Relationship Id="rId4" Type="http://schemas.openxmlformats.org/officeDocument/2006/relationships/image" Target="../media/image25.png"/><Relationship Id="rId5" Type="http://schemas.openxmlformats.org/officeDocument/2006/relationships/image" Target="../media/image1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30.png"/><Relationship Id="rId4" Type="http://schemas.openxmlformats.org/officeDocument/2006/relationships/image" Target="../media/image63.png"/><Relationship Id="rId5" Type="http://schemas.openxmlformats.org/officeDocument/2006/relationships/image" Target="../media/image3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4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7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8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28.png"/><Relationship Id="rId4" Type="http://schemas.openxmlformats.org/officeDocument/2006/relationships/image" Target="../media/image82.png"/><Relationship Id="rId5" Type="http://schemas.openxmlformats.org/officeDocument/2006/relationships/image" Target="../media/image8.png"/><Relationship Id="rId6" Type="http://schemas.openxmlformats.org/officeDocument/2006/relationships/image" Target="../media/image8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72.png"/><Relationship Id="rId4" Type="http://schemas.openxmlformats.org/officeDocument/2006/relationships/image" Target="../media/image36.png"/><Relationship Id="rId5" Type="http://schemas.openxmlformats.org/officeDocument/2006/relationships/image" Target="../media/image84.png"/><Relationship Id="rId6" Type="http://schemas.openxmlformats.org/officeDocument/2006/relationships/image" Target="../media/image45.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실행해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거쳐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값이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가리고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자신의 문장으로 남겨 두고 다시 꺼내 쓰는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29844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개인 학습노트의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학습노트 데이터베이스를 만들어 앞으로의 기록을 담을 틀로 삼는다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 하나와 학습노트 데이터베이스 하나를 만들고, 개념 하나를 자신의 문장으로 적어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기록마다 분야, 이해도, 생성 일시를 붙인다</a:t>
            </a:r>
          </a:p>
          <a:p>
            <a:pPr algn="l">
              <a:lnSpc>
                <a:spcPct val="110000"/>
              </a:lnSpc>
              <a:spcAft>
                <a:spcPts val="400"/>
              </a:spcAft>
            </a:pPr>
            <a:r>
              <a:rPr sz="1400" b="0">
                <a:solidFill>
                  <a:srgbClr val="1F2A3A"/>
                </a:solidFill>
                <a:latin typeface="맑은 고딕"/>
                <a:ea typeface="맑은 고딕"/>
                <a:cs typeface="맑은 고딕"/>
              </a:rPr>
              <a:t>• 기록 양식과, 다시 볼 기록만 모아 보는 화면을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수업은 그 값이 그다음에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거쳐 가는 자리를 차례로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경보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695294601921740886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설비_유압파워팩.svg" descr="illust_695294601921740886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설비 옆에 두는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값을 서버로 보내 판단을 받고 명령이 돌아오기까지는 시간이 걸리며, 그 사이에 설비가 상할 수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제어기에 든 숫자는 그대로는 무슨 값인지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값</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값을 읽어 이름과 형식을 갖춘 메시지로 바꾸는 자리이다. 이 역할에는 EdgeX Foundry 같은 것이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리니지_1_MQTT.svg" descr="illust_251832849450786974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값을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리니지_2_DMZ.svg" descr="illust_291922451577113753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전달하고 나면 값을 갖고 있지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값의 주인을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값이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값에서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값이 쌓인 뒤에 살피면 늦으므로, 감지 서비스는 이벤트 로그에 흐르는 값을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값을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값을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값을 시각으로 찾아보려고, 시계열 저장소는 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219833"/>
            <a:ext cx="6766560" cy="354304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56992"/>
            <a:ext cx="6400800" cy="326872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21983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00848"/>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8186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값을 쌓고 조회하는 데이터베이스이다. 이 역할에는 TimescaleDB 같은 것이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값을, 분석 화면은 IT에서 지나온 값을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0_전체.svg" descr="illust_5469761598521148847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계층_L7-9.svg" descr="illust_692672358761932785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값과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pic>
        <p:nvPicPr>
          <p:cNvPr id="6" name="삽화:원인후보.svg" descr="illust_8497393918340877211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흩어진정보.svg" descr="illust_2450265333367147780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pic>
        <p:nvPicPr>
          <p:cNvPr id="6" name="삽화:노드관계.svg" descr="illust_257490903963151281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pic>
        <p:nvPicPr>
          <p:cNvPr id="6" name="삽화:관계.svg" descr="illust_469591708984555025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1.svg" descr="illust_351162731967724763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2.svg" descr="illust_5275663105648302171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pic>
        <p:nvPicPr>
          <p:cNvPr id="6" name="삽화:경로_3.svg" descr="illust_431924500229237433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설비쪽.svg" descr="illust_2628840995728460981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연결_진단쪽.svg" descr="illust_604160796686498763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