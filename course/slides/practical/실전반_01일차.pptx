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보면서 자리마다 왜 그렇게 설계했는지를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생기는 첫 자리가 Layer 1, 센서 네트워크와 설비입니다. 센서가 잰 값을 가장 먼저 받는 것은 설비 옆의 PLC입니다. PLC는 값을 읽어 설비를 제어하고, 위험한 값이 되면 인터록으로 설비를 세웁니다. 이 판단을 설비 옆에 두는 까닭은 서버까지 다녀오는 시간 동안 설비가 상할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암호화와 인증은 처리 시간을 들쭉날쭉하게 만들기 때문에 싣지 않습니다. 그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 Layer 2, IoT 미들웨어입니다. 제어기 안의 값은 주소에 든 숫자여서 그대로는 무슨 값인지 알 수 없습니다. 엣지 게이트웨이가 이 숫자에 이름을 붙여 태그 값과 운전 상태로 올려 보냅니다. 이 단원은 위쪽의 유온 TS1과 냉각 효율 CE를 따라가고, 아래쪽의 운전 모드와 인터록 상태는 명령을 내려보낼 때 다시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토픽을 받습니다. 그림에서 흐린 부분은 아직 다루지 않은 구간입니다.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브로커는 값을 갖고 있지 않으므로 받는 쪽이 먼저 받고 싶은 토픽을 브로커에 등록합니다. 보내는 쪽은 값을 토픽에 실어 브로커로 보냅니다. 브로커는 그 토픽을 등록해 둔 구독자 모두에게 메시지를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수집 서비스가 브로커를 구독해 받은 메시지를 IT의 이벤트 로그에 옮겨 적습니다. 값은 OT에서 IT로만 옮겨지고 반대로는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값을 옮겨 적는 곳이 Layer 3, 이벤트 백본의 이벤트 로그입니다. 브로커는 그 순간 구독 중인 쪽에 넘기고 나면 값을 갖고 있지 않습니다. 이벤트 로그는 받은 순서대로 쌓아 두어, 여러 서비스가 각자의 속도로 읽고 필요하면 앞에서부터 다시 읽습니다. IT의 모든 서비스는 설비가 아니라 이 기록에서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값이 옮겨 적히면서 모양이 달라집니다. 위쪽 메시지에서는 설비와 태그 이름이 토픽 경로에 있었는데, 아래쪽 레코드에서는 본문 안으로 들어왔습니다. 그래서 레코드 한 건만 보아도 유압 설비 HYD-01의 유온 55.71이라는 것을 알 수 있습니다. 키는 같은 설비의 값이 잰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첫 번째 쪽이 Layer 4, 스트림 처리입니다. 값이 저장소에 쌓인 다음에 조회하면 이상이 생긴 때와 알아차리는 때 사이가 벌어집니다. 감지 서비스는 값이 기록되는 대로 하나씩 받아 조건에 견줍니다. 끊임없이 들어오는 값을 그 자리에서 처리하는 이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값이 아니라 무슨 일이 일어났다는 기록입니다. 식별자가 이 경보 한 건을 가리키고, 패턴은 쿨러 성능 저하 조건이 성립했음을 나타냅니다. 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두 번째 쪽이 Layer 5, 시계열 저장소입니다. 감지는 흐르는 값에서 하지만, 지나간 값을 시각으로 찾아보려면 저장해 두어야 합니다. 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사람에게 보여 주는 자리가 Layer 6, 관제입니다. 화면은 둘입니다. 운전 화면은 OT에서 브로커를 직접 구독해 지금의 값을 보여 주고 조작을 받으며, IT 쪽 서버가 멈춰도 계속 동작합니다. 분석 화면은 IT에서 시계열 저장소를 조회해 이력과 추세를 보여 주며 설비를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세 곳이 서로 다른 기준으로 반응합니다. 55 ℃에서 감지 서비스의 경보가 가장 먼저 나고, 60 ℃에서 운전 화면의 알람이, 65 ℃에서 PLC의 인터록이 반응합니다. 경보와 알람은 알리는 것이고 인터록은 설비를 세우는 것입니다. 인터록은 사람이 다시 걸어야 풀리므로, 먼저 나는 55 ℃의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7에서 9, 곧 지식과 에이전트와 프로세스가 맡습니다. 에이전트는 지식과 값을 조회해 원인을 가리고 조치안을 추천하지만 설비에 명령을 보낼 수단이 없습니다. 담당자가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길입니다. 프로세스 엔진이 승인된 조치를 명령으로 만들어 이벤트 로그에 기록합니다. DMZ의 명령 관문이 그 명령을 읽어 검사하고, 통과한 것만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값의 길을 한 줄로 놓은 것이 데이터 리니지입니다. 센서와 PLC가 만든 원천 데이터가 가공 데이터가 되고, 조건이 성립하면 이상 이벤트가 되며, 그 위에서 판단 결과가 나옵니다. 설비를 움직인 판단이 어떤 값에서 나왔는지를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위쪽이 센서가 잰 유온 값이고, 아래쪽이 그 값들에서 계산해 낸 기울기입니다. 기울기가 0보다 크면 유온이 오르는 중이라는 뜻이며, 앞에서 본 경보 조건의 셋째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지나온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일로 나눈 것이고, 오른쪽의 세 칸은 놓인 망으로 나눈 보안 영역이며 파란 점이 그 계층이 놓인 영역입니다. 같은 계층 안에서도 영역이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값을 모으고 이상을 알릴 뿐 원인을 가리지 않습니다. 경보 뒤의 일은 위의 세 계층이 맡습니다. Layer 7은 증상과 원인과 조치의 관계를 지식으로 보관하고, Layer 8의 에이전트가 그 지식과 값을 조회해 조치를 추천하며, Layer 9의 프로세스 엔진이 승인을 받아 실행합니다. 이 과정은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단원을 닫겠습니다. 설비 옆의 통신에는 암호화와 인증이 없습니다. 정해진 시간을 지키려고 단순하게 둔 것이고, 그 대신 구조가 설비를 지킵니다. 값은 수집 서비스를 거쳐 위로만 올라가고, 명령은 사람의 승인과 명령 관문의 검사와 PLC의 검사를 모두 지난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7.png"/><Relationship Id="rId4" Type="http://schemas.openxmlformats.org/officeDocument/2006/relationships/image" Target="../media/image31.png"/><Relationship Id="rId5" Type="http://schemas.openxmlformats.org/officeDocument/2006/relationships/image" Target="../media/image3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9.png"/><Relationship Id="rId4" Type="http://schemas.openxmlformats.org/officeDocument/2006/relationships/image" Target="../media/image4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2.png"/><Relationship Id="rId5" Type="http://schemas.openxmlformats.org/officeDocument/2006/relationships/image" Target="../media/image4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9.png"/><Relationship Id="rId4"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4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4.png"/><Relationship Id="rId4" Type="http://schemas.openxmlformats.org/officeDocument/2006/relationships/image" Target="../media/image48.png"/><Relationship Id="rId5" Type="http://schemas.openxmlformats.org/officeDocument/2006/relationships/image" Target="../media/image4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49.png"/><Relationship Id="rId6" Type="http://schemas.openxmlformats.org/officeDocument/2006/relationships/image" Target="../media/image40.png"/><Relationship Id="rId7" Type="http://schemas.openxmlformats.org/officeDocument/2006/relationships/image" Target="../media/image3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2.png"/><Relationship Id="rId4" Type="http://schemas.openxmlformats.org/officeDocument/2006/relationships/image" Target="../media/image4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1.png"/><Relationship Id="rId4" Type="http://schemas.openxmlformats.org/officeDocument/2006/relationships/image" Target="../media/image42.png"/><Relationship Id="rId5"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53.png"/><Relationship Id="rId5" Type="http://schemas.openxmlformats.org/officeDocument/2006/relationships/image" Target="../media/image35.png"/><Relationship Id="rId6" Type="http://schemas.openxmlformats.org/officeDocument/2006/relationships/image" Target="../media/image5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5.png"/><Relationship Id="rId4" Type="http://schemas.openxmlformats.org/officeDocument/2006/relationships/image" Target="../media/image52.png"/><Relationship Id="rId5" Type="http://schemas.openxmlformats.org/officeDocument/2006/relationships/image" Target="../media/image50.png"/><Relationship Id="rId6" Type="http://schemas.openxmlformats.org/officeDocument/2006/relationships/image" Target="../media/image42.png"/><Relationship Id="rId7" Type="http://schemas.openxmlformats.org/officeDocument/2006/relationships/image" Target="../media/image5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17.png"/><Relationship Id="rId7" Type="http://schemas.openxmlformats.org/officeDocument/2006/relationships/image" Target="../media/image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13.png"/><Relationship Id="rId4" Type="http://schemas.openxmlformats.org/officeDocument/2006/relationships/image" Target="../media/image5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1.png"/><Relationship Id="rId4" Type="http://schemas.openxmlformats.org/officeDocument/2006/relationships/image" Target="../media/image63.png"/><Relationship Id="rId5" Type="http://schemas.openxmlformats.org/officeDocument/2006/relationships/image" Target="../media/image1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23.png"/><Relationship Id="rId4" Type="http://schemas.openxmlformats.org/officeDocument/2006/relationships/image" Target="../media/image64.png"/><Relationship Id="rId5" Type="http://schemas.openxmlformats.org/officeDocument/2006/relationships/image" Target="../media/image6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4.png"/><Relationship Id="rId4" Type="http://schemas.openxmlformats.org/officeDocument/2006/relationships/image" Target="../media/image5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4.png"/><Relationship Id="rId4" Type="http://schemas.openxmlformats.org/officeDocument/2006/relationships/image" Target="../media/image6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7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71.png"/><Relationship Id="rId4" Type="http://schemas.openxmlformats.org/officeDocument/2006/relationships/image" Target="../media/image66.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5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4.png"/><Relationship Id="rId4" Type="http://schemas.openxmlformats.org/officeDocument/2006/relationships/image" Target="../media/image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2.png"/><Relationship Id="rId4" Type="http://schemas.openxmlformats.org/officeDocument/2006/relationships/image" Target="../media/image32.png"/><Relationship Id="rId5" Type="http://schemas.openxmlformats.org/officeDocument/2006/relationships/image" Target="../media/image1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37.png"/><Relationship Id="rId4" Type="http://schemas.openxmlformats.org/officeDocument/2006/relationships/image" Target="../media/image65.png"/><Relationship Id="rId5" Type="http://schemas.openxmlformats.org/officeDocument/2006/relationships/image" Target="../media/image3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77.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7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4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8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3.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84.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28.png"/><Relationship Id="rId4" Type="http://schemas.openxmlformats.org/officeDocument/2006/relationships/image" Target="../media/image46.png"/><Relationship Id="rId5" Type="http://schemas.openxmlformats.org/officeDocument/2006/relationships/image" Target="../media/image85.png"/><Relationship Id="rId6" Type="http://schemas.openxmlformats.org/officeDocument/2006/relationships/image" Target="../media/image2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87.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35.png"/><Relationship Id="rId4" Type="http://schemas.openxmlformats.org/officeDocument/2006/relationships/image" Target="../media/image88.png"/><Relationship Id="rId5" Type="http://schemas.openxmlformats.org/officeDocument/2006/relationships/image" Target="../media/image8.png"/><Relationship Id="rId6" Type="http://schemas.openxmlformats.org/officeDocument/2006/relationships/image" Target="../media/image6.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77.png"/><Relationship Id="rId4" Type="http://schemas.openxmlformats.org/officeDocument/2006/relationships/image" Target="../media/image22.png"/><Relationship Id="rId5" Type="http://schemas.openxmlformats.org/officeDocument/2006/relationships/image" Target="../media/image89.png"/><Relationship Id="rId6" Type="http://schemas.openxmlformats.org/officeDocument/2006/relationships/image" Target="../media/image5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90.png"/><Relationship Id="rId4" Type="http://schemas.openxmlformats.org/officeDocument/2006/relationships/image" Target="../media/image85.png"/><Relationship Id="rId5" Type="http://schemas.openxmlformats.org/officeDocument/2006/relationships/image" Target="../media/image9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29844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480356140997622169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175008201147633909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유온 TS1 한 값이 설비에서 저장소와 화면, 경보에 이르는 경로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경보</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설비_유압파워팩.svg" descr="illust_845194677942616940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845194677942616940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설비 옆에 두는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값을 서버로 보내 판단을 받고 명령이 돌아오기까지는 시간이 걸리며, 그 사이에 설비가 상할 수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제어기에 든 숫자는 그대로는 무슨 값인지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값</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값을 읽어 이름과 형식을 갖춘 메시지로 바꾸는 자리이다. 이 역할에는 EdgeX Foundry 같은 것이 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237917524162552062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먼저 등록해 두지 않으면, 값을 보관하지 않는 브로커는 발행된 메시지를 넘길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맡아, 수집 서비스가 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127887290517273674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전달하고 나면 값을 갖고 있지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값의 주인을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값이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값에서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쌓인 뒤에 살피면 늦으므로, 감지 서비스는 이벤트 로그에 흐르는 값을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저장소에 쌓인 다음 때맞춰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값을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값을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값을 시각으로 찾아보려고, 시계열 저장소는 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19833"/>
            <a:ext cx="6766560" cy="354304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56992"/>
            <a:ext cx="6400800" cy="326872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21983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 태그가 늘면 행만 늘어난다.</a:t>
            </a:r>
          </a:p>
        </p:txBody>
      </p:sp>
      <p:sp>
        <p:nvSpPr>
          <p:cNvPr id="9" name="TextBox 8"/>
          <p:cNvSpPr txBox="1"/>
          <p:nvPr/>
        </p:nvSpPr>
        <p:spPr>
          <a:xfrm>
            <a:off x="7635240" y="3400848"/>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8186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값을 쌓고 조회하는 데이터베이스이다. 이 역할에는 TimescaleDB 같은 것이 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값을, 분석 화면은 IT에서 지나온 값을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무엇을 하라는 내용과 함께 누가 승인했는지와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감지 서비스는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계층_0_전체.svg" descr="illust_673266728192534427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pic>
        <p:nvPicPr>
          <p:cNvPr id="6" name="삽화:계층_L7-9.svg" descr="illust_187148407134707909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값이 올라가는 길과 승인된 명령만 내려가는 길을 나눈 구조로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값과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원인후보.svg" descr="illust_226532450008914357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pic>
        <p:nvPicPr>
          <p:cNvPr id="6" name="삽화:흩어진정보.svg" descr="illust_214019970010899197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노드관계.svg" descr="illust_583072451323451059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관계.svg" descr="illust_303627211830418803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pic>
        <p:nvPicPr>
          <p:cNvPr id="6" name="삽화:경로_1.svg" descr="illust_30814110811915863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경로_2.svg" descr="illust_652195286152199367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pic>
        <p:nvPicPr>
          <p:cNvPr id="6" name="삽화:경로_3.svg" descr="illust_290311947498945338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연결_설비쪽.svg" descr="illust_8188257375882637911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pic>
        <p:nvPicPr>
          <p:cNvPr id="6" name="삽화:연결_진단쪽.svg" descr="illust_4338866248174576355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