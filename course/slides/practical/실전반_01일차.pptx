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브로커는 값을 갖고 있지 않으므로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 토픽이 하나로 모이므로 설비와 태그 이름을 본문에 넣고, 같은 설비의 순서를 지키려고 설비를 키로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 값 하나를 한 행으로 적으면 태그가 늘어도 표를 고치지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 값은 계속 바뀌므로 그때의 근거를 경보에 함께 실어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 승인자는 책임을 밝히고, 유효 시간은 늦게 도착한 명령이 달라진 상황에서 실행되는 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cmd-gateway는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842953913438921686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881811689247395153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110670899006497885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889191478431445921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889191478431445921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781897087772824053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먼저 등록해 두지 않으면, 값을 보관하지 않는 브로커는 발행된 메시지를 넘길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맡아, connect-ingest는 계측값을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70675046850588133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설비와 태그 이름을 본문에 넣고 설비를 키로 두어, 한 토픽에 모인 값의 주인과 순서를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같은 설비의 값이 잰 순서대로 읽히게 한다.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64079581928629722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흐르는 값을 바로 읽어</a:t>
            </a:r>
          </a:p>
          <a:p>
            <a:pPr algn="ctr">
              <a:lnSpc>
                <a:spcPct val="110000"/>
              </a:lnSpc>
              <a:spcAft>
                <a:spcPts val="100"/>
              </a:spcAft>
            </a:pPr>
            <a:r>
              <a:rPr sz="1100" b="0">
                <a:solidFill>
                  <a:srgbClr val="556175"/>
                </a:solidFill>
                <a:latin typeface="맑은 고딕"/>
                <a:ea typeface="맑은 고딕"/>
                <a:cs typeface="맑은 고딕"/>
              </a:rPr>
              <a:t>조건이 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시각으로 조회</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 process만 만들어,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455408376645785844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48992643774331672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나눈 구조로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664199683027664029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55156016000889546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883292447935156086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350025934009499423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711996834363734511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716848478114367886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26249605972261161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761663647239431041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288679176318677346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