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 층을 나눈 것은 설비 가까이에서는 정해진 시간 안의 반응이, 위쪽에서는 판단이 먼저이기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서버의 판단을 기다리지 않고 인터록으로 설비를 세웁니다. 현장에서 제어기가 주고받는 통신은 단순하게 두고,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발행자는 구독자가 누구인지 몰라도 되며, 브로커는 메시지를 보관하지 않고 바로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 브로커는 값을 갖고 있지 않으므로 받는 쪽이 먼저 등록해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 토픽이 하나로 모이므로 설비와 태그 이름을 본문에 넣고, 같은 설비의 순서를 지키려고 설비를 키로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 저장소는 시각으로 찾아보기 위해 두고, 감지는 늦지 않으려고 흐르는 값을 바로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 값 하나를 한 행으로 적으면 태그가 늘어도 표를 고치지 않아도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 유온은 쿨러가 멀쩡해도 오를 수 있으므로 냉각 효율이 함께 떨어졌을 때에만 쿨러의 문제로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 운전 화면은 서버가 멈춰도 보여야 하므로 OT에 두고, 분석 화면은 읽기 전용이어서 설비로 내려가는 길은 관문 하나로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 인터록이 저절로 풀리면 원인이 남은 채로 다시 뜨거워지므로 사람이 확인하고 다시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 설비를 움직인 판단은 무엇을 보고 내렸는지 답할 수 있어야 하므로 내력을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 값은 계속 바뀌므로 그때의 근거를 경보에 함께 실어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 명령을 먼저 기록하는 것은 누가 언제 무엇을 내렸는지를 남기기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 승인자는 책임을 밝히고, 유효 시간은 늦게 도착한 명령이 달라진 상황에서 실행되는 것을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두 번 하는 까닭은 두 곳이 보는 것이 다르기 때문입니다. 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설비를 세울지 계속 돌릴지는 책임이 따르는 결정이어서 사람이 내립니다.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171780246633379953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549674739373359936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설비의 통신에는 왜 암호가 없는가: 유온 TS1 한 값을 따라가며 찾는 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가까이는 정해진 시간이, 위쪽은 판단이 먼저여서 HYD는 기능을 아홉 계층으로 나누고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801527651034166249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905578546789360453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905578546789360453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서버의 판단을 기다리지 않고, 값이 위험 수준에 이르면 설비 옆에서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통신</a:t>
            </a:r>
          </a:p>
          <a:p>
            <a:pPr algn="l">
              <a:lnSpc>
                <a:spcPct val="110000"/>
              </a:lnSpc>
              <a:spcAft>
                <a:spcPts val="200"/>
              </a:spcAft>
            </a:pPr>
            <a:r>
              <a:rPr sz="1150" b="0">
                <a:solidFill>
                  <a:srgbClr val="556175"/>
                </a:solidFill>
                <a:latin typeface="맑은 고딕"/>
                <a:ea typeface="맑은 고딕"/>
                <a:cs typeface="맑은 고딕"/>
              </a:rPr>
              <a:t>Modbus</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제어기가 주고받는 통신은 단순하게 둔다. 언제나 정해진 시간 안에 도착해야 하기 때문이다.</a:t>
            </a:r>
          </a:p>
          <a:p>
            <a:pPr algn="l">
              <a:lnSpc>
                <a:spcPct val="110000"/>
              </a:lnSpc>
              <a:spcAft>
                <a:spcPts val="300"/>
              </a:spcAft>
            </a:pPr>
            <a:r>
              <a:rPr sz="1400" b="0">
                <a:solidFill>
                  <a:srgbClr val="1F2A3A"/>
                </a:solidFill>
                <a:latin typeface="맑은 고딕"/>
                <a:ea typeface="맑은 고딕"/>
                <a:cs typeface="맑은 고딕"/>
              </a:rPr>
              <a:t>예: Modbus. 암호화와 인증을 넣지 않고, 보안은 위 계층이 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태그 값과 운전 상태를 올려 보내며, 태그 값은 정상값에 견주어야 높낮이를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208462640049957106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값을 갖고 있지 않으므로, 구독자가 받을 토픽을 먼저 등록해 두어야 발행된 메시지가 전달된다.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195488140247729910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토픽이 하나로 모이므로 connect-ingest는 설비와 태그 이름을 본문에 넣고 설비를 키로 두어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시각으로 찾아보려고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저장하고, 늦지 않게 알아차리려고 detector는 흐르는 값을 그 자리에서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337466373461818967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 tag_1s는 값 하나를 한 행으로 적어, 태그가 늘어도 표를 고치지 않고 행만 늘어나게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서버가 멈춰도 보이도록 FUXA는 OT에서 지금의 값을, Grafana는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일어난 일의 기록이며, 나중에도 왜 울렸는지 알 수 있게 그때의 근거 값을 함께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책임을 밝히는 승인자와 늦은 실행을 막는 유효 시간이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cmd-gateway는 명령서를, PLC는 지금의 설비를 보므로 명령은 두 번 검사를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설비를 움직이는 결정은 책임질 사람이 내려야 하므로, 에이전트는 추천까지만 하고 명령은 승인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723812798984810756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엣지 게이트웨이가 값에 이름을 붙이고, 브로커 EMQX가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749815003368862337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경보는 바로 울렸는데 승인까지 왜 108초가 걸렸는가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384433154596866961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508072478059675240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62468917663175081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482213116996471151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13657552807939831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586505804377414638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439333467846592691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7392337764580921264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6548244763884309502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