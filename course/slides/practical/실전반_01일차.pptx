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문서가 읽기 쉬운 모양으로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말해서 받아 적게 해도 됩니다. 정해진 형식은 없습니다. 처음에는 한 가지를 깊이 파기보다 아는 범위를 넓게 훑으며 쭉 써 봅니다. 그러면 틀린 곳, 횡설수설한 곳, 막혀서 더 쓰지 못하는 곳이 드러납니다.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정의를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계측값을 읽어 설비를 제어하며, 관제 화면은 계측값을 보여 주고 조작을 받습니다. 이 단원에서는 그다음을 다룹니다. 그 데이터를 모으고 판단해 조치로 잇는 시스템의 구조와,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마칩니다. 같은 판단을 서버에 맡기면 데이터를 주고받는 데만 1초 안팎이 걸리고, 그사이 통신이 끊길 수도 있습니다. 그래서 설비를 지키는 판단만큼은 설비 옆의 PLC가 맡아 인터록으로 설비를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 배울 내용을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모양으로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깊이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만들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203114497389058114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 이르면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먼저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서버와 데이터를 주고받으면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마친다.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상할 수 있는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718768741363624478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799562127837838724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813954317546192174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899248234562737070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168941017525748085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146381725584223852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780341910228517918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228356284190800594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411372791358884297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439576023485783271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912827631235245027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800089864128261303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155837937423360273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