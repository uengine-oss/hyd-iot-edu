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생긴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끝냅니다.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335964036493123857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위험 수준에 이르면 설비 옆의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서버가 아니라 설비 옆에서 판단하는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마모된다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445796704246533056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394358404778304029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149265760850795688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105477293149235897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50698428350921591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864649945445639309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206024421319134684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756729199895883535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12648755592717588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98747300595695954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24989948248224492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733692907075744942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213247734909137666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