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53602285308339092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78249131427353861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22013827679908466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694162439662259384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694162439662259384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432597280892187344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739413275908872578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8584848921729397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831307284091265080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769799172008293956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60273304678427684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72129594964891430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65765971524762123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62632181958958351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3515716434533052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79660713665661802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509704754679975126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98914795138958378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41527428803130412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