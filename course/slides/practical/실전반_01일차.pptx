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260636430903187207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435825093654880758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574459095867591861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756777833582708975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379519530639211560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492857314055744071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840606980552919179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855997789748947733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325570407068928664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232643644618100414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101328121665606319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649960868794152870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676623180453965507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654559428763002868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