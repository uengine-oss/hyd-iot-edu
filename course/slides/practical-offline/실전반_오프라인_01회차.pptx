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회차에서 예로 쓰는 계측값은 쿨러로 들어가기 직전의 작동유 온도인 유온 TS1과, 쿨러가 열을 내보내는 정도인 냉각 효율 CE입니다.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371506166989892004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38745517563413124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20983746245826083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858849573071379363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131224720643913978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895817315123241889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805405670629515274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89653322516103963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138132070287933728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505658229123322074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