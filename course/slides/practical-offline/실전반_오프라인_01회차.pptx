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회차에서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590981302081317993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빼내는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207961924253370520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155134754075633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260889150456643066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483419052433187200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826916962361534582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372747902500031256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484337679675701535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469336943112885059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55900680067637357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