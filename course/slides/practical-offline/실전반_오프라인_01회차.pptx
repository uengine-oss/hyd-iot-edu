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685143666587007445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54196195624206059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38394979377178145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526673176681745008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24352654184103590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661532047260001961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293057466481428352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686745738298776565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379117399509434398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698834975482028481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