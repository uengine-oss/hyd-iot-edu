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곳은 설비입니다. 유압 파워팩 HYD-01에는 탱크, 펌프, 부하, 오일 쿨러, 팬이 있고, 센서 값마다 태그라는 이름이 붙습니다. 이 회차에서 예로 쓰는 값은 쿨러로 들어가기 직전의 작동유 온도인 유온 TS1과, 쿨러가 열을 내보내는 정도인 냉각 효율 CE입니다.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AI에게 요구사항으로 전달해 바이브 코딩으로 파일을 만듭니다.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적재는 실습용 그래프에 하고, 수업에서 기준으로 제공하는 그래프는 읽기만 합니다. 두 그래프를 혼동하지 않도록 질의를 실행하기 전에 어느 쪽에 연결되어 있는지 확인합니다.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일곱은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245250883923383740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8641696844853528257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70434112523507500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79133000255154654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765079404726310543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642510012778940846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874268745432138771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58867898297703346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4748626111057599310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595581397057730349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실습용 그래프에 넣는다</a:t>
            </a:r>
          </a:p>
          <a:p>
            <a:pPr algn="ctr">
              <a:lnSpc>
                <a:spcPct val="110000"/>
              </a:lnSpc>
              <a:spcAft>
                <a:spcPts val="400"/>
              </a:spcAft>
            </a:pPr>
            <a:r>
              <a:rPr sz="1350" b="0">
                <a:solidFill>
                  <a:srgbClr val="1F2A3A"/>
                </a:solidFill>
                <a:latin typeface="맑은 고딕"/>
                <a:ea typeface="맑은 고딕"/>
                <a:cs typeface="맑은 고딕"/>
              </a:rPr>
              <a:t>Neo4j의 실습용 그래프에서</a:t>
            </a:r>
          </a:p>
          <a:p>
            <a:pPr algn="ctr">
              <a:lnSpc>
                <a:spcPct val="110000"/>
              </a:lnSpc>
              <a:spcAft>
                <a:spcPts val="400"/>
              </a:spcAft>
            </a:pPr>
            <a:r>
              <a:rPr sz="1350" b="0">
                <a:solidFill>
                  <a:srgbClr val="1F2A3A"/>
                </a:solidFill>
                <a:latin typeface="맑은 고딕"/>
                <a:ea typeface="맑은 고딕"/>
                <a:cs typeface="맑은 고딕"/>
              </a:rPr>
              <a:t>질의를 실행해 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일곱과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관계의 양쪽에 몇 개가 이어질 수 있는가</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Cypher</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찾을 모양을 적어 그래프 DB에 요청하는 질의 언어</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Cypher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