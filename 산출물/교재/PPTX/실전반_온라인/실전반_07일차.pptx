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네 개의 실습에서 두 프로세스를 직접 그려 실행합니다. 마지막에는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프로세스의 전체 그림입니다. 하늘색 요소는 긴급 대응 프로세스의 승인 블록과 같고, 승인 역할만 설비보전팀장으로 바뀌었습니다. 이 프로세스에서 달라진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구조입니다.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이어지는 작업만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보고는 거절이며, 기록에 남는 결과 값은 거절을 뜻하는 반려입니다. 승인되어 끝나면 E_end에 닿고, 결과 보고의 결과는 긴급 대응과 정기 점검에서는 정상, 재고 보충에서는 입고 완료입니다. 에이전트 작업이 오류나 한도 초과로 멈추면 처리 건은 RUNNING으로 남습니다. 담당자가 사유를 적어 닫으면 처리 건은 COMPLETED가 되지만, 끝 이벤트의 자리에 사람이 닫았다는 표시가 남고 결과 보고는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지난 시간에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같은 정기 점검을 승인한 경우와 거절한 경우로 나누어, 승인하면 정비 오더와 생산팀 공지와 종료 기록이 남고 거절하면 오더가 만들어지지 않는 차이를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않고 가용 재고가 그대로인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건에서 정기 정비 계획 에이전트가 낸 추천안의 속입니다. 후보는 넷이었고, 이번 예정된 정비 시간에 한 대만 정비하는 안이 추천이며 이것이 앞 장의 야간 정비 시간입니다.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3일차까지 만든 온톨로지는 원인과 증거와 조치와 규칙이라는 지식을 정하고, 현재 값이 어디에 있는지를 알려 줍니다. 4일차와 5일차에 다룬 에이전트는 그 지식과 값을 읽어 추천과 대안을 제안합니다. 지난 시간과 오늘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2일차에 조치 방법으로 적어 둔 SOP-COOL-11 팬 최대 운전이 출발점입니다. 6일차에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세 업무의 처리 건은 단계마다 시각과 승인과 결과 보고를 남겼습니다. 이 기록을 여러 건 모으면 단계마다 걸린 시간과 거절의 비율 같은 지표가 나옵니다. 그 지표에서 승인 대기가 길거나 거절이 많은 자리가 보이면 정의를 고치고,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블록과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설계에서 그대로 두는 것과 바꾸는 것을 구분하는 문항입니다. 승인 블록의 요소와 기한과 조건 가운데 세 프로세스에서 같았던 것이 무엇이고, 바뀐 자리가 어디였는지를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2번과 3번은 세 프로세스에서 같게 둔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20.png"/><Relationship Id="rId5"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업무의 연결</a:t>
            </a:r>
          </a:p>
          <a:p>
            <a:pPr algn="l">
              <a:lnSpc>
                <a:spcPct val="110000"/>
              </a:lnSpc>
            </a:pPr>
            <a:r>
              <a:rPr sz="4000" b="1">
                <a:solidFill>
                  <a:srgbClr val="FFFFFF"/>
                </a:solidFill>
                <a:latin typeface="맑은 고딕"/>
                <a:ea typeface="맑은 고딕"/>
                <a:cs typeface="맑은 고딕"/>
              </a:rPr>
              <a:t>프로세스 실행 결과의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 업무에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달라지는 자리만 정해 정비와 구매 프로세스를 그려 실행한다</a:t>
            </a:r>
          </a:p>
        </p:txBody>
      </p:sp>
      <p:sp>
        <p:nvSpPr>
          <p:cNvPr id="16" name="Rounded Rectangle 15"/>
          <p:cNvSpPr/>
          <p:nvPr/>
        </p:nvSpPr>
        <p:spPr>
          <a:xfrm>
            <a:off x="3619423" y="5134356"/>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실습</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읽기</a:t>
            </a:r>
          </a:p>
          <a:p>
            <a:pPr algn="l">
              <a:lnSpc>
                <a:spcPct val="110000"/>
              </a:lnSpc>
              <a:spcAft>
                <a:spcPts val="400"/>
              </a:spcAft>
            </a:pPr>
            <a:r>
              <a:rPr sz="1350" b="0">
                <a:solidFill>
                  <a:srgbClr val="1F2A3A"/>
                </a:solidFill>
                <a:latin typeface="맑은 고딕"/>
                <a:ea typeface="맑은 고딕"/>
                <a:cs typeface="맑은 고딕"/>
              </a:rPr>
              <a:t>승인 대기, 승인, 거절, 사람이 닫은 경우를 처리 건의 상태와 끝 이벤트로 가려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323220392621934739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236369344131908443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582396479097725002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세흐름_나란히.svg" descr="illust_3515042674630700489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승인블록_자리.svg" descr="illust_380070947800072464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정기점검.svg" descr="illust_24210393349295114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이어져 작업이 일곱이다.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흐름_재고보충.svg" descr="illust_231499119098156822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a:t>
            </a:r>
          </a:p>
          <a:p>
            <a:pPr algn="l">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오류나 한도 초과로 멈춰 사람이 닫음</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사람이 닫았다는 표시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정비 오더와 공지가, 거절한 처리 건에는 오더 없는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 오더 없이</a:t>
            </a:r>
          </a:p>
          <a:p>
            <a:pPr algn="ctr">
              <a:lnSpc>
                <a:spcPct val="110000"/>
              </a:lnSpc>
              <a:spcAft>
                <a:spcPts val="400"/>
              </a:spcAft>
            </a:pPr>
            <a:r>
              <a:rPr sz="1350" b="0">
                <a:solidFill>
                  <a:srgbClr val="1F2A3A"/>
                </a:solidFill>
                <a:latin typeface="맑은 고딕"/>
                <a:ea typeface="맑은 고딕"/>
                <a:cs typeface="맑은 고딕"/>
              </a:rPr>
              <a:t>거절로 종료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승인한 처리 건에는 발주와 입고의 기록이, 거절한 처리 건에는 발주 없이 닫힌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승인: 가용 재고</a:t>
            </a:r>
          </a:p>
          <a:p>
            <a:pPr algn="ctr">
              <a:lnSpc>
                <a:spcPct val="110000"/>
              </a:lnSpc>
              <a:spcAft>
                <a:spcPts val="400"/>
              </a:spcAft>
            </a:pPr>
            <a:r>
              <a:rPr sz="1250" b="0">
                <a:solidFill>
                  <a:srgbClr val="1F2A3A"/>
                </a:solidFill>
                <a:latin typeface="맑은 고딕"/>
                <a:ea typeface="맑은 고딕"/>
                <a:cs typeface="맑은 고딕"/>
              </a:rPr>
              <a:t>1개에서 7개,</a:t>
            </a:r>
          </a:p>
          <a:p>
            <a:pPr algn="ctr">
              <a:lnSpc>
                <a:spcPct val="110000"/>
              </a:lnSpc>
              <a:spcAft>
                <a:spcPts val="400"/>
              </a:spcAft>
            </a:pPr>
            <a:r>
              <a:rPr sz="1250" b="0">
                <a:solidFill>
                  <a:srgbClr val="1F2A3A"/>
                </a:solidFill>
                <a:latin typeface="맑은 고딕"/>
                <a:ea typeface="맑은 고딕"/>
                <a:cs typeface="맑은 고딕"/>
              </a:rPr>
              <a:t>입고 완료</a:t>
            </a:r>
          </a:p>
          <a:p>
            <a:pPr algn="ctr">
              <a:lnSpc>
                <a:spcPct val="110000"/>
              </a:lnSpc>
              <a:spcAft>
                <a:spcPts val="400"/>
              </a:spcAft>
            </a:pPr>
            <a:r>
              <a:rPr sz="1250" b="0">
                <a:solidFill>
                  <a:srgbClr val="1F2A3A"/>
                </a:solidFill>
                <a:latin typeface="맑은 고딕"/>
                <a:ea typeface="맑은 고딕"/>
                <a:cs typeface="맑은 고딕"/>
              </a:rPr>
              <a:t>거절: 발주 없이 종료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요소_복습.svg" descr="illust_838032656067900121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다섯자리.svg" descr="illust_284521247656070611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주고받는것.svg" descr="illust_709628897224626619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추천안의 정비 시점</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추천안의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B-OEM</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세종료.svg" descr="illust_119106043224905493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층연결.svg" descr="illust_357870797454657826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6~7일차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걸린 시간과 거절의 비율</a:t>
            </a:r>
          </a:p>
          <a:p>
            <a:pPr algn="ctr">
              <a:lnSpc>
                <a:spcPct val="110000"/>
              </a:lnSpc>
              <a:spcAft>
                <a:spcPts val="400"/>
              </a:spcAft>
            </a:pPr>
            <a:r>
              <a:rPr sz="1350" b="0">
                <a:solidFill>
                  <a:srgbClr val="1F2A3A"/>
                </a:solidFill>
                <a:latin typeface="맑은 고딕"/>
                <a:ea typeface="맑은 고딕"/>
                <a:cs typeface="맑은 고딕"/>
              </a:rPr>
              <a:t>같은 수로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블록을 다시 쓸 때 바뀌는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승인 블록을 가져와 재고 보충 프로세스를 그리려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블록에서 재고 보충에 맞게 바꾸는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타이머의 기한 10분</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승인과 거절을 가르는 게이트웨이의 조건</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거절했을 때 닿는 끝 이벤트</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역할과 승인 뒤에 이어지는 첫 작업</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다시 쓰는 구조와 바뀌는 자리,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블록의 요소와 기한과 조건은 그대로 쓴다. 승인 역할과 승인 뒤의 첫 작업만 바꾼다.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