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이어지는 실습에서는 실행 환경의 준비 상태를 확인하고, 저장된 실제 사건 기록을 읽으며 경보에서 조치로 이어지는 근거를 찾아보겠습니다.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실행 환경을 확인한 뒤, 실제로 저장된 기록에서 데이터와 명령이 오간 근거를 읽는 겁니다. 기록 사이의 연결을 어떻게 판단할지도 작은 코드로 구현해 보겠습니다.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서비스마다 무엇을 확인해야 준비됐다고 말할 수 있는지 실제 환경과 대조하겠습니다. 이어 저장된 사건 기록을 읽고 연결을 검사하는 과정을 보여 드리겠습니다.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실패한 실행도 남길 만한 결과입니다. 어떤 입력에서 무엇을 기대했는데 실제로는 어떻게 나왔는지, 그 판단의 근거가 되는 화면이나 기록을 함께 남겨 보세요. 아직 원인을 찾지 못했다면 해결했다고 적지 않고, 확인할 항목을 남깁니다. 그래야 다음에 이어서 확인할 수 있습니다.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Notion에 첫 학습노트를 만들겠습니다. 제가 이해한 설명을 먼저 쓰고 교재와 대조한 뒤, 다시 찾을 수 있도록 출처를 연결하겠습니다. 필요한 검토에는 Copilot을 사용하되 설명의 근거는 직접 확인하겠습니다. 화면의 항목은 기록할 틀입니다. 무엇을 적을지는 제가 판단하고, 마지막에 첫 기록과 출처를 다시 열어 보겠습니다. 실습 자료를 받는 데서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실습에서 다룬 학습노트에는 각 부분의 역할과 그 역할을 나눈 이유를 남길 수 있습니다.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여기서 다룰 정상값과 보호 기준은 HYD 설비 모델에 정해 둔 값입니다. 다른 설비에도 그대로 적용하는 수치는 아니에요.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이것은 두 영역에서 우선해서 살필 위험을 비교한 겁니다. OT에서도 명령이 바뀌지 않게 지켜야 하고, IT에서도 서비스가 계속 동작해야 해요. 어느 한쪽에만 필요한 성질이라는 뜻은 아닙니다.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HYD에서는 이 방향을 수집 서비스의 동작으로 제한합니다. 그림의 화살표가 한쪽을 가리킨다는 이유로, 반대 방향의 통신을 물리 장치가 모두 막는다고 해석하면 안 됩니다. 여기서 확인할 것은 수집과 명령이 각각 어느 서비스를 거쳐 어떤 검사를 받는가입니다.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HYD 설계에서 맡은 일에 따라 나눈 것이고, 오른쪽의 세 영역은 각 구성 요소가 어느 망에 놓이는지를 나타냅니다. 다른 시스템도 반드시 아홉 계층으로 나누는 것은 아닙니다. 여기서는 번호보다 각 역할과 연결을 읽어 주세요.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서비스와 연결이 준비돼 있어야 합니다. 실습에서는 실행 구성을 읽고 기대 상태와 실제 관측을 비교해 확인표에 남기겠습니다. VS Code는 파일과 터미널을 다룰 작업 공간이고, Copilot은 이해가 막힌 부분이나 코드 검토에 도움을 받을 도구입니다. Python은 HYD의 자체 서비스와 일부 랩에 쓰는 언어입니다. Docker Desktop과 Compose로 서비스를 다루는 구체적인 순서는 실습에서 확인하겠습니다. 설치와 가입은 사전 준비이며, 이번에는 서비스가 무엇을 할 준비가 됐는지 판단하는 데 집중합니다.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환경 확인 뒤에는 교재에 보관된 사건 기록을 읽겠습니다. 정비 담당자가 작업지시를 받았을 때, 어떤 판단에서 나온 작업인지 기록을 거슬러 찾는 활동입니다. 비교한 항목과 값, 판단 이유, 원본 위치를 연결표에 남기겠습니다. 입력을 읽고 결과를 저장하는 틀은 제공되어 있고, 비교 함수 하나는 직접 구현합니다. 자료를 읽고 기준을 정한 뒤 필요한 부분을 Copilot에 요청하고 변경과 결과를 검토하겠습니다. 자료가 부족하면 그 범위도 함께 남깁니다. 먼저 실행 환경을 확인하고 이어서 기록 추적으로 진행하겠습니다.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실습에서는 저장된 기록을 읽고, 기록 사이의 연결을 무엇으로 확인할지 살펴봤습니다. 이제 교재에 제시된 쿨러 사건으로 돌아가 원인과 조치를 정하는 데 어떤 지식이 필요했는지 알아보겠습니다. 교재의 사례에서는 팬을 돌리는 명령과 핀 세척 작업지시가 핀 오염이라는 판단에서 나왔습니다. 앞 실습의 발췌 자료에서 확인한 범위와 섞지 않고, 지금 화면의 사건 근거를 따라가겠습니다.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교재의 쿨러 사건에서 저장한 값을 시간 순서로 놓은 그래프입니다.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이 판단은 이 설비의 매뉴얼이 정한 후보와 판별 기준 안에서 내린 것입니다. 낮은 진동 하나만으로 모든 설비에서 핀 오염을 확정하는 법칙은 아니에요. 여기서도 냉각 효율 조건을 함께 확인했고, 다른 후보의 증거와 비교했습니다.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교재의 사건에서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왼쪽은 앞에서 본 핀 오염 사건의 실행 결과입니다. 팬 속도를 올리자 바람이 늘고 유온이 내려갔습니다. 오른쪽은 팬 베어링이 닳았을 때 같은 조치를 하면 어떤 일이 생기는지, 이 설비 모델의 동작으로 비교한 경우예요. 같은 속도로 올리면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 근거가 남았다고 답이 자동으로 옳아지는 것은 아닙니다. 다른 설비의 값을 읽었거나 오래된 기준을 적용했다면, 그 기록을 보고 잘못된 연결을 찾아 고쳐야 합니다. 조회와 기록은 판단을 검토할 수 있게 만드는 바탕입니다.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지금 배운 대상과 관계를 쿨러 사례에 적용하겠습니다. 핀 오염 가지를 먼저 그리고 팬 구동 불량 가지를 더해, 증거와 조치가 어떻게 달라지는지 비교할 겁니다. 완성 그림을 옮기는 대신 교재와 매뉴얼의 근거를 찾아 관계를 정하겠습니다. 판단이 어려운 대목은 자신의 해석과 원문으로 질문합니다. 마지막에 두 가지를 비교하고 편집 파일을 저장해 다시 여는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교재에 제시된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기록은 무엇을 확인했는지 나누어 보겠습니다.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세 문제로 확인해 보겠습니다. 제가 문제마다 무엇을 비교해야 하는지 먼저 짚겠습니다. 세 문제를 읽은 뒤 정답과 그 판단 이유를 이어서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저는 경보 이름보다 문제에서 달라진 값을 먼저 보겠습니다. 그 값이 어느 후보의 판별 기준에 해당하는지 대조해야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저는 먼저 두 대상의 종류를 확인하고, 각 보기를 출발 대상이 주어가 되는 문장으로 읽겠습니다. 관계 이름만이 아니라 방향까지 맞아야 같은 사실을 나타낼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보기는 추천과 동시에 전송된다는 것, 그래프에 연결돼 있어서 실행된다는 것, 시간이 지나면 저절로 실행된다는 것, 아직 명령을 만들지 않고 승인을 기다린다는 것입니다. 저는 추천을 맡은 주체와 명령을 만드는 주체, 그 사이에 필요한 결정을 나누어 판단하겠습니다.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대상의 종류와 실제 대상을 구분하고, 일관된 지식 구조를 만들겠습니다. 그래프에서 필요한 관계를 찾아보고, 매뉴얼에 있는 조치의 조건과 제한도 함께 다룰 거예요. 오늘 정리한 그림과 출처 기록을 그 작업의 입력으로 다시 사용하겠습니다.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온라인 1회차</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480344114152918069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5263397904432558617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565484732613456725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1153164944310087487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2"/>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3"/>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4"/>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5"/>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교재 예시의 처리 기록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기록이다.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57279581453338456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6925840451338762003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646993592670281952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378200844204195041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1744539338202103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