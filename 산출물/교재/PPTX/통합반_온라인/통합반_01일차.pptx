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배운 내용을 자신의 지식으로 남기는 방법을 익히고 개인 학습노트를 만듭니다. 이어서 제조 설비에서 AI의 판단과 조치까지 이어지는 HYD의 구조를 계층별로 살펴보고, 데이터가 오가는 길을 따라갑니다. 실행 환경을 갖춘 뒤에는 설비 이상 한 건이 처리되는 과정을 포털에서 확인합니다. 마지막으로 이 시스템의 판단에 왜 온톨로지가 필요한지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하지만 읽기 쉬운 형태로 바뀌었을 뿐, 그 내용이 머릿속에 들어온 것은 아닙니다. 더 큰 문제는 잘 정리된 문서를 보며 그 내용을 내가 안다고 착각하는 것입니다. 자료를 덮고 백지에 직접 써 보면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내용을 써 봅니다. 타이핑해도 되고 말로 풀어 받아 적게 해도 되며, 처음에는 한 가지를 깊이 파기보다 아는 내용을 넓게 훑으며 쭉 써 봅니다. 그러면 틀린 곳, 횡설수설한 곳, 막혀서 더 쓰지 못하는 곳이 드러나는데, 바로 그 부분이 공부할 범위입니다. 먼저 틀린 곳과 횡설수설한 곳을 바로잡아 전체의 줄기를 잡습니다. 그런 다음 막힌 곳을 하나씩 골라 깊이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곳에 집중합니다. 모르는 용어의 뜻을 묻고, 설명에 또 모르는 말이 나오면 다시 묻습니다. 초등학생도 알아들을 수 있게 풀어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 않는다면 같은 뜻의 쉬운 말로 이해해도 됩니다. 내 말로 풀어낼 수 있어야 다른 말로 물어도 답할 수 있습니다. 앞으로 배우는 내용도 넓게 써 보고 고친 다음, 막힌 곳을 깊이 파며 정리합니다. 이렇게 내 말로 풀어 쓴 기록을 개인 학습노트에 쌓으면 이 과정에서 만드는 지식 자산이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기록을 남기는 것과 나중에 다시 쓰는 것은 다릅니다. 개념을 내 말로 쓰고 출처를 연결해 두면, 설명이 맞는지 원문으로 돌아가 확인할 수 있습니다. 실습 과정과 결과까지 연결하면 개념을 어디에 썼는지도 찾을 수 있습니다. 이해가 바뀔 때 기록을 보완하며 자신의 지식으로 쌓아 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학습 기록을 담을 틀을 만듭니다. 과정 홈 아래에 개념 정리, 참고 자료, 실습 결과의 자리를 마련하고 학습노트에 분류 정보를 붙입니다. 개념 하나를 내 말로 쓴 뒤 참고 자료와 연결하면 첫 기록이 완성됩니다. 작성한 설명과 출처가 맞는지 검토하고, 완성 노트에서 기록을 찾아 출처로 돌아갈 수 있는지 확인합니다. 페이지와 링크를 다루는 법은 실습에서 직접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생기는 압력과 온도는 센서를 거쳐 계측값이 됩니다. PLC는 그 값을 읽어 제어 출력을 정하고, 관제 화면은 사람이 상태를 보고 조작하는 자리가 됩니다. HYD-01에서는 유온 TS1을 읽고 팬 속도와 펌프 부하를 조정합니다. 이 데이터를 수집해 판단과 조치에 쓰는 구조도 같은 출발점을 가집니다.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파워팩 HYD-01은 탱크의 작동유를 모터와 펌프로 보내 압력을 만들고, 부하를 거친 작동유를 쿨러에서 식혀 다시 탱크로 돌려보냅니다. 팬은 쿨러에 바람을 보내 열을 공기로 내보냅니다. 태그는 계측값의 이름이며, TS1은 쿨러로 들어가기 직전의 작동유 온도입니다. 정상 운전점은 유온 48 ℃, 토출 압력 182 bar, 팬 진동 0.6 mm/s이며 냉각 효율 CE는 84 %입니다.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1은 센서 네트워크와 설비이며, 제어 판단은 설비 옆 PLC가 맡습니다. PLC는 스캔 주기마다 입력을 읽고 프로그램을 실행해 출력을 쓰며, 팬 속도와 부하의 설정값을 적용합니다. 위험 조건에서는 인터록이 우선해 설비를 보호 정지시킵니다. 서버의 응답을 기다리지 않으므로 통신 지연이나 단절 중에도 현장 보호 판단을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세 조건 모두 그대로 두면 설비가 손상될 수 있는 상태입니다. 유온 65 ℃와 팬 진동 2.0 mm/s는 이 단원의 경보와 조치 사례에서도 쓰이는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반복해서 판단하려면 그사이에 오가는 신호도 매번 제시간에 도착해야 합니다. 지연은 걸리는 시간이고 지터는 그 시간이 흔들리는 정도이며, 결정성은 최악의 경우에도 시한 안에 도착하는 성질입니다. 사무 통신이 지연의 변동을 어느 정도 허용하는 것과 요구가 다릅니다. 암호화와 인증이 없는 전통 Modbus의 보호 한계는 망 구조와 상위 계층이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이름을 붙여 보내기 전의 설비 상태 값이고, 아래쪽은 수집 메시지입니다. 엣지 게이트웨이는 ts1 값을 태그 TS1에 대응시키고 보낸 시각과 품질을 붙입니다. 태그 메시지와 별도로 운전 모드, 팬 속도, 부하, 인터록 상태도 보냅니다. 냉각 효율 CE는 직접 계측한 값이 아니라 계산으로 얻는 가상 센서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받아야 하는 곳은 운전 화면과 수집 서비스이며 더 늘어날 수 있습니다. 점대점 방식에서는 송신자가 각 수신자의 주소를 알고 직접 연결하므로, 수신자가 늘면 송신 측도 고쳐야 합니다. 이런 변경 의존을 강한 결합이라고 합니다. 브로커를 사이에 두면 송신자는 브로커에만 보내고 수신자가 구독을 등록하므로 느슨한 결합이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MQTT(Message Queuing Telemetry Transport)는 작은 장치와 불안정한 네트워크를 위한 가벼운 발행 · 구독(Publish/Subscribe) 규약이며, 가운데의 메시지 브로커를 줄여 브로커라고 합니다. 먼저 운전 화면과 수집 서비스가 받을 토픽을 브로커에 구독해 둡니다. 엣지 게이트웨이가 유온 값을 토픽 plant/hyd01/tag/TS1로 발행하면, 브로커는 그 순간 이 토픽을 구독 중인 모든 구독자에게 메시지를 전달합니다. 이 계측 메시지는 그 순간의 전달에 쓰이므로, 나중에 연결한 구독자는 지나간 값을 받지 못합니다.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계측 토픽을 나누면 공장, 설비, 종류, 태그 이름의 네 칸입니다. HYD에는 같은 구조의 유압 파워팩이 세 대 있어 설비 자리만 hyd01, hyd02, hyd03으로 바뀝니다. 운전 상태 토픽은 태그 이름 없이 세 칸으로 끝납니다. 구독자는 토픽을 지정해 필요한 메시지만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구독 등록이 먼저 있고, 발행 뒤에는 브로커가 구독자에게 메시지를 밀어 줍니다. QoS는 전달 보장 수준이며, QoS 1에서는 중복 전달이 가능하므로 받는 쪽의 중복 검사가 필요합니다. 보존 메시지는 새 구독자에게 마지막 한 건을 주는 기능으로 과거 이력 저장과는 다릅니다. HYD의 태그 값은 보존하지 않지만 운전 상태는 보존하며, 명령은 새로 연결했을 때 지난 명령이 실행되지 않도록 보존하지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안전을 우선합니다. 업무 데이터를 다루는 IT는 외부 연결을 통한 침해에 노출되어 있어 기밀성과 무결성을 중시합니다. 그래서 망 분리(Network Segmentation)로 두 영역을 나누고, 사이에 완충 구역을 둡니다. 설비를 지키는 판단을 PLC에 맡긴 것도 IT 쪽 서버를 거치지 않게 하기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DMZ는 OT와 IT 사이에서 연결을 제한하는 완충 구역입니다. 수집 서비스는 OT 브로커를 구독하고 받은 데이터를 IT 이벤트 로그로 옮깁니다. 이 서비스는 OT 쪽으로 아무것도 발행하지 않으며, 자동 명령은 별도의 명령 관문을 거칩니다. 경로를 나누고 검사하는 구조가 현장 통신 규약에 부족한 보호 기능을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브로커의 메시지이고 아래쪽은 수집 서비스가 이벤트 로그에 남긴 레코드입니다. 토픽 경로에 있던 hyd01과 TS1이 asset과 name으로 본문 안에 들어왔습니다. 보낸 시각 t, 값 v, 품질 q는 함께 옮겨집니다. 키 hyd01은 같은 설비의 레코드를 같은 파티션에 모으는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로그는 전달이 끝난 메시지를 기록으로 남겨 여러 소비자가 다시 사용할 수 있게 합니다. 감지 서비스와 저장 서비스는 서로의 읽기 속도에 맞출 필요 없이 각자의 위치를 관리합니다. 오프셋은 파티션 안의 위치이며, 순서도 그 파티션 안에서 보장됩니다. 다시 읽을 수 있는 범위는 보존 기간까지이고, HYD의 태그 원본 로그는 하루를 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때와 알아차리는 때 사이에 지연이 생깁니다. 감지 서비스는 데이터가 기록되는 대로 받아 조건과 비교합니다. 이렇게 끊임없이 도착하는 데이터를 그 자리에서 처리하는 방식이 스트림 처리입니다.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맨 위의 세 조건을 보겠습니다. 유온이 55 ℃를 넘고, 냉각 효율이 70 % 아래이며, 유온이 오르는 중이어야 쿨러 성능 저하로 봅니다. 값 하나의 임계치 대신 여러 값의 조합과 추세, 지속 시간으로 판정하는 방식을 복합 이벤트 처리(CEP, Complex Event Processing)라고 합니다. 그래프에서 유온이 55 ℃를 넘은 11시 13분 4초와 경보가 난 11시 13분 8초를 차례로 짚어 봅니다. 경보가 성립하려면 조건이 이어져야 하는 시간을 유지 시간이라고 하며, 값이 잠깐 튀었다가 돌아오면 경보는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울리는 조건과 해제되는 조건은 다릅니다. 유온이 55 ℃를 넘는 복합 조건으로 발생하고, 52 ℃ 아래로 내려가 상승하지 않는 상태가 이어져야 해제됩니다. 이렇게 두 기준을 나누는 것이 히스테리시스입니다. 품질이 나쁘거나 값이 빠졌다고 설비가 회복된 것은 아니므로, 데이터 누락만으로 경보를 해제하지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 자체가 아니라 어떤 일이 일어났는지를 남긴 기록입니다. 식별자는 경보 한 건을 가리키고, 패턴은 쿨러 성능 저하 조건이 성립했음을 나타냅니다. 계측값은 계속 바뀌므로 경보가 난 순간의 유온 55.71 ℃와 냉각 효율 46.2 %를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이상은 흐르는 데이터에서 감지하지만, 과거 값을 시각으로 찾아보려면 따로 저장해 두어야 합니다. 계측값 하나가 시각, 설비, 태그 이름, 값으로 이루어진 한 행에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보더라도 세 곳의 반응 기준과 역할은 다릅니다. 감지 서비스는 유온 55 ℃ 초과, 냉각 효율 저하, 유온 상승이 정해진 시간 동안 이어지면 경보를 냅니다. 운전 화면은 60 ℃를 기준으로 알람을 표시하고, PLC는 유온이 65 ℃를 넘으면 인터록으로 설비를 세웁니다. 경보와 알람은 상황을 알리고, 인터록은 보호 정지를 실행합니다. 인터록은 사람이 리셋해야 풀리므로, 그 전에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7은 판단의 근거가 되는 관계와 기준을 보관하고, Layer 8의 에이전트는 그것을 실제 값과 대조해 진단하고 추천합니다. 에이전트에게는 설비 명령 권한이 없습니다. Layer 9에서 담당자가 추천과 근거를 보고 판단하는 구조를 HITL이라고 합니다. 프로세스 엔진은 승인된 조치만 실행하며 응답과 재관측 결과를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엔진이 만든 명령은 이벤트 로그의 action.cmd에 기록됩니다. 명령 관문이 승인 기록과 명령 내용을 검사하고, 통과한 명령만 브로커와 엣지 게이트웨이를 거쳐 PLC에 닿습니다. PLC는 설비 상태와 설정값 범위를 다시 검사합니다. 명령서가 정상이더라도 설비가 받을 수 없는 상태라면 거부하는 여러 겹의 보호가 심층 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 관문은 형식과 허용 조치뿐 아니라 만료, 중복, 승인 기록, 운전 모드, 빈도를 검사합니다. 승인자 이름만 적혀 있다고 통과하는 것이 아니라 승인 장부의 명령 내용과도 대조합니다. PLC는 모드와 출처부터 다시 확인하고, 팬 속도 0에서 100 %, 부하 60에서 100 %의 범위와 인터록을 검사합니다. 두 검사를 모두 통과해야 설정값이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명령은 11시 14분 57초에 나갔고, 응답은 58초에 돌아왔으며 이 단계의 실측 소요는 865밀리초였습니다. cmdId는 명령을 식별하고 PLC가 그 식별자로 중복을 검사합니다. ACK의 DONE과 PASS는 명령이 실행되고 인터록이 정상이라는 뜻입니다. 실제 회복은 유온을 다시 읽어 55 ℃ 아래인지와 경보가 해제되었는지를 함께 확인해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어디서 왔고 어떻게 바뀌어 판단에 쓰였는지 남긴 내력이 데이터 리니지입니다. 센서가 잰 유온 계측값이 원천 데이터이고, 감지 서비스가 그 변화로 계산한 기울기가 가공 데이터입니다. 화면의 가공 레코드에는 유온 값과 계산한 기울기가 함께 실려 있습니다. 기울기가 0보다 크다는 것은 세 번째 경보 조건이며, 조건이 성립해 기록된 경보를 바탕으로 판단 결과가 나왔습니다. 판단이 어떤 계측값에서 비롯되었는지 거꾸로 되짚을 수 있는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건을 처리하는 사건에는 판단과 명령, 작업지시가 연결됩니다. 명령은 팬 속도를 바꾸고, 작업지시는 남아 있는 핀 오염을 제거하는 작업을 남깁니다. 작업지시가 참조하는 판단 기록에서 출발해 원인과 증거, 경보 당시의 계측값을 거슬러 확인할 수 있습니다. 서로 다른 기록이므로 식별자도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살펴본 구조를 모으면, Layer 1~3은 설비와 제어기, 엣지 게이트웨이와 브로커, 이벤트 로그입니다. Layer 4~6은 스트림 처리, 시계열 저장소, 관제 화면입니다. Layer 7~9는 온톨로지, AI 에이전트, 프로세스와 승인·앱입니다. 계층은 하는 일에 따른 구분이고, 오른쪽 세 칸은 각 요소가 놓인 망에 따른 보안 영역입니다. 파란 점은 각 계층이 놓인 영역을 나타내며,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실선은 PLC에서 나온 태그 값이 엣지 게이트웨이와 브로커, 수집 서비스를 거쳐 IT로 올라가는 경로입니다. 이벤트 로그의 기록을 감지 서비스가 읽어 이상을 판단합니다. 아래쪽 점선은 반대로 프로세스 엔진에서 출발한 승인된 자동 명령이 이벤트 로그, 명령 관문, 브로커, 엣지를 거쳐 PLC에 닿는 경로입니다. 데이터 수집과 자동 명령의 경로를 나누고 명령 관문과 PLC에서 검사해 설비를 보호합니다.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준비된 환경에서 HYD 서비스를 실행하고 상태를 확인합니다. VS Code에서 GitHub Copilot에 말로 요청하고 AI가 쓴 코드를 실행하며 고쳐 가는 방식을 바이브 코딩이라고 합니다. Docker Compose는 파일에 정의된 여러 서비스를 함께 실행하며, 모든 프로그램을 대신 실행하는 것은 아닙니다. 컨테이너 상태와 주요 서비스 접속을 확인하고 포털이 열리면 목표 상태에 도달한 것입니다. 각자 실행한 결과를 정상 구성과 대조하고, 완성 환경에서 서비스 상태와 포털 접속을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경보부터 승인·실행·재관측까지 어떤 정보가 전달되는지 먼저 관찰합니다. 그 뒤 작업지시가 어떤 판단에서 나왔는지 기록의 참조를 거슬러 찾습니다. 작업지시·판단·사건·경보를 순서대로 나열하는 데서 멈추지 않고, 연결을 증명하는 참조 칸을 표시합니다. 판단의 원인 증거와 경보 당시의 관측값도 구별합니다. 마지막에는 완성 연결표와 완료 기록을 대조하며 각 연결의 근거를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값으로 쿨러 사건을 살펴보면, 위쪽은 유온이고 아래쪽은 냉각 효율입니다. 경보는 11시 13분 8초에 났지만 조치는 108초 뒤에 승인되었고, 그동안 유온은 61.8 ℃까지 올랐습니다. 경보만으로는 원인을 알 수 없어, 원인을 가리고 조치안을 비교하는 과정이 필요했습니다. 체온계의 고열 표시처럼 이상은 바로 알 수 있어도 원인은 따로 확인해야 합니다. 다만 이 사건에서는 응급 조치를 고를 때도 원인 판단이 먼저 필요했습니다.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사건의 판단을 네 질문으로 나누어, 다섯 문장으로 살펴보겠습니다. 46.2만으로는 무엇을 잰 값인지, 단위와 기준이 무엇인지 알 수 없어 어느 질문에도 답하지 못합니다. 대상과 단위가 붙으면 「지금 얼마인가」에, 기준이 붙으면 「벗어났는가」에 답할 수 있습니다. 태그 이름과 경보 조건이 이 역할을 합니다. 아래 두 줄처럼 정보가 원인으로, 원인이 조치로 이어진 지식이 있어야 「왜 벗어났는가」와 「무엇을 할 것인가」에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오염은 먼지나 유막이 핀을 막는 것이고, 팬 구동 불량은 팬이 제 속도를 내지 못하는 것이며, 주변 온도 상승은 설비 주변 공기가 더운 상태입니다. 유온 상승만으로는 세 원인을 가릴 수 없어, 확인할 값과 기준인 증거를 대조합니다. 냉각 효율의 30초 평균 46.2 %와 팬 진동의 2분 평균 0.575 mm/s는 핀 오염 기준에 맞습니다. 팬 진동과 캐비닛 온도의 평균은 나머지 두 원인의 기준에 못 미칩니다.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원인에 따라 조치가 달라지기 때문입니다. 핀이 막혔으면 세척하고, 팬에 문제가 있으면 벨트를 점검하며, 주변 공기가 더우면 환기를 보강합니다. 원인에 맞지 않는 조치로는 근본 문제를 해결할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 속도를 올려도 핀은 여전히 막혀 있어 냉각 효율은 기준 아래에 머물렀습니다. 원인을 없애는 근본 조치는 핀 세척이며, 작업지시로 따로 등록되었습니다. 매뉴얼은 팬 100 % 연속 운전을 24시간 안으로 제한하고, 핀 세척은 설비보전팀장이 승인하도록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멈춥니다. 유온이 오르면 팬 속도를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 보겠습니다. 센서 값, 운전 상태, 매뉴얼, 생산 일정은 서로 다른 곳에 있습니다. 센서 값과 운전 상태는 운전 중 바뀌며, 생산 계획과 실적을 관리하는 MES에는 긴급 오더의 납기까지 약 6시간이 남았다고 기록되어 있었습니다. 그림의 점선은 이 정보들을 지식으로 연결하기 전의 상태를 나타냅니다.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매뉴얼 문장에는 원인 후보와 확인할 값, 기준이 모두 들어 있지만 사람이 읽고 해석해야 합니다. 이를 컴퓨터가 따라가게 하려면 오른쪽의 세 연결을 명시해야 합니다. 경보가 매뉴얼의 어느 대목에 해당하는지, 그 기준을 어느 태그 값과 비교할지, 확인한 원인에 어떤 조치가 맞는지를 잇는 것입니다. 정보가 있는 곳을 찾는 데서 나아가, 판단에 필요한 관계를 기록해야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숙련자는 증상을 확인하고 고장 유형을 짐작한 뒤 원인 후보를 떠올립니다. 후보마다 볼 센서를 알고 실제 값을 기준과 대조한 다음 생산 일정까지 고려해 조치를 고릅니다. 이 연결이 머릿속에만 있으면 사람마다 후보와 순서가 달라지고 숙련자가 없을 때 판단이 늦어집니다. 쿨러 사건에서도 경보 뒤 2분이 되기 전에 유온이 61.8 ℃까지 올랐으므로, 컴퓨터가 같은 경로를 따라갈 수 있게 연결을 기록할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표에서는 원인과 확인할 값이 여럿이라 같은 고장 유형이 네 행에 반복됩니다. 매뉴얼의 문장은 사람이 읽고 해석해야 하며, 판별 기준을 코드에 직접 넣으면 기준이 바뀔 때 코드도 고쳐야 합니다. 표를 컴퓨터가 읽을 수 없거나 코드에 근거를 남길 수 없다는 뜻은 아닙니다. 대상과 관계, 판별 기준을 별도 지식으로 두면 사람이 검토하고 컴퓨터가 따라가며 프로그램과 독립적으로 고칠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하지만 이 설비의 매뉴얼과 현재 값을 주지 않으면 답의 근거를 확인할 수 없습니다. 적어 둔 지식과 값을 조회하게 하고 그 과정을 기록하면 무엇을 근거로 판단했는지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머릿속 지식을 정해진 형식으로 정의해 사람과 컴퓨터가 같은 뜻으로 쓰게 하는 모델입니다. 대상의 종류를 나누고, 유온의 단위와 정상값 같은 속성을 적습니다. 같은 고장 유형에서 조치로 이어져도 MITIGATED_BY는 완화, REMEDIED_BY는 근본 조치라는 뜻을 구별합니다. 제약은 CAUSES의 양 끝을 원인과 고장 유형으로 정하므로, 「유온 상승 — CAUSES → 팬 최대 운전」처럼 증상에서 조치로 이은 연결은 어긋납니다. 정의를 적었다고 자동으로 검사가 실행되는 것은 아니며 검증이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어떤 사람은 온도 상승이라고 하고, 어떤 사람은 과열이라고 합니다. HYD의 온톨로지는 이 말들을 유온 상승이라는 하나의 대상에 묶어 두고, 구성 요소인 오일 쿨러도 쿨러나 열교환기라는 말과 묶어 둡니다. 그래서 누가 어떤 말로 부르든 같은 대상을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원인과 고장 유형 사이의 뜻을 정한 정의, 그 정의에 맞춰 채운 쿨러 지식, 이를 저장하는 도구와 사람이 보는 그림을 같은 연결로 구별한다. 그림이나 DB에 저장됐다는 사실만으로 뜻이 올바른 것은 아니다. 계속 바뀌는 계측값은 시계열 저장소에서 읽는다.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핀 오염과 오른쪽의 냉각 성능 상실은 각각 대상 하나를 나타내는 노드입니다. 관계 CAUSES는 핀 오염에서 냉각 성능 상실로 향하며 「일으킨다」로 읽습니다. 같은 방식으로 INDICATES는 「유온 상승은 냉각 성능 상실을 가리킨다」, MITIGATED_BY는 「냉각 성능 상실은 팬 최대 운전으로 완화된다」로 읽습니다. 문장이 자연스러운지 확인한 뒤 실제 사실과 양 끝 대상의 종류도 맞는지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설비·구성 요소·센서를 진단 지식에 연결하면 같은 지식을 다른 설비의 값에도 적용할 수 있습니다. HYD-01의 구성 요소인 오일 쿨러는 유온 센서 TS1로 계측되며, 이 센서에서 유온 상승이라는 증상이 관측됩니다. 증상인 유온 상승과 원인인 쿨러 핀 오염은 모두 쿨러 냉각 성능 상실로 이어지고, 이 고장 유형은 오일 쿨러에서 발생하며 팬 최대 운전으로 완화됩니다. 조치 방법은 단계(Step)를 거쳐 매뉴얼 HM-8.5를 근거로 가리키지만, 지도에서는 그 단계를 줄여 화살표 하나로 나타냈습니다. 고장 유형에 연결된 완화 조치 후보는 원인 확인 전에도 찾을 수 있지만, 실제 추천은 원인과 증거를 확인한 뒤에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뜻이 정합니다. CAUSES는 원인이 고장 유형을 일으킨다는 뜻이므로 원인에서 고장 유형으로 저장됩니다. 경보에서 출발하면 고장 유형에 먼저 도착하므로, 컴퓨터는 들어오는 CAUSES를 거슬러 원인 후보를 찾습니다. 반대 방향의 관계를 새로 만드는 것이 아니라 저장된 관계를 거슬러 따라가는 것입니다. 잘못된 것은 거슬러 조회하는 일이 아니라 관계 이름과 저장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두 걸음으로 나누어 보겠습니다. 출발점인 경보에는 쿨러 성능 저하라는 이상 패턴의 이름 COOLER_DEGRADATION이 실려 옵니다. 이상 패턴은 DETECTS로 유온 상승이라는 증상을 감지하고, 증상은 INDICATES로 쿨러 냉각 성능 상실이라는 고장 유형을 가리킵니다. 앞의 지도에서 생략한 이상 패턴이 경보와 지식 그래프를 잇는 입구입니다.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들어오는 CAUSES를 거슬러 원인 후보 셋을 모읍니다. 원인마다 EVIDENCED_BY로 연결된 증거에 어떤 값을 어느 기준과 비교할지 적혀 있어, 해당 값을 시계열 저장소에서 읽어 대조합니다. 평균값인 냉각 효율 46.2 %와 팬 진동 0.575 mm/s가 기준에 맞아 쿨러 핀 오염으로 판단하고, 나머지 둘은 배제합니다. 조치는 고장 유형에서 MITIGATED_BY를 따라 팬 최대 운전을 찾습니다. 판별 기준은 지식 그래프에 두고 바뀌는 값은 저장소에서 읽으며, 이렇게 숙련자의 머릿속 연결을 컴퓨터가 따라갑니다. 모든 후보에 대해 통과한 증거가 없거나 조회가 불완전하면 조치를 보류합니다. 관계가 있다고 원인이 확정되는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진단 값을 다시 계산하지 않고 기록을 검토하는 관점으로 읽는다. 핀 오염을 선택한 이유와 다른 후보의 배제 근거, 값을 읽은 출처, 조치 방법에서 단계와 매뉴얼 절로 가는 연결을 확인한다. 대안은 팬 최대 운전이 1순위이고 부하를 낮추는 두 안은 공동 2순위다. 순위 계산식과 점수 성분은 여기서 다루지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공통 기준을 정의하고, 에이전트는 조회한 증거와 값을 대조해 조치를 추천합니다. 담당자의 승인 시점에는 시스템이 현재 값으로 실행 가능성을 다시 확인합니다. 거절은 추천안의 명령을 만들지 않고 거절 기록을 남기는 것이며, 설비를 정지시키는 동작은 아닙니다. 승인된 명령의 실행 뒤에도 재관측으로 회복을 확인하며, 완화하지 못하면 사건을 사람에게 다시 넘깁니다. 온톨로지는 이 판단의 바탕이며 스스로 조치를 결정하지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핀 오염 사례의 대상과 관계를 그림 한 장으로 만듭니다. 그 그림을 유지하면서 팬 구동 불량이라는 다른 원인 가지를 더합니다. 팬 진동의 판별 기준과 팬 점검 근거는 HM-8 원문에서 확인합니다. 두 원인이 같은 고장 유형으로 이어져도 증거와 손볼 곳은 다르다는 점이 그림에 보여야 합니다. 완성 그림의 화살표를 문장으로 읽고 원문과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행이 경보, 원인 진단, 실행 승인, 명령 처리, 완화 확인 중 무엇을 뒷받침하는지 먼저 고른다. 특히 명령 처리와 완화 확인을 구별한다. 마지막 행이 핀 세척 완료를 뜻하지 않는 이유도 설명한다. 정답은 대본에서 확인하며 화면에 결과를 미리 적지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명칭은 화면에서 확인하고, 대본에서는 각 용어와 뜻을 짚습니다. 사건의 흐름은 앞의 복습에서 다뤘으므로 여기서는 다시 설명하지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사실과 원인 판단을 구분하는 문항입니다. 앞의 사건과 다른 값을 넣은 가정이며, VS1은 팬 진동이고 TS4는 캐비닛 온도입니다. 화면의 값을 판별 기준과 대조해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관계를 문장으로 읽었을 때 뜻이 맞는지 확인하는 문항입니다. 보기를 하나씩 문장으로 읽어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 묻는 문항입니다. 시연에서 에이전트가 한 일과 담당자가 승인한 뒤에 일어난 일을 떠올려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 봅니다. 둘째 문항의 2번에서 INDICATES는 증상에서 고장 유형으로 이어지는 관계이므로, 원인을 주어로 두면 양 끝의 종류가 맞지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111079500486733433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1140012041638776379_1791978726.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300933147483522596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7939629462899862679_1792087622.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터미널 작업을 하는 도구이다</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실행을 한곳에서 진행한다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 서비스와 랩 코드를 작성하는 프로그래밍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사건의 처리 기록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439792888161048980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8414790195954608165_1791959960.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2911196832674827137_179197872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604284942316077585_17920876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8292000020485657741_17920876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