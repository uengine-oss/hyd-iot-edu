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경계값과 여러 규칙이 맞는 경우까지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정해진 운전시간마다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완화와 근본 조치의 차이가 쿨러 사건에서 그대로 나타났습니다. 팬 최대 운전 뒤 유온은 내려가 경보가 해제되었지만 냉각 효율은 경보 기준에도 못 미쳐, 핀 오염을 없애는 핀 세척을 작업지시로 따로 등록했습니다. 재관측 구간에서 유온이 55 ℃ 미만이었던 몫은 58 %여서, 이 기록만으로 매뉴얼의 15분 유지를 채웠다고 하지 않습니다. 경보 해제, 완화 성공, 정비 완료는 서로 다른 완료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무엇에 답할지가 표의 물음이 되고, 이 물음 하나를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행의 하나는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범위 표기를 위한 예이며,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다섯 가지이고, 출력마다 그 출력을 내는 결정표가 다릅니다. 후보 선택 표는 고장 유형이 냉각 성능 상실이면 완화 조치 셋을, 원인이 핀 오염이면 핀 세척을 올리며, 그 가운데 고장 유형에 관계로 이어진 조치가 쿨러 사건의 후보 넷이 됩니다. 규정 적합성 표에서 제외된 조치는 다른 면에서 아무리 좋아도 고를 수 없고, 감점은 후보에 남기되 팬 수명 손실만큼 깎아서 견주게 하며, 경고는 승인하는 사람이 알아야 할 사항을 붙입니다. 순위 결정표의 행은 남은 후보에 점수를 매길 식, 순위 정책을 담습니다.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 값을 알아도 모든 후보가 빠질 수 있어서, 설비가 보호 정지 상태이면 리셋 말고는 어떤 후보도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선택의 답은 어떤 조치를 비교할지이고, 규정 검사의 답은 그 후보를 쓸 수 있는지와 주의할 점입니다. 순위 평가는 남은 후보를 하나의 정책으로 비교합니다. UNIQUE는 후보 수를 하나로 제한하는 말이 아니라 적용할 순위 정책을 하나로 정하는 말입니다. 원인 진단은 증거 가중치로 별도 계산하므로 네 단계가 모두 결정표 평가인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DMN의 개념으로 판단을 설명하는 것과 표준 모델 파일을 그대로 실행하는 것은 다른 일입니다. 표준의 조건 식 언어는 FEEL이지만 여기서는 입력 하나 · 연산자 하나 · 기준값 하나의 TESTS 관계로 조건을 적고, 표준 엔진 대신 평가 함수가 그래프의 규칙을 읽어 판정합니다. 실제로 실행하는 세 결정표는 선언된 Hit Policy와 평가 방식이 다르면 판정하지 않고 거절하며, 원인 진단 표의 PRIORITY 선언은 이 평가 함수의 실행 대상이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낮아지면 한계까지 남은 여유는 커집니다. 먼저 무엇에서 무엇을 빼는지 확인하고, 목표값과 비교합니다. 기간 평균이 아니라 최고 유온을 쓰는 까닭은 가장 한계에 가까웠던 때를 보기 위해서입니다. 목표와 경고·위험 기준은 역할이 다르며, 지표의 위험 기준과 PLC의 실제 보호 정지 조건을 동일시하지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기록에서 설비는 보호 정지 없이 가동했지만, 가장 뜨거웠을 때의 온도 여유는 목표에 못 미쳤습니다. 한계에서 최고 유온을 뺀 실제값과 목표의 차이를 확인합니다. 두 지표는 서로 모순이 아니라 다른 질문에 대한 답입니다. 이 24시간 집계는 쿨러 사건 한순간의 계측값과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같은 기간의 설비별 여유를 두 방식으로 모았습니다. 평균은 전체 수준을 보여 주지만 한 설비의 작은 여유를 다른 설비의 큰 여유로 덮을 수 있습니다. 무재해 운전의 인터록 여유는 가장 한계에 가까운 설비를 확인하려는 지표이므로 최솟값으로 집계합니다. 평균은 기록된 세 값을 새로 계산한 비교값이며, 시스템이 보고한 KPI 실적은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재므로, 결과가 나오기 전에 손쓸 자리를 알려 줍니다. 측정 주기만으로 선행과 후행을 구분하지 않습니다. 둘은 영향의 경로로 이어져서, 펌프 부하를 낮추면 생산량이 줄고, 생산량 감소는 납기를 지키는 데 부담을 주며, 실제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조건에서 품질 저하가 클레임과 브랜드 신뢰, 매출에 미칠 경로를 비교하므로, 부호가 양이라는 것이 늘 좋다는 뜻이 아니라 함께 움직인다는 뜻입니다. 판단은 조건을 참, 거짓, 모름으로 따로 판정해 참이면 경로를 반영하고 거짓이면 빼며, 모름이면 미확인 영향으로 분리하고, 순위 정책이 그 성분에 0.5를 곱합니다.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순위 정책의 점수를 매긴 판단 순위이며, 추천안은 이 순위로 정해지고 앞의 손익 항목을 금액으로 더한 순서는 손익 순위로 따로 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서로 다른 성질의 근거를 정해 둔 식으로 비교하는 값입니다. 이 정책은 Rule의 rankingPolicy에 저장됩니다. 경고와 감점은 후보를 제외하지 않지만 점수에 영향을 줍니다. 정확한 식은 저장된 정책이 정하고, 점수 하나만으로 금전 손익이나 안전을 대신 판단하지 않습니다. 제외된 후보는 점수가 높아도 추천되지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추천안의 총점은 실제 기록에 있는 세 성분으로 검산합니다. 더 낮은 온도를 예측한 두 후보는 예측 점수가 같은 상한에 닿습니다. 따라서 예측 유온만 더 내린다고 종합 점수가 계속 오르지는 않습니다. 생산을 유지하는 이득도 함께 비교해야 합니다. 표시된 유온은 소수 첫째 자리 반올림이고 예측 성분은 반올림 전 값으로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BSC 관점마다 중요도 배수를 주는 것도 가정값의 하나여서, 그 비중으로 성과 지표의 득실을 다시 계산합니다.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바꾼 전후 결과의 근거를 비교합니다. 이어 제공된 같은 기간의 설비별 여유로 평균과 최솟값을 구하고 안전 판단에 맞는 값을 고릅니다. 리뷰에서는 평균 계산이 맞는지와 그 값을 판단에 쓰는 것이 맞는지를 나누어 확인합니다. 마지막에는 완성본을 실행하여 계산과 판단의 연결을 확인하며, 시험 실행은 설비 명령이나 원본 KPI 정의를 변경하지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설명에서 제공 자료와 만들 결과를 확인한 뒤 바이브 코딩으로 구조화합니다. 리뷰는 원문과 나란히 놓고 빠진 조건이나 뒤바뀐 단계가 없는지 확인합니다. 마지막에는 완성 자료의 구조를 설명하고 입력에 따른 판정도 확인합니다. 원문 자동 추출을 만드는 실습은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판정 기능은 정상·경계·복수 일치·조치 불가를 확인합니다. 추가 과제에서는 조건식과 감점액은 그대로인데 적용 대상만 넓어진 수업용 오류 사본을 제공합니다. 학생은 팬을 올리는 조치와 그대로 두는 조치를 같은 입력으로 비교하여, 대상이 아닌 조치에 감점이 붙는 오류를 잡습니다. 기대 결과를 먼저 기록하고 사본을 수정한 뒤 같은 시험으로 확인하며, 마지막에는 완성본을 실행해 시험이 오류를 드러내는 까닭을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상황에 SOP · DMN · BSC · What-if 가운데 어느 개념이 먼저 필요한지 고릅니다. 완료 기준은 SOP, 원격 조치의 가능 여부는 DMN 규칙, 냉각과 생산의 득실은 BSC 관점, 납기 가정의 전후 비교는 What-if에 연결됩니다. 답 이름을 외우기보다 어떤 근거를 확인해야 하는지 말해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약어와 핵심 용어의 이름과 뜻을 확인합니다. 영문 정식 명칭은 화면에 두고, 대본에서는 뜻을 짚습니다. 앞의 복습에서 확인한 조치 선택의 흐름과 적용 사례를 여기서 다시 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510310497367005150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48011805103623975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48374836675231187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비용 지표는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기준 5 ℃</a:t>
            </a:r>
          </a:p>
          <a:p>
            <a:pPr algn="l" eaLnBrk="0">
              <a:lnSpc>
                <a:spcPct val="110000"/>
              </a:lnSpc>
            </a:pPr>
            <a:r>
              <a:rPr sz="1400" b="0">
                <a:solidFill>
                  <a:srgbClr val="1F2A3A"/>
                </a:solidFill>
                <a:latin typeface="맑은 고딕"/>
                <a:ea typeface="맑은 고딕"/>
                <a:cs typeface="맑은 고딕"/>
              </a:rPr>
              <a:t>위험 기준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383346322873534536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609034427526074658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7709964049333854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812371782089930562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528638275483159826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a:p>
            <a:pPr algn="l" eaLnBrk="0">
              <a:lnSpc>
                <a:spcPct val="110000"/>
              </a:lnSpc>
            </a:pPr>
            <a:r>
              <a:rPr sz="1400" b="0">
                <a:solidFill>
                  <a:srgbClr val="1F2A3A"/>
                </a:solidFill>
                <a:latin typeface="맑은 고딕"/>
                <a:ea typeface="맑은 고딕"/>
                <a:cs typeface="맑은 고딕"/>
              </a:rPr>
              <a:t>원문 자동 추출은 만들지 않는다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규칙의 적용 대상만 잘못된 사본을 잡아내는 시험으로 수정 전후를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오류 시험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수업용 오류 사본: 수명 감점을 모든 후보에 적용</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 전후 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적용 대상을 고쳐 같은 시험을 실행한다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 사본은 실패</a:t>
            </a:r>
          </a:p>
          <a:p>
            <a:pPr algn="l" eaLnBrk="0">
              <a:lnSpc>
                <a:spcPct val="110000"/>
              </a:lnSpc>
            </a:pPr>
            <a:r>
              <a:rPr sz="1250" b="1">
                <a:solidFill>
                  <a:srgbClr val="556175"/>
                </a:solidFill>
                <a:latin typeface="맑은 고딕"/>
                <a:ea typeface="맑은 고딕"/>
                <a:cs typeface="맑은 고딕"/>
              </a:rPr>
              <a:t>수정본은 통과</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1" name="TextBox 10"/>
          <p:cNvSpPr txBox="1"/>
          <p:nvPr/>
        </p:nvSpPr>
        <p:spPr>
          <a:xfrm>
            <a:off x="3200400" y="23637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재가동 뒤 확인할 매뉴얼의 완료 기준</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4" name="TextBox 13"/>
          <p:cNvSpPr txBox="1"/>
          <p:nvPr/>
        </p:nvSpPr>
        <p:spPr>
          <a:xfrm>
            <a:off x="3200400" y="32781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운전 모드와 원격 조치 제외 조건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3200400" y="41925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성과 목표와 지표, 조치의 득실 경로</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0" name="TextBox 19"/>
          <p:cNvSpPr txBox="1"/>
          <p:nvPr/>
        </p:nvSpPr>
        <p:spPr>
          <a:xfrm>
            <a:off x="3200400" y="51069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