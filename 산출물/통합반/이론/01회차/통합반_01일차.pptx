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시스템을 실행해서 데이터와 명령이 오가는 과정을 확인하는 겁니다.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맡은 일에 따라 나눈 것이고, 오른쪽의 세 영역은 각 구성 요소가 어느 망에 놓이는지를 나타냅니다.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교재에 보관한 쿨러 사건의 기록을 시간 순서로 놓은 그래프입니다. 방금 관찰한 사건과 단계별 역할을 비교하되, 시각과 수치는 이 기록의 값으로 읽겠습니다.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시연에서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왼쪽의 핀 오염 설비에서는 팬 속도를 올리자 바람이 늘고 유온이 내려갔습니다. 오른쪽은 팬 베어링이 닳은 설비예요. 같은 속도로 올렸는데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실제로 살펴본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기록이 같은 뜻인지 생각하면서 연결해 보세요.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판별 기준과 주어진 값을 대조해서, 내릴 수 있는 판단을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네 보기의 문장 뜻과 양 끝 대상의 종류를 함께 보고, 맞는 연결을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추천과 동시에 전송됐는지, 그래프에 연결돼 있어서 실행됐는지, 시간이 지나면 저절로 실행되는지, 아니면 아직 명령을 만들지 않고 승인을 기다리는지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설비와 센서, 원인과 조치의 관계를 더 구체적으로 정리하겠습니다. 지식을 그래프에 담고 필요한 정보를 찾아보는 것까지 함께 해 볼 거예요.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설명을 듣고 나서는 시스템을 실행해, 경보가 난 뒤 조치하기까지의 과정도 확인해 볼 거예요.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서비스를 실행해 실제 동작을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수업을 들으면서 이런 기록을 남길 수 있도록, 다음 시간에는 학습노트를 만들겠습니다. Notion에 앞으로 배울 개념과 참고 자료, 실습 과정을 모아 둘 자리를 마련하는 거예요. 화면에는 그 노트에 담을 것이 나와 있습니다. 전체 기록으로 들어가는 첫 페이지가 과정 홈입니다. 그 아래에 개념 정리, 참고 자료, 실습 결과를 각각 놓을 거예요. 기록에는 분야와 이해도, 작성일을 붙여서 필요한 내용을 찾을 수 있게 만들겠습니다. 개념 하나를 골라 이해한 대로 적고 참고 자료를 연결해서 첫 기록도 남겨 보겠습니다. 설명이 출처와 맞는지 살펴보고, 노트에서 기록을 찾아 자료를 다시 열 수 있는지 확인할 거예요. 이제 자료를 내려받고 Notion에서 첫 기록을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시간에 마련한 노트에는 각 부분의 역할과 그 역할을 나눈 이유를 남기면 좋겠습니다.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서비스가 실행돼 있어야 합니다. 다음 시간에는 준비된 환경에서 서비스를 켜고, 서로 연결돼 있는지 확인하겠습니다. 포털에 접속할 수 있는 상태까지 만드는 게 이번 실습에서 할 일입니다. 화면에는 그때 사용할 도구들이 나와 있습니다. VS Code에서는 파일을 열고 편집하며 터미널 명령도 실행합니다. GitHub Copilot에는 자연어로 요청해서 파일을 읽거나 수정하는 일을 맡길 수 있습니다. AI에게 요청하고, 나온 코드를 실행해 보면서 고쳐 가는 방식을 바이브 코딩이라고 부릅니다. Python은 HYD의 자체 서비스와 일부 랩 코드를 작성하는 데 쓰입니다. 브로커나 데이터베이스까지 모두 Python 프로그램인 것은 아니에요. 서비스는 Docker Desktop에서 컨테이너로 실행합니다. 여러 서비스를 하나씩 켜지 않고 Docker Compose에 정의된 구성으로 함께 실행할 거예요. 실행됐다는 표시와 실제로 접속이 되는지는 따로 확인하겠습니다. 컨테이너 상태를 보고, 주요 서비스와 포털을 열어 정상 구성과 맞는지 확인하는 순서입니다. 환경을 확인한 뒤에는 그 안에서 사건 하나가 처리되는 과정까지 살펴볼 겁니다. 이어지는 실습에서 무엇을 관찰할지도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환경을 확인하는 실습 다음에는, 여러 서비스가 사건 하나를 어떻게 함께 처리하는지 관찰하겠습니다. 쿨러에 이상이 생겼을 때 경보가 나오고, 원인을 진단해서 조치를 추천하는 과정을 따라가 볼게요. 담당자가 승인한 뒤에는 명령과 PLC의 응답을 확인하고, 유온이 실제로 내려가는지도 보겠습니다. 유온이 내려가더라도 핀 오염은 남기 때문에 세척 작업지시는 별도로 확인해야 합니다. 처리 과정을 본 다음에는 핀 세척 작업지시에서 출발해 기록을 거꾸로 찾아갈 겁니다. 정비 담당자가 작업지시를 받았다면 왜 핀을 세척해야 하는지 확인할 수 있어야겠죠. 작업지시가 참조하는 판단 기록을 열고, 그 판단이 속한 사건과 처음 경보까지 찾아보겠습니다. 실습 결과물은 어느 기록에서 어느 기록으로 갔는지 정리한 근거 연결표입니다. 이름만 나열하지 않고, 어떤 참조 항목을 보고 다음 기록을 찾았는지도 적는 겁니다. 이 표에서는 경보가 났을 때의 값과 원인을 판별할 때 쓴 증거도 구별할 수 있어야 합니다. 완료된 기록과 연결표를 대조하면 빠진 연결이 있는지 확인할 수 있습니다.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시간에는 쿨러 사건이 처리되는 과정을 살펴봤습니다. 이번 시간에는 그 과정에서 원인과 조치를 정하는 데 어떤 지식이 필요했는지 알아보겠습니다. 팬을 돌린 명령과 핀을 세척하라는 작업지시가 같은 판단 기록으로 이어져 있었죠. 둘 다 핀 오염이라는 진단에서 나온 조치입니다.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추천의 근거를 검토하려면 원인과 증거, 조치가 어떻게 연결돼 있는지 읽을 수 있어야겠죠. 다음 시간에는 쿨러 사례를 관계 그림으로 직접 만들어 보겠습니다. 핀 오염일 때와 팬 구동 불량일 때 무엇을 확인하고 어디를 손봐야 하는지 비교할 수 있도록 그릴 겁니다. 화면의 첫 번째 결과물은 핀 오염 사례의 관계도입니다. 설비와 센서, 증상, 고장 유형, 원인, 조치에 구성 요소까지 연결한 그림이에요. 대상끼리 선만 있는 것이 아니라 화살표의 이름과 방향이 정해져 있어야 합니다. 핀 오염을 판별할 증거와 핀 세척 조치가 어떻게 이어지는지 나타내는 거예요. 그 그림에 팬 구동 불량 가지를 추가하겠습니다. 같은 냉각 성능 상실이어도 팬이 문제라면 확인할 증거와 손볼 곳이 달라지겠죠. 이 가지에는 매뉴얼에서 확인한 팬 진동의 판별 기준과 팬 점검의 근거가 들어가야 합니다. 완성한 뒤에는 두 원인에서 각각 어떤 증거와 조치로 이어지는지 읽어 볼 겁니다. 팬 구동 불량인데 핀 세척으로 연결했다면 어디를 잘못 이었는지 원문과 비교해야겠죠. 화살표를 문장으로 읽으면 뜻이 맞는지 확인하기 쉽습니다. 그림 파일을 저장하고 다시 열어 연결이 남아 있는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퀴즈로 확인해 보겠습니다. 세 문제예요. 보기를 읽고 잠깐 생각한 뒤 답을 골라 주세요. 세 문제를 모두 본 다음에 정답과 이유를 함께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6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목차를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670551128697960477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6043490632413732281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증상·고장 유형·원인·조치의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냉각 성능 상실(고장 유형)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75661187338176616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7150866439794510996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포털에서 처리한 쿨러 사건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당시 값(교재 예: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기록으로,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7526704335903891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3999119375602574374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36615300167728396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24869714051174368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455165538832961915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설비·구성 요소·센서·증상·고장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