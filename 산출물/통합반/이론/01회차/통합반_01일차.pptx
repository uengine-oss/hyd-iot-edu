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시스템을 실행해서 데이터와 명령이 오가는 과정을 확인하는 겁니다.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실제로 살펴본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설비와 센서, 원인과 조치의 관계를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서비스를 실행해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남길 수 있도록, 다음 시간에는 학습노트를 만들겠습니다. Notion에 앞으로 배울 개념과 참고 자료, 실습 과정을 모아 둘 자리를 마련하는 거예요. 화면에는 그 노트에 담을 것이 나와 있습니다. 전체 기록으로 들어가는 첫 페이지가 과정 홈입니다. 그 아래에 개념 정리, 참고 자료, 실습 결과를 각각 놓을 거예요. 기록에는 분야와 이해도, 작성일을 붙여서 필요한 내용을 찾을 수 있게 만들겠습니다. 개념 하나를 골라 이해한 대로 적고 참고 자료를 연결해서 첫 기록도 남겨 보겠습니다. 설명이 출처와 맞는지 살펴보고, 노트에서 기록을 찾아 자료를 다시 열 수 있는지 확인할 거예요. 이제 자료를 내려받고 Notion에서 첫 기록을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 그림 파일을 저장하고 다시 열어 연결이 남아 있는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