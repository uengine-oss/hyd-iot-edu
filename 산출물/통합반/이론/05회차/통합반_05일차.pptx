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부제(정보원을 도구로 읽고, 근거가 모자라면 멈추고, 결과와 과정을 남긴다)</a:t>
            </a:r>
          </a:p>
          <a:p>
            <a:r>
              <a:t>· 이 회차: 검토한 지식과 규칙을 도구로 읽어 업무에 쓰는 AI, 에이전트</a:t>
            </a:r>
          </a:p>
          <a:p>
            <a:r>
              <a:t>· 여는 장면: 쿨러 성능 저하 경보에서 운전원 승인까지 2분이 채 안 걸렸다. 그 시간에 일을 대부분 한 건 사람이 아니라 에이전트</a:t>
            </a:r>
          </a:p>
          <a:p>
            <a:r>
              <a:t>· 물음: 에이전트는 그동안 무엇을 읽고 어떤 순서로 일했나, 근거가 모자랐다면 언제 멈췄어야 했나</a:t>
            </a:r>
          </a:p>
          <a:p>
            <a:r>
              <a:t>· 흐름: 질문에 답하는 AI와 일하는 AI 가르기 → 정보와 도구를 쓰는 원리 → 실습에서 에이전트 직접 만들기</a:t>
            </a:r>
          </a:p>
          <a:p>
            <a:r>
              <a:t>[다음] 이 회차의 학습목표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카드(실습) 강조</a:t>
            </a:r>
          </a:p>
          <a:p>
            <a:r>
              <a:t>· 1 세 방식의 구분: 같은 요청에 LLM · RAG · 에이전트가 무엇을 근거로 무엇을 돌려주나</a:t>
            </a:r>
          </a:p>
          <a:p>
            <a:r>
              <a:t>· 2 실행 고리와 산출물: 에이전트가 일한 순서를 실제 처리 기록에서 짚고, 끝에 나온 추천안이 단순 답변과 어떻게 다른지</a:t>
            </a:r>
          </a:p>
          <a:p>
            <a:r>
              <a:t>· 3 정보원과 멈춤 조건: 에이전트가 읽는 정보원을 물음에 맞게 가르고, 근거가 모자라면 왜 멈춰야 하는지</a:t>
            </a:r>
          </a:p>
          <a:p>
            <a:r>
              <a:t>· 4 실습: 에이전트를 직접 구성해 질문하고 결과를 근거와 대조</a:t>
            </a:r>
          </a:p>
          <a:p>
            <a:r>
              <a:t>[다음] 다룰 순서를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위 일곱 줄(이론)을 두 묶음으로 → 마지막 줄(실습 넷)</a:t>
            </a:r>
          </a:p>
          <a:p>
            <a:r>
              <a:t>· 1~3 단원: 질문하는 AI와 일하는 AI의 차이 — LLM · RAG · 에이전트 구분, 쿨러 사건 처리 기록으로 실행 고리, 업무 산출물과 단순 답변</a:t>
            </a:r>
          </a:p>
          <a:p>
            <a:r>
              <a:t>· 4~7 단원: 정보와 도구를 쓰는 원리 — 정보원과 도구, 지식과 현재값, 멈춤 조건, 구조화 출력과 실행 기록</a:t>
            </a:r>
          </a:p>
          <a:p>
            <a:r>
              <a:t>· 실습 넷: 에이전트 구성 · 원인 추론 · 접수 처리 · 센서 탐색으로 원리를 직접 확인</a:t>
            </a:r>
          </a:p>
          <a:p>
            <a:r>
              <a:t>· 첫 묶음: 위 세 단원</a:t>
            </a:r>
          </a:p>
          <a:p>
            <a:r>
              <a:t>[다음] 첫 단원, 세 방식의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쿨러 사건에서 에이전트가 맡았던 일을 흔히 쓰는 채팅형 AI에 그대로 맡기면 무엇이 모자랄까</a:t>
            </a:r>
          </a:p>
          <a:p>
            <a:r>
              <a:t>· 경보 한 건의 처리를 맡기려면 AI에 무엇이 더 있어야 하나 → 세 방식을 같은 요청으로 견주며 찾는다</a:t>
            </a:r>
          </a:p>
          <a:p>
            <a:r>
              <a:t>[다음] 쿨러 사건 시간표에서 에이전트의 구간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경보 → 가운데 강조한 에이전트(둘레 원호) → 추천안(겹친 카드) → 오른쪽 승인, 아래 시간 축 두 구간</a:t>
            </a:r>
          </a:p>
          <a:p>
            <a:r>
              <a:t>· 경보 11:13:08 → 승인 11:14:56, 2분이 채 안 됨(108초)</a:t>
            </a:r>
          </a:p>
          <a:p>
            <a:r>
              <a:t>· 진한 긴 구간 약 94초 = 에이전트 단계 전체. 원호 = 한 번에 끝내지 않고 여러 번 오가며 일했다는 표시</a:t>
            </a:r>
          </a:p>
          <a:p>
            <a:r>
              <a:t>· 결과 추천안 11:14:42 = 추천 하나 + 대안 셋(겹친 카드)</a:t>
            </a:r>
          </a:p>
          <a:p>
            <a:r>
              <a:t>· 옅은 짧은 구간 약 13초 = 추천안 뒤 운전원이 승인하기까지</a:t>
            </a:r>
          </a:p>
          <a:p>
            <a:r>
              <a:t>· 비율이 말하는 것: 원인을 찾고 후보를 견주는 긴 준비는 에이전트, 사람은 준비된 추천안을 보고 승인할지 정하는 데 모였다(마지막 결정은 사람)</a:t>
            </a:r>
          </a:p>
          <a:p>
            <a:r>
              <a:t>· 이 회차가 들여다볼 것 = 그 긴 준비 구간</a:t>
            </a:r>
          </a:p>
          <a:p>
            <a:r>
              <a:t>[다음] 94초 동안 한 네 가지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왼쪽부터: 값을 읽는다 → 원인을 가린다 → 후보를 견준다 → 강조한 추천안 제출</a:t>
            </a:r>
          </a:p>
          <a:p>
            <a:r>
              <a:t>· 값 읽기: 유온 · 냉각 효율 · 팬 진동 · 캐비닛 온도. 경보는 유온 상승 · 냉각 효율 저하를 알렸는데 왜 팬 진동 · 캐비닛 온도까지? 그 둘만으로는 원인을 못 가른다 — 팬이 제대로 도는지, 주변이 더운지 따로 봐야 후보를 지운다</a:t>
            </a:r>
          </a:p>
          <a:p>
            <a:r>
              <a:t>· 원인 가리기: 후보 셋 중 쿨러 핀 오염이 남음</a:t>
            </a:r>
          </a:p>
          <a:p>
            <a:r>
              <a:t>· 후보 견주기: 조치 후보 넷의 규정 · 예측 유온 · 순위</a:t>
            </a:r>
          </a:p>
          <a:p>
            <a:r>
              <a:t>· 제출: 추천 하나와 뒤진 대안 셋</a:t>
            </a:r>
          </a:p>
          <a:p>
            <a:r>
              <a:t>· 뒤의 일이 앞의 결과를 필요로 한다: 값 → 원인 → 견줄 조치 → 제출</a:t>
            </a:r>
          </a:p>
          <a:p>
            <a:r>
              <a:t>· 질문 하나에 답 하나를 만든 시간이 아니라 앞 결과를 받아 다음을 하는 일이 줄줄이 이어진 시간</a:t>
            </a:r>
          </a:p>
          <a:p>
            <a:r>
              <a:t>[다음] 이 일을 맡길 AI의 출발점,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입력 → 가운데 강조한 LLM → 오른쪽 출력, 바깥으로 가는 화살표가 없음</a:t>
            </a:r>
          </a:p>
          <a:p>
            <a:r>
              <a:t>· LLM = 대규모 언어 모델. 문서의 지식 후보를 뽑을 때도 썼다</a:t>
            </a:r>
          </a:p>
          <a:p>
            <a:r>
              <a:t>· 입력(질문 · 지시 · 참고 자료)을 바탕으로 이어질 글을 만든다. 매뉴얼을 넣고 점검 조건 정리를 요청하면 조건을 정리할 수 있다</a:t>
            </a:r>
          </a:p>
          <a:p>
            <a:r>
              <a:t>· 지금 설비 유온은? 입력에 없고 따로 조회하지 않았다면 모델은 현재 측정값을 확인 못 한다 → 숫자를 적었다 ≠ 센서 값을 읽었다. 외부 저장소로 가는 화살표가 없는 까닭</a:t>
            </a:r>
          </a:p>
          <a:p>
            <a:r>
              <a:t>· 도구 연결된 채팅 서비스: 모델은 도구를 부르겠다는 요청을 만들고, 실제 조회는 그 요청을 받아 실행하는 프로그램이 맡는다 → 이 구분이 에이전트가 한 일을 정확히 읽는 열쇠</a:t>
            </a:r>
          </a:p>
          <a:p>
            <a:r>
              <a:t>[다음] LLM 혼자로는 못 채우는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지금의 값 → 이 공장의 문서 → 강조한 수행</a:t>
            </a:r>
          </a:p>
          <a:p>
            <a:r>
              <a:t>· 예: 「HYD-01 유온이 지금 몇 도냐」의 답은 시계열 DB에 있다, 모델이 학습한 내용 안에 없다</a:t>
            </a:r>
          </a:p>
          <a:p>
            <a:r>
              <a:t>· 지금의 값: 유온 · 냉각 효율 · 운전 모드는 계속 바뀐다. 학습이 끝난 뒤 생긴 값은 모델 안에 없다</a:t>
            </a:r>
          </a:p>
          <a:p>
            <a:r>
              <a:t>· 이 공장의 문서: 모델이 최신 승인본의 조건까지 안다고 보장 못 한다. 일반 유압 설명이 맞아도 이 공장 기준과 같다는 뜻은 아니다 → 승인된 매뉴얼을 제공하거나 찾아 읽게</a:t>
            </a:r>
          </a:p>
          <a:p>
            <a:r>
              <a:t>· 수행: 조회 · 계산 · 제출은 글 만들기와 다르다. 「재고를 조회해 보겠습니다」라고 써도 실제 조회는 일어나지 않았다 → 호출을 실행할 프로그램이 필요</a:t>
            </a:r>
          </a:p>
          <a:p>
            <a:r>
              <a:t>· 과정 처음의 「AI에게 그대로 물으면 근거를 확인할 수 없다」를 자리로 나누면 이 셋: 값 · 문서 · 수행</a:t>
            </a:r>
          </a:p>
          <a:p>
            <a:r>
              <a:t>[다음] 문서의 빈자리를 메우는 RAG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왼쪽부터: 질문 → 강조한 검색 → 보강 → 생성, 가운데 두 칸</a:t>
            </a:r>
          </a:p>
          <a:p>
            <a:r>
              <a:t>· RAG = 검색 증강 생성. 질문과 가까운 문서 조각을 먼저 찾아 질문과 함께 모델에 넣는다 → 배우지 않은 문서로도 답</a:t>
            </a:r>
          </a:p>
          <a:p>
            <a:r>
              <a:t>· 검색(뜻이 가까운 조각 찾기) · 보강(조각을 질문과 함께 넣기)이 핵심: 모델을 다시 학습시키는 게 아니라 답할 때 필요한 문서를 옆에 펼쳐 준다</a:t>
            </a:r>
          </a:p>
          <a:p>
            <a:r>
              <a:t>· 지식 그래프와 함께 쓸 수도 있다: 핵심은 필요한 자료를 검색해 답의 근거로 제공하는 것. 화면은 문서 예일 뿐, 그래프 · DB 조회 자료도 쓸 수 있다</a:t>
            </a:r>
          </a:p>
          <a:p>
            <a:r>
              <a:t>· 이 그림의 끝은 검색한 자료로 답 만들기. 쿨러 경보 처리엔 더 정할 것이 있다: 어떤 값을 조회할지, 결과에 따라 무엇을 더 확인할지, 언제 제출하거나 멈출지 → 그 다음 행동을 정하는 구조가 에이전트(그 안에서 RAG를 쓸 수도)</a:t>
            </a:r>
          </a:p>
          <a:p>
            <a:r>
              <a:t>[다음] 수행의 빈자리까지 메우는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강조한 에이전트 정의 → 가운데 도구 → 맨 아래 쿨러 사건의 에이전트</a:t>
            </a:r>
          </a:p>
          <a:p>
            <a:r>
              <a:t>· 에이전트 = 목표를 받아 도구를 골라 부르고, 결과를 보고 다음 행동을 정하는 일을 반복하는 시스템. 완료 조건이나 멈춤 조건에서 끝낸다. 결과는 근거 붙은 답변일 수도, 다음 업무로 넘길 추천안일 수도</a:t>
            </a:r>
          </a:p>
          <a:p>
            <a:r>
              <a:t>· 추천안 제출이 목표라면 추천 문장을 썼다고 끝이 아니다: 필요한 근거 확인, 정해진 항목 채움, 제출 도구가 접수를 확인했는지까지. 필수 근거가 없거나 권한 밖이면 완료 못 한 이유를 남기고 멈춘다 → 「스스로 끝났다고 말함」 ≠ 「실제 완료 조건 만족」</a:t>
            </a:r>
          </a:p>
          <a:p>
            <a:r>
              <a:t>· 도구 = 모델이 이름과 입력을 적어 부르도록 미리 정해 둔 기능. 모델은 어느 도구에 무엇을 넣을지만 적는다. 실행 프로그램이 이름 · 입력 형식 · 허용된 권한을 확인해 실제 도구에 전달(아무렇게나 쓴 글은 실행 못 함)</a:t>
            </a:r>
          </a:p>
          <a:p>
            <a:r>
              <a:t>· 쿨러 사건의 도구 예: 원인 진단, 생산오더 조회, 판단 제출</a:t>
            </a:r>
          </a:p>
          <a:p>
            <a:r>
              <a:t>· 실제 에이전트 = 냉각 긴급 대응 에이전트: 경보 한 건을 받아 원인을 가리고 추천안 제출(앞의 약 94초)</a:t>
            </a:r>
          </a:p>
          <a:p>
            <a:r>
              <a:t>[다음] 같은 요청을 세 구성에 넣으면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모델만 → 문서 RAG 예 → 강조한 HYD 에이전트 예, 오른쪽 열은 마지막에</a:t>
            </a:r>
          </a:p>
          <a:p>
            <a:r>
              <a:t>· 같은 요청: HYD-01 쿨러 성능 저하 경보에 조치를 정하라</a:t>
            </a:r>
          </a:p>
          <a:p>
            <a:r>
              <a:t>· 생각할 시간(약 15초): 오른쪽을 보기 전에 각 방식이 무엇을 돌려줄지 근거의 출처로 예상</a:t>
            </a:r>
          </a:p>
          <a:p>
            <a:r>
              <a:t>· 모델만: 학습한 내용 → 유압 설비에 대한 일반 설명(「쿨러 성능이 떨어지면 이런 걸 점검한다」)</a:t>
            </a:r>
          </a:p>
          <a:p>
            <a:r>
              <a:t>· 문서 RAG: 찾아온 문서 조각 → 매뉴얼을 인용한 설명(이 공장 문서 반영). 문서만 제공했으니 지금 유온은 확인 못 함(현재 값을 조회해 주는 구성이면 달라짐)</a:t>
            </a:r>
          </a:p>
          <a:p>
            <a:r>
              <a:t>· 에이전트: 도구가 돌려준 결과 → 지금 값을 읽어 원인을 가리고 조치 후보 넷을 견주어 제출 → 이 설비의 값으로 만든 추천안</a:t>
            </a:r>
          </a:p>
          <a:p>
            <a:r>
              <a:t>· 위 두 줄도 원리 · 절차 이해엔 쓸모. 다만 지금 경보에 승인할지 정할 재료로는 모자람</a:t>
            </a:r>
          </a:p>
          <a:p>
            <a:r>
              <a:t>· 세 세대의 대체가 아니라 함께 쓰는 요소: 모델은 응답, RAG는 검색한 근거, 에이전트는 다음 행동 결정. 필요한 것은 답의 길이가 아니라 확인할 근거와 수행할 일로 정한다</a:t>
            </a:r>
          </a:p>
          <a:p>
            <a:r>
              <a:t>[다음] 에이전트를 이루는 세 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말풍선 모델 → 가운데 도구 → 강조한 실행 고리(원호와 스패너) → 등호 오른쪽 에이전트</a:t>
            </a:r>
          </a:p>
          <a:p>
            <a:r>
              <a:t>· 이 수업의 LLM 기반 에이전트 = 모델 + 도구 + 실행 고리. 모델은 앞의 LLM 그대로</a:t>
            </a:r>
          </a:p>
          <a:p>
            <a:r>
              <a:t>· 모델: 글을 읽고 다음 행동을 정한다</a:t>
            </a:r>
          </a:p>
          <a:p>
            <a:r>
              <a:t>· 도구: 지식 그래프 · 시계열 DB · 표를 실제로 조회 · 계산해 결과를 돌려준다</a:t>
            </a:r>
          </a:p>
          <a:p>
            <a:r>
              <a:t>· 실행 고리: 모델과 도구 사이를 도구 결과에 따라 다음 호출이나 종료를 정하도록 이어 주는 틀</a:t>
            </a:r>
          </a:p>
          <a:p>
            <a:r>
              <a:t>· 모델이 더 똑똑해진 게 아니라 모델 둘레에 도구와 고리가 붙은 것</a:t>
            </a:r>
          </a:p>
          <a:p>
            <a:r>
              <a:t>· 그래서 에이전트를 평가할 땐 모델만 보지 않는다: 어떤 도구를 쓸 수 있고 고리가 어떻게 도는지가 결과를 함께 정한다</a:t>
            </a:r>
          </a:p>
          <a:p>
            <a:r>
              <a:t>[다음] 에이전트 하나는 무엇으로 정해지나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냉각 긴급 대응 에이전트 → 오른쪽 예비품 구매 에이전트, 줄마다 목표 → 도구 → 업무 지침</a:t>
            </a:r>
          </a:p>
          <a:p>
            <a:r>
              <a:t>· 목표 = 무엇을 이뤄야 일이 끝나나. 왼쪽: 쿨러 경보의 원인 진단 → 냉각 추천안, 오른쪽: 재고 이탈 경보의 필요량 · 공급사(금액 · 납기 · 품질) 비교 → 발주 추천안</a:t>
            </a:r>
          </a:p>
          <a:p>
            <a:r>
              <a:t>· 화살표 끝이 둘 다 「마지막에 올릴 것」 → 무엇을 내야 하는지가 목표에 있어야 에이전트가 언제 끝났는지 안다</a:t>
            </a:r>
          </a:p>
          <a:p>
            <a:r>
              <a:t>· 도구: 왼쪽은 설비 지식 · 현재 상태 · 조치 평가, 오른쪽은 재고 · 공급사 조건 비교 조회. 같은 서버의 도구를 공유해도 필요한 기능은 다를 수 있다 — 화면은 쓰임 비교, 개별 호출 허용 여부는 등록된 권한 목록에서 따로</a:t>
            </a:r>
          </a:p>
          <a:p>
            <a:r>
              <a:t>· 업무 지침 = 어떤 순서로 일할지 적어 둔 것, 에이전트 스킬이라는 파일로 준다(모양은 뒤에서)</a:t>
            </a:r>
          </a:p>
          <a:p>
            <a:r>
              <a:t>· 목표 · 도구 · 지침이 다르면 같은 모델도 전혀 다른 일을 하는 에이전트. 실습에서도 이 셋을 정한다</a:t>
            </a:r>
          </a:p>
          <a:p>
            <a:r>
              <a:t>[다음] 도구 호출 한 건의 실제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윗줄(시각 · 도구 이름 · 걸린 시간) → 물음(모델이 적은 입력) → 받음(도구 결과), 오른쪽 강조한 물음</a:t>
            </a:r>
          </a:p>
          <a:p>
            <a:r>
              <a:t>· 쿨러 사건 처리 기록의 한 건: 경보 10초쯤 뒤(11:13:18) 원인 진단 도구 호출</a:t>
            </a:r>
          </a:p>
          <a:p>
            <a:r>
              <a:t>· 도구 이름 = 원인 진단, 하는 일이 정해진 기능</a:t>
            </a:r>
          </a:p>
          <a:p>
            <a:r>
              <a:t>· 물음 = 모델이 적은 입력: 설비 · 경보 종류 · 경보 번호, 이 세 값뿐. 지식 그래프에서 무엇을 찾을지, 어떤 조회문으로 읽을지는 모델이 적지 않았다(도구 쪽에 정해져 있음) → 모델의 일은 무엇에 대해 물을지 정확히 적기까지</a:t>
            </a:r>
          </a:p>
          <a:p>
            <a:r>
              <a:t>· 받음 = 1만 자가 넘는 긴 JSON. 지식 그래프를 읽고 시계열 DB를 조회한 건 모델이 아니라 도구</a:t>
            </a:r>
          </a:p>
          <a:p>
            <a:r>
              <a:t>· 걸린 시간 218 ms(약 0.2초)</a:t>
            </a:r>
          </a:p>
          <a:p>
            <a:r>
              <a:t>· 모델이 만든 건 호출 요청 → 실행 프로그램이 도구에 전달 → 도구가 결과. 진행 설명에 「조회하겠다」고 적힌 것만 보지 말고 실제 호출과 돌아온 결과까지 봐야 수행 여부를 안다</a:t>
            </a:r>
          </a:p>
          <a:p>
            <a:r>
              <a:t>· 단원 답: 모델은 그대로, 요청을 받아 실제로 조회 · 계산할 도구와 그 일을 목표까지 이어 갈 틀을 붙인다</a:t>
            </a:r>
          </a:p>
          <a:p>
            <a:r>
              <a:t>[다음] 일을 목표까지 이어 가는 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모델 둘레에 붙이는 것 중 일을 목표까지 이어 가는 틀 = 실행 고리</a:t>
            </a:r>
          </a:p>
          <a:p>
            <a:r>
              <a:t>· 물음 둘: 경보를 받은 에이전트는 1분 반 동안 어떤 순서로 일했나, 왜 도구를 한 번 부르고 끝나지 않고 고리처럼 이어져야 했나</a:t>
            </a:r>
          </a:p>
          <a:p>
            <a:r>
              <a:t>· 쿨러 사건 처리 기록을 요청 해석부터 종료까지 따라간다</a:t>
            </a:r>
          </a:p>
          <a:p>
            <a:r>
              <a:t>[다음] 결과를 확인한 뒤 다음 입력을 정하는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결과 없이 결론부터 → 오른쪽 강조한 결과를 보고 다음을 정한다, 각 칸 끝 줄</a:t>
            </a:r>
          </a:p>
          <a:p>
            <a:r>
              <a:t>· 원인 진단 결과에 나온 원인을 다음 도구(조치 후보 평가)의 입력으로 넣어야 한다 → 원인을 읽기 전엔 다음 입력도 못 정한다</a:t>
            </a:r>
          </a:p>
          <a:p>
            <a:r>
              <a:t>· 중요한 건 답을 몇 번 보여 주느냐가 아니라 필요한 결과를 실제로 확인했느냐</a:t>
            </a:r>
          </a:p>
          <a:p>
            <a:r>
              <a:t>· 왼쪽: 값을 확인하지 않고 결론부터 → 문장은 매끄러워도 어떤 원인으로 조치를 골랐는지 확인 불가, 도중에 어긋나도 고칠 기회 없음(추측이 섞인다)</a:t>
            </a:r>
          </a:p>
          <a:p>
            <a:r>
              <a:t>· 오른쪽: 진단 결과로 원인 확인 → 그 원인에 맞는 후보 평가, 필요한 결과를 못 얻으면 보완하거나 멈춤(근거가 이어진다)</a:t>
            </a:r>
          </a:p>
          <a:p>
            <a:r>
              <a:t>· 순서를 모두 에이전트가 정할 필요는 없다: 진단 다음 평가가 늘 같으면 프로그램에 고정 = 워크플로. 에이전트는 결과를 보고 다음 기능을 골라야 할 때 쓸모. 정해진 흐름 안 일부만 맡길 수도</a:t>
            </a:r>
          </a:p>
          <a:p>
            <a:r>
              <a:t>· 모든 업무를 에이전트로 바꿀 필요 없다. 쿨러 사례: 업무 지침이 기본 순서를 주고 에이전트가 호출 결과를 확인하며 이어 간다</a:t>
            </a:r>
          </a:p>
          <a:p>
            <a:r>
              <a:t>[다음] 실행 고리를 단계로 펼치면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원 왼쪽부터: 요청 해석 → 계획 → 강조한 도구 선택 · 호출 → 결과 관찰 → 종료, 위쪽 곡선 화살표(재시도와 다음 호출)</a:t>
            </a:r>
          </a:p>
          <a:p>
            <a:r>
              <a:t>· 실행 고리(Agent Loop) = 에이전트를 설명할 때 널리 쓰는 틀</a:t>
            </a:r>
          </a:p>
          <a:p>
            <a:r>
              <a:t>· 요청 해석: 무엇을 받았고 무엇을 내야 하나. 계획: 어떤 순서로. 호출: 어느 도구에 무엇을 물을지 정해 부른다. 관찰: 결과를 보고 목표에 이르렀나 판단</a:t>
            </a:r>
          </a:p>
          <a:p>
            <a:r>
              <a:t>· 목표에 이르면 종료(산출물 제출). 못 미쳤거나 호출이 뜻대로 안 됐으면 근거 · 권한이 있을 때 곡선 화살표로 계획에 돌아가 고쳐 다시. 필수 근거가 없거나 한도를 넘으면 목표를 못 이뤄도 이유를 남기고 멈춘다</a:t>
            </a:r>
          </a:p>
          <a:p>
            <a:r>
              <a:t>· 고리를 고리답게 만드는 건 관찰(돋보기): 없으면 결과가 비었든 틀렸든 처음 계획을 밀고 간다</a:t>
            </a:r>
          </a:p>
          <a:p>
            <a:r>
              <a:t>· 쿨러 사건(원 아래 작은 글씨): 해석 = 업무 · 입력 · 결과 형식 받기, 계획 = 지침의 다섯 단계, 호출 = 원인 진단 · 대안 평가, 관찰 = 원인 1순위 · 결과의 크기, 종료 = 판단 제출 · 결과 파일</a:t>
            </a:r>
          </a:p>
          <a:p>
            <a:r>
              <a:t>[다음] 실제 기록으로 첫 단계부터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첫 줄(경보 · 처리 건 열림) → 둘째 줄(배정된 스킬 1개) → 셋째 줄 강조한 스킬 읽음 → 마지막 줄 진행 설명</a:t>
            </a:r>
          </a:p>
          <a:p>
            <a:r>
              <a:t>· 11:13:08 경보, 처리 건이 열림 → 1초 뒤 에이전트 단계 시작, 배정된 스킬 하나(cooling-emergency-response) = 업무 지침이 실제로 일에 붙은 것</a:t>
            </a:r>
          </a:p>
          <a:p>
            <a:r>
              <a:t>· 받는 것: 맡은 업무와 지시사항, 입력(설비 HYD-01 · 경보 번호), 작업 공간(이 실행 전용 폴더, 만드는 파일을 여기에, 결과 파일도 여기), 결과 형식</a:t>
            </a:r>
          </a:p>
          <a:p>
            <a:r>
              <a:t>· 결과 형식을 처음부터 받는 까닭: 끝에서 무엇을 낼지 알아야 길을 거꾸로 세운다(원인을 내야 하면 원인 가리기, 추천과 대안이면 후보 견주기)</a:t>
            </a:r>
          </a:p>
          <a:p>
            <a:r>
              <a:t>· 가장 먼저 한 일 = 업무 지침(스킬 파일) 읽기(11:13:14)</a:t>
            </a:r>
          </a:p>
          <a:p>
            <a:r>
              <a:t>· 마지막 줄 = 에이전트가 호출 사이에 적은 진행 설명, 처리 기록에 그대로 남아 왜 그 도구를 불렀는지 단서</a:t>
            </a:r>
          </a:p>
          <a:p>
            <a:r>
              <a:t>· 진행 설명은 모델 내부 생각을 그대로 보여 주거나 실행 성공을 증명하지 않는다 → 실제로 지침을 읽었는지, 도구가 결과를 돌려줬는지는 호출 기록과 함께 확인</a:t>
            </a:r>
          </a:p>
          <a:p>
            <a:r>
              <a:t>[다음] 목표를 호출 순서로 푼 계획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칸 왼쪽부터: 입력 확인 → 원인 진단 → 업무 값 확인 → 강조한 대안 평가 → 판단 제출</a:t>
            </a:r>
          </a:p>
          <a:p>
            <a:r>
              <a:t>· 「원인을 가리고 조치를 추천하라」는 그대로 실행 못 한다 → 어느 도구를 어떤 순서로 부를지로 푼 것 = 계획</a:t>
            </a:r>
          </a:p>
          <a:p>
            <a:r>
              <a:t>· 쿨러 사건 업무 지침의 다섯 단계: 입력(설비 · 경보 종류 · 경보 번호) → 원인 진단(원인 1순위 · 고장 유형) → 업무 DB의 납기 오더 · 출하 대기 로트(로트 = 함께 만든 제품 한 묶음) → 대안 평가(후보마다 규정 판정 · 예측 유온 · 순위) → 판단 제출(판단 번호 받기)</a:t>
            </a:r>
          </a:p>
          <a:p>
            <a:r>
              <a:t>· 대안 평가의 세 말은 결정표의 제외 · 감점, 조치 뒤 유온 예측, 성과 지표 순위에서 본 것 → 에이전트는 판단을 새로 해내는 게 아니라 이미 만든 규칙과 계산을 도구로 불러 결과를 받는다</a:t>
            </a:r>
          </a:p>
          <a:p>
            <a:r>
              <a:t>· 지침은 뼈대: 실제로 어떤 값을 넣을지, 돌아온 결과를 어떻게 읽을지는 그때그때 에이전트가 정한다</a:t>
            </a:r>
          </a:p>
          <a:p>
            <a:r>
              <a:t>[다음] 관찰한 결과가 다음 호출의 입력으로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위쪽 원인 진단 결과 두 줄 → 아래쪽 대안 평가 물음, 원인 줄 값을 눈으로 따라 내려가기 → 오른쪽 넷째 설명</a:t>
            </a:r>
          </a:p>
          <a:p>
            <a:r>
              <a:t>· 진단 결과(긴 결과 중 두 줄): 원인 1순위 쿨러 핀 오염, 고장 유형 쿨러 냉각 성능 상실 — 지식 그래프 식별자, 앞머리로 원인 · 고장 유형이 나뉜다</a:t>
            </a:r>
          </a:p>
          <a:p>
            <a:r>
              <a:t>· 5초 뒤(11:13:23) 대안 평가 물음의 원인 칸 · 고장 유형 칸에 받은 값이 그대로 → 자기 말로 바꾸지 않고 받은 값을 넘겼다 = 관찰한 결과가 다음 호출의 입력</a:t>
            </a:r>
          </a:p>
          <a:p>
            <a:r>
              <a:t>· 두 호출을 잇는 건 모델의 기억이 아니라 앞 호출이 돌려준 값 → 대안 평가가 어떤 원인을 바탕으로 했는지가 기록에 그대로 남는다</a:t>
            </a:r>
          </a:p>
          <a:p>
            <a:r>
              <a:t>· 계획 셋째(업무 값 확인)가 기록에 없다? 이 실행은 업무 값 조회를 따로 부르지 않았다 — 대안 평가 도구가 납기 같은 업무 값을 평가 안에서 직접 읽었다. 단계가 빠진 게 아니라 다른 도구 안에서 채워졌다</a:t>
            </a:r>
          </a:p>
          <a:p>
            <a:r>
              <a:t>[다음] 결과가 너무 클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세 칸: 결과 관찰 → 계획 수정 → 강조한 재시도 계획, 따옴표 안은 기록 그대로</a:t>
            </a:r>
          </a:p>
          <a:p>
            <a:r>
              <a:t>· 고리가 늘 한 번에 이어지진 않는다: 대안 평가 결과가 12만 자 넘음(128,466자, 원인 진단 결과의 열 배 가까이)</a:t>
            </a:r>
          </a:p>
          <a:p>
            <a:r>
              <a:t>· 에이전트가 한 번에 받을 수 있는 크기엔 한도가 있다 → 본문이 파일로 빠져 그대로 받지 못함(11:13:23)</a:t>
            </a:r>
          </a:p>
          <a:p>
            <a:r>
              <a:t>· 11:13:40 「순위와 규정 판정만 간추려 보겠습니다」 → 11:13:46 「필요한 항목만 좁혀 다시 뽑겠습니다」</a:t>
            </a:r>
          </a:p>
          <a:p>
            <a:r>
              <a:t>· 왜 순위와 규정 판정? 추천안에 들어갈 것(몇 순위, 규정에 걸려 빠지거나 감점된 후보) → 통째로 다시 달라는 게 아니라 목표에서 거꾸로 꼭 필요한 것만</a:t>
            </a:r>
          </a:p>
          <a:p>
            <a:r>
              <a:t>· 화면으로 확인되는 건 상황과 진행 설명뿐. 실제로 무엇을 다시 읽었고 필요한 걸 다 얻었는지는 이어지는 호출 · 결과를 봐야</a:t>
            </a:r>
          </a:p>
          <a:p>
            <a:r>
              <a:t>· 짧게 만들려고 조치 제한이나 경고를 빼면 안 된다 → 근거를 보존하면서 다룰 크기로 읽는다</a:t>
            </a:r>
          </a:p>
          <a:p>
            <a:r>
              <a:t>[다음] 고리의 마지막, 종료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윗줄 판단 제출과 받은 번호 → 제출 끝 · 결과 파일 작성 → 맨 아래 주석 두 줄(단계 끝 · 걸린 시간)</a:t>
            </a:r>
          </a:p>
          <a:p>
            <a:r>
              <a:t>· 에이전트 단계는 답 문장이 아니라 추천안 제출로 끝났다</a:t>
            </a:r>
          </a:p>
          <a:p>
            <a:r>
              <a:t>· 판단 제출(11:13:53, 494 ms): 추천안을 제출하는 도구 호출, 판단 번호(DEC-1010-002-408b)를 돌려받음. 시작 45초쯤</a:t>
            </a:r>
          </a:p>
          <a:p>
            <a:r>
              <a:t>· 판단 번호는 뒤에 만들어지는 작업지시에도 그대로 기록 → 정비 기록에서 번호 하나로 어느 경보, 어떤 근거의 판단인지 거슬러 간다</a:t>
            </a:r>
          </a:p>
          <a:p>
            <a:r>
              <a:t>· 그다음 제출이 끝났다고 적고 정해진 형식의 결과 파일을 작업 공간에 씀 → 11:14:42 단계 끝, 11:13:09부터 1분 34초(맨 아래 두 줄은 기록 원문이 아니라 구간 주석)</a:t>
            </a:r>
          </a:p>
          <a:p>
            <a:r>
              <a:t>· 제출 응답과 단계 끝 사이 간격을 전부 파일 작성에 썼다고는 이 기록만으로 말 못 한다. 확인할 것: 제출 접수와 최종 결과 저장은 서로 다른 완료 항목</a:t>
            </a:r>
          </a:p>
          <a:p>
            <a:r>
              <a:t>· 1분 반의 순서 정리: 지침 읽어 요청 해석 → 다섯 단계 계획 → 진단 · 평가 호출 → 큰 결과에 읽는 법 변경 설명 → 제출과 결과 저장으로 끝</a:t>
            </a:r>
          </a:p>
          <a:p>
            <a:r>
              <a:t>[다음] 같은 경보, 다른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호출 순서 여덟 줄 위에서부터 → 둘째 줄(도구 이름 불러오기) → 넷째 줄(결과가 커서 못 받음) → 다섯째 · 여섯째 줄 → 오른쪽 셋째 설명</a:t>
            </a:r>
          </a:p>
          <a:p>
            <a:r>
              <a:t>· 같은 쿨러 경보를 다른 실행에서 처리한 기록. 같은 지침인데 다른 데가 있다</a:t>
            </a:r>
          </a:p>
          <a:p>
            <a:r>
              <a:t>· 둘째 줄: 연결된 도구 중 이번 일에 쓸 8개만 이름으로 골라 불러옴 = 도구 선택이 한 줄로 따로 남음</a:t>
            </a:r>
          </a:p>
          <a:p>
            <a:r>
              <a:t>· 넷째 줄: 대안 평가 결과가 커서 받지 못함(앞과 같은 일). 이 실행은 다른 길: 생산오더 · 출하 대기 로트 조회 → 조치 효과 예측 세 번(팬 100 %/팬 100 % + 부하 80 %/부하 70 %의 15분 뒤 유온) — 지침 다섯 단계에 없던 호출로 대안의 예상 유온을 보완. 업무 값 확인 순서도 평가 뒤로 바뀜</a:t>
            </a:r>
          </a:p>
          <a:p>
            <a:r>
              <a:t>· 마지막 메시지: 상세 평가 결과를 열지 못했다는 사실과 대신 무엇을 근거로 이유를 적었는지 함께 남김</a:t>
            </a:r>
          </a:p>
          <a:p>
            <a:r>
              <a:t>· 단원 답: 앞 결과를 봐야 다음 입력을 적고, 결과가 뜻대로 안 오면 방법을 바꿔야 해서 일은 고리로 이어지고, 같은 지침도 실행마다 길이 다를 수 있다</a:t>
            </a:r>
          </a:p>
          <a:p>
            <a:r>
              <a:t>· 다른 길을 택했다 ≠ 그 길이 타당하다: 유온 예측은 효과 비교 근거일 뿐 규정 위반 · 작업 제한까지 확인한 건 아니다 → 필수 판정이 빠졌으면 원래 결과를 확인하거나 보류. 실제 기록은 잘된 점 · 부족한 점을 함께 점검하는 자료</a:t>
            </a:r>
          </a:p>
          <a:p>
            <a:r>
              <a:t>[다음] 답과 추천안은 무엇이 다른가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고리 끝에서 에이전트가 낸 건 답 문장이 아니라 추천안</a:t>
            </a:r>
          </a:p>
          <a:p>
            <a:r>
              <a:t>· 물음: 같은 에이전트도 질문을 받으면 답을 낸다 — 답과 추천안은 무엇이 다른가, 추천안은 제출 뒤 어디로 넘어가나</a:t>
            </a:r>
          </a:p>
          <a:p>
            <a:r>
              <a:t>· 질문하는 AI와 일하는 AI의 차이를 마무리하는 단원</a:t>
            </a:r>
          </a:p>
          <a:p>
            <a:r>
              <a:t>[다음] 받는 쪽 · 형식 · 다음 행동으로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단순 답변 → 오른쪽 강조한 업무 산출물, 줄마다 받는 쪽 → 형식 → 다음 행동</a:t>
            </a:r>
          </a:p>
          <a:p>
            <a:r>
              <a:t>· 단순 답변: 받는 쪽은 질문한 사람. 형식은 답과 근거, 또는 답할 수 없다는 사실과 그 이유. 이 질문 기능은 답을 돌려주면 처리 끝 — 사람이 그 답으로 후속 일을 할 순 있어도 기능이 설비 조치까지 자동으로 잇지 않는다</a:t>
            </a:r>
          </a:p>
          <a:p>
            <a:r>
              <a:t>· 업무 산출물: 받는 쪽은 승인할 담당자와 다음 단계의 시스템. 형식은 원인 · 추천 · 뒤진 대안 · 설명 · 판단 번호처럼 항목이 정해져 있다. 승인이 나면 설비 명령과 작업지시로 이어진다</a:t>
            </a:r>
          </a:p>
          <a:p>
            <a:r>
              <a:t>· 항목이 정해져야 하는 까닭: 사람만 읽는 게 아니라 시스템이 받아 다음 일을 한다 → 항목이 빠지거나 모양이 다르면 다음 단계가 쓸 수 없다</a:t>
            </a:r>
          </a:p>
          <a:p>
            <a:r>
              <a:t>[다음] 질문에 답하는 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질문 → 답 → 근거(실행한 조회문), 오른쪽 첫째 · 강조한 둘째 설명</a:t>
            </a:r>
          </a:p>
          <a:p>
            <a:r>
              <a:t>· 질문: 완제품 재고가 가장 적은 설비와 수량은? 답: 2호기(HYD-02), 완제품 재고 100개(WH-1 창고)</a:t>
            </a:r>
          </a:p>
          <a:p>
            <a:r>
              <a:t>· 기억으로 말한 게 아니라 업무 DB를 조회해 얻은 값</a:t>
            </a:r>
          </a:p>
          <a:p>
            <a:r>
              <a:t>· 도구 두 번: 먼저 어떤 표가 있는지 확인 → 그다음 조회문 실행. 「표와 열 이름을 짐작해 조회문을 쓰지 말고 실제로 있는 표를 먼저 확인하라」는 규칙 때문</a:t>
            </a:r>
          </a:p>
          <a:p>
            <a:r>
              <a:t>· 답 아래 근거 = 그 조회문: 완제품 재고 표에서 수량이 적은 순으로 정렬해 읽음(결과 3행), 그 첫 행이 답</a:t>
            </a:r>
          </a:p>
          <a:p>
            <a:r>
              <a:t>· 답할 수 없을 때도 형식이 있다: 지어내지 않고 답할 수 없다는 사실과 이유</a:t>
            </a:r>
          </a:p>
          <a:p>
            <a:r>
              <a:t>· 한 번으로 끝나는 답이라도 도구로 읽은 값으로 답하고 어디서 읽었는지 근거를 남긴다</a:t>
            </a:r>
          </a:p>
          <a:p>
            <a:r>
              <a:t>[다음] 업무 산출물 쪽, 쿨러 사건의 추천안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원인 → 강조한 추천 → 뒤진 대안 셋 → 설명과 번호, 오른쪽 순위 · 점수</a:t>
            </a:r>
          </a:p>
          <a:p>
            <a:r>
              <a:t>· 원인: 쿨러 핀 오염, 고장 유형 쿨러 냉각 성능 상실(진단 결과)</a:t>
            </a:r>
          </a:p>
          <a:p>
            <a:r>
              <a:t>· 추천: 팬 최대 운전(SOP-COOL-11), 1순위 3.38</a:t>
            </a:r>
          </a:p>
          <a:p>
            <a:r>
              <a:t>· 뒤진 대안: 부하 70 % + 야간 핀 세척, 팬 최대 + 부하 80 % → 같은 점수 2.75로 공동 2순위. 쿨러 핀 세척 4순위 -1.58 — 조치 후보를 견줄 때 나온 결과 그대로</a:t>
            </a:r>
          </a:p>
          <a:p>
            <a:r>
              <a:t>· 원인을 없애는 조치가 왜 꼴찌? 핀 세척은 작업지시를 내서 사람이 하는 일이라 지금 오르는 유온을 당장 내리지 못해서</a:t>
            </a:r>
          </a:p>
          <a:p>
            <a:r>
              <a:t>· 설명과 번호: 추천이 앞서고 대안이 뒤지는 이유 + 판단 번호</a:t>
            </a:r>
          </a:p>
          <a:p>
            <a:r>
              <a:t>· 대안이 왜 뒤졌는지까지 함께 낸다 → 담당자는 추천 하나가 아니라 무엇과 견주어 왜 이 안인지 보고 결정</a:t>
            </a:r>
          </a:p>
          <a:p>
            <a:r>
              <a:t>[다음] 추천안이 넘어가는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칸을 세 영역(에이전트 · 사람 · 시스템)으로: 추천안 → 강조한 승인 → 설비 명령 → 재관측 → 작업지시, 칸마다 시각</a:t>
            </a:r>
          </a:p>
          <a:p>
            <a:r>
              <a:t>· 에이전트: 11:14:42 추천안을 내고 단계 끝(판단 번호)</a:t>
            </a:r>
          </a:p>
          <a:p>
            <a:r>
              <a:t>· 사람: 11:14:56 운전원 승인</a:t>
            </a:r>
          </a:p>
          <a:p>
            <a:r>
              <a:t>· 시스템: 승인 1초 뒤 11:14:57 팬 속도 100 % 명령 → 재관측으로 유온 51.5 ℃ · 경보 해제 확인 → 1분쯤 뒤 11:15:58 핀 세척 작업지시(WO-1010-C058)</a:t>
            </a:r>
          </a:p>
          <a:p>
            <a:r>
              <a:t>· 명령 뒤에도 재관측으로 조치가 정말 듣는지 확인. 유온이 내려가도 핀은 여전히 오염 → 경보가 꺼짐 ≠ 원인이 없어짐 → 작업지시. 4순위 세척은 버려진 게 아니라 승인 뒤 작업으로</a:t>
            </a:r>
          </a:p>
          <a:p>
            <a:r>
              <a:t>· 이 쿨러 업무에서 에이전트의 범위는 조사 · 평가 · 추천안 제출까지, 설비 제어 명령을 직접 내지 않는다. 모든 에이전트의 공통 제약이 아니라 이 업무에서 정한 역할과 권한의 경계</a:t>
            </a:r>
          </a:p>
          <a:p>
            <a:r>
              <a:t>· 두 기능(답을 돌려줌 · 제안을 승인 절차로 넘김) 모두 에이전트 활용 → 어떤 결과를 어디에 넘길지 정해야 완료 조건이 분명</a:t>
            </a:r>
          </a:p>
          <a:p>
            <a:r>
              <a:t>[다음] 같은 구조를 다른 일에 옮기면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강조한 원인 점검 → 품질 접수 → 센서 분석 · 시각화 → 회의 후속 업무 → 자기 자료 퀴즈 → 작성 · 검토 협업, 가운데 입력과 도구 → 오른쪽 결과와 확인할 것</a:t>
            </a:r>
          </a:p>
          <a:p>
            <a:r>
              <a:t>· 원인 점검: 설비 그래프 · 센서 값을 조회 함수로 → 원인 후보 · 점검 순서. 묵은 값 · 도구 오류는 확인 필요로 남긴다</a:t>
            </a:r>
          </a:p>
          <a:p>
            <a:r>
              <a:t>· 품질 접수: 입력이 사람이 쓴 접수 글 → 품질 대응 카드. 원인을 단정하거나 담당자를 지어내지 않았는지</a:t>
            </a:r>
          </a:p>
          <a:p>
            <a:r>
              <a:t>· 센서 분석: 시계열을 도표로 그리고 이상 구간 요약. 함께 변한 값을 원인으로 단정하지 않았는지</a:t>
            </a:r>
          </a:p>
          <a:p>
            <a:r>
              <a:t>· 회의 후속(결정 · 담당 · 기한 목록, 없는 담당 · 기한은 미정), 자기 자료 퀴즈(문항 · 채점 · 원문 근거, 근거가 모자라면 보류), 작성 · 검토 협업(초안 · 검토 의견 · 수정본, 최종 승인은 사람)</a:t>
            </a:r>
          </a:p>
          <a:p>
            <a:r>
              <a:t>· 모든 일에 에이전트가 필요한 건 아니다: 같은 표를 같은 방식으로 집계 · 도표는 정해진 코드(워크플로)로 충분. 표현이 제각각인 글 해석 · 분류나 결과를 보고 다음 조회를 골라야 할 때 쓸모</a:t>
            </a:r>
          </a:p>
          <a:p>
            <a:r>
              <a:t>· 할 수 있는 범위는 연결한 도구 · 자료, 허용한 권한, 결과를 확인할 기준이 정한다 → 오른쪽 칸이 줄마다 다른 까닭</a:t>
            </a:r>
          </a:p>
          <a:p>
            <a:r>
              <a:t>[다음] 에이전트가 정보와 도구를 쓰는 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이 묶음(4~7 단원): 에이전트가 무엇을 어디서 읽는지, 언제 멈추는지, 결과와 과정을 어떻게 남기는지</a:t>
            </a:r>
          </a:p>
          <a:p>
            <a:r>
              <a:t>· 물음: 쿨러 추천안의 원인 후보 · 측정값 · 납기 · 작업 절차는 각각 어디에 있었고, 에이전트는 어떤 길로 읽었나</a:t>
            </a:r>
          </a:p>
          <a:p>
            <a:r>
              <a:t>· 정보의 출처와 읽는 길을 차례로 → 이 원리를 확인한 뒤 실습 넷에서 무엇을 만들고 확인할지도</a:t>
            </a:r>
          </a:p>
          <a:p>
            <a:r>
              <a:t>[다음] 추천안 한 건에 든 정보의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강조한 에이전트 → 네 귀퉁이(왼쪽 위 온톨로지 → 오른쪽 위 시계열 DB → 오른쪽 아래 업무 DB → 왼쪽 아래 SOP) → 선마다 작은 스패너</a:t>
            </a:r>
          </a:p>
          <a:p>
            <a:r>
              <a:t>· 팬 최대 운전 추천안 한 건에 쓰인 정보를 역할별로. 저장소가 꼭 넷이라는 뜻은 아니다 — HYD는 온톨로지와 SOP를 같은 지식 그래프에서 읽는다</a:t>
            </a:r>
          </a:p>
          <a:p>
            <a:r>
              <a:t>· 온톨로지: 원인 후보 셋. 시계열 DB: 냉각 효율 46.2 %. 업무 DB: 납기까지 5.98시간. SOP: 팬 최대 운전의 단계와 출처</a:t>
            </a:r>
          </a:p>
          <a:p>
            <a:r>
              <a:t>· 스패너 = 도구: 네 곳 모두 에이전트가 도구를 불러 읽었다</a:t>
            </a:r>
          </a:p>
          <a:p>
            <a:r>
              <a:t>· 하나만 빠져도 추천안이 성립 안 한다: 후보가 없으면 무엇을 확인할지 모르고, 측정값이 없으면 후보를 못 가르고, 납기를 모르면 생산을 줄이는 안의 손해를 못 따지고, SOP가 없으면 수행법을 못 적는다</a:t>
            </a:r>
          </a:p>
          <a:p>
            <a:r>
              <a:t>· 흩어진 정보를 에이전트가 도구로 모아 추천안 하나로 엮었다</a:t>
            </a:r>
          </a:p>
          <a:p>
            <a:r>
              <a:t>[다음] 네 정보원이 답하는 물음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온톨로지 → 시계열 DB → 업무 DB → 강조한 SOP, 카드마다 첫 줄 물음과 꼬리표(바뀌는 때)</a:t>
            </a:r>
          </a:p>
          <a:p>
            <a:r>
              <a:t>· 물음에 맞지 않는 곳을 읽으면 답이 없거나 낡은 답</a:t>
            </a:r>
          </a:p>
          <a:p>
            <a:r>
              <a:t>· 온톨로지: 무엇과 무엇이 어떤 관계인가(설비 · 증상 · 원인 · 조치). 시계열 DB: 그 시각의 값이 얼마였나(측정값을 시간 순서로)</a:t>
            </a:r>
          </a:p>
          <a:p>
            <a:r>
              <a:t>· 업무 DB: 정비 · 재고 · 납기는 어떤 상태인가. SOP: 조치를 어떻게 수행하나(단계 · 승인 역할 · 근거 절)</a:t>
            </a:r>
          </a:p>
          <a:p>
            <a:r>
              <a:t>· 엉뚱한 곳에 물으면: 유온 현재값을 온톨로지에서만 찾으면 값이 없고, 원인 후보를 시계열 DB에 물어도 답이 없다</a:t>
            </a:r>
          </a:p>
          <a:p>
            <a:r>
              <a:t>· 낡은 답: 계속 바뀌는 값을 잘 안 바뀌는 쪽(예: 재고 수량을 문서에)에 적어 두고 읽을 때 → 문서가 개정될 때까지 숫자가 그대로. 그래서 지식 쪽엔 값이 아니라 값을 읽을 자리를 적는다</a:t>
            </a:r>
          </a:p>
          <a:p>
            <a:r>
              <a:t>· 꼬리표: 온톨로지 · SOP는 검토 · 개정 때 갱신, 시계열 DB는 계속, 업무 DB는 업무 때마다 → 뒤의 지식 · 값 구분에 다시 쓴다</a:t>
            </a:r>
          </a:p>
          <a:p>
            <a:r>
              <a:t>[다음] 지식 그래프에서 실제로 읽은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아래 가운데 강조한 고장 유형 → 위 원인 셋에서 모이는 화살표와 사전 확률 → 오른쪽 아래 조치 방법, 선 옆 관계 이름</a:t>
            </a:r>
          </a:p>
          <a:p>
            <a:r>
              <a:t>· 온톨로지와 SOP는 같은 지식 그래프(포털의 그래프)</a:t>
            </a:r>
          </a:p>
          <a:p>
            <a:r>
              <a:t>· 원인 셋(핀 오염 · 팬 구동 불량 · 주변 온도 상승) → 냉각 성능 상실 「일으킨다」, 냉각 성능 상실 → 팬 최대 운전 「완화한다」</a:t>
            </a:r>
          </a:p>
          <a:p>
            <a:r>
              <a:t>· 진단 도구는 고장 유형에서 원인 관계를 거슬러 후보 셋을, 완화 관계를 따라 조치 방법을 얻었다</a:t>
            </a:r>
          </a:p>
          <a:p>
            <a:r>
              <a:t>· 쓸모: 경보는 어떤 고장이 의심되는지까지만 → 관계를 거슬러 가면 확인할 원인 목록이 바로 나와 에이전트가 짐작으로 늘어놓지 않는다. 매뉴얼에서 뽑아 사람이 검토 · 등록한 지식 → 모델이 설명한 후보도 이 도구 결과와 맞는지 확인</a:t>
            </a:r>
          </a:p>
          <a:p>
            <a:r>
              <a:t>· 사전 확률(핀 오염 0.6, 나머지 0.2) = 매뉴얼이 그 원인을 얼마나 흔하다고 보는지 옮긴 값</a:t>
            </a:r>
          </a:p>
          <a:p>
            <a:r>
              <a:t>· 흔하다 ≠ 이번 사건의 원인. 그래프는 후보와 흔한 정도까지 → 이번 원인을 가르려면 값을 읽어야 한다</a:t>
            </a:r>
          </a:p>
          <a:p>
            <a:r>
              <a:t>[다음] 값을 읽는 곳, 시계열 DB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증거 한 건(읽은 방법 → 읽은 값 → 기준 → 판정) → 아래 관측 범위, 오른쪽 강조한 읽은 값과 기준</a:t>
            </a:r>
          </a:p>
          <a:p>
            <a:r>
              <a:t>· 읽은 방법 = 최근 30초 냉각 효율 평균. 에이전트가 지은 게 아니라 지식 그래프의 증거에 적힌 그대로(원인 진단 물음엔 세 값뿐 — 무엇을 어떻게 읽을지는 증거 쪽에)</a:t>
            </a:r>
          </a:p>
          <a:p>
            <a:r>
              <a:t>· 구간 평균은 한 번 튄 값의 영향을 줄이지만 짧은 이상을 놓칠 수 있다 → 늘 평균이 낫지는 않다. 여기선 등록된 증거 기준이 30초 평균을 요구해 그대로 맞춰 읽음</a:t>
            </a:r>
          </a:p>
          <a:p>
            <a:r>
              <a:t>· 읽은 값 46.2(시계열 DB) vs 기준 70 미만(지식 그래프) → 해당 증거 조건 만족(PASS). 원인 전체 판정은 다른 증거와 함께</a:t>
            </a:r>
          </a:p>
          <a:p>
            <a:r>
              <a:t>· 관측 범위: 표본 30개. 개수만으로 매초 빠짐없었다고 단정하지 않고 관측 시각과 빈 구간도 확인 — 공백이 크면 평균이 그 구간을 대표하지 못한다. HYD 진단도 데이터 품질 조건을 함께 확인</a:t>
            </a:r>
          </a:p>
          <a:p>
            <a:r>
              <a:t>[다음] 설비 밖의 사정, 업무 DB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물음(설비 이름 하나) → 받음의 시스템 칸 → 강조한 판단에 쓰는 값, 오른쪽 셋째 설명</a:t>
            </a:r>
          </a:p>
          <a:p>
            <a:r>
              <a:t>· 납기 · 남은 수량은 설비 센서로는 모른다 → 업무 DB</a:t>
            </a:r>
          </a:p>
          <a:p>
            <a:r>
              <a:t>· 다른 실행 기록의 생산오더 조회: 물음엔 설비 이름 하나. 시스템 칸 = 값이 온 업무 시스템(생산 일정을 관리하는 MES)</a:t>
            </a:r>
          </a:p>
          <a:p>
            <a:r>
              <a:t>· 판단에 쓰는 값: 오더 MO-0930-0412, 납기까지 5.98시간, 남은 수량 1,500개</a:t>
            </a:r>
          </a:p>
          <a:p>
            <a:r>
              <a:t>· 같은 방식으로 품질 쪽 출하 대기 로트(L-0930-A17, 800개) — 유온이 높은 채로 이어지면 출하 앞둔 제품의 품질 위험이 커져 그 위험을 따지는 데 쓰인다</a:t>
            </a:r>
          </a:p>
          <a:p>
            <a:r>
              <a:t>· 쿨러 사건 실행에선 이 조회를 따로 부르지 않고 대안 평가가 같은 납기를 평가 안에서 읽었다</a:t>
            </a:r>
          </a:p>
          <a:p>
            <a:r>
              <a:t>· 부하를 낮추는 조치는 유온을 더 내리지만 생산이 준다 → 납기 6시간도 안 남아 손실이 점수로 드러나 공동 2순위. 유온만 비교했다면 그 안이 앞섰다 → 설비 밖의 사정이 설비 조치의 순위를 바꿨다</a:t>
            </a:r>
          </a:p>
          <a:p>
            <a:r>
              <a:t>[다음] DB를 자유롭게 열어 줘야 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에이전트 → 물음 · 받음 화살표 → 가운데 강조한 도구(자물쇠, 읽기 전용 계정) → 오른쪽 시계열 · 업무 DB, 위쪽 직접 접속은 막힘</a:t>
            </a:r>
          </a:p>
          <a:p>
            <a:r>
              <a:t>· HYD는 에이전트와 DB 사이에 도구를 둔다: 물음을 보내면 도구가 제한된 권한으로 읽어 결과를 준다. 직접 연결도 가능하지만 접근 경로를 도구로 관리하는 방식을 택했다</a:t>
            </a:r>
          </a:p>
          <a:p>
            <a:r>
              <a:t>· 읽기 전용 계정: 잘못된 조회 요청이 데이터를 수정 · 삭제하는 작업으로 실행되지 않게</a:t>
            </a:r>
          </a:p>
          <a:p>
            <a:r>
              <a:t>· 결과 양과 실행 시간 한도: 이 SQL 조회 설정은 최대 200행 · 5초(모든 도구 공통 숫자 아님)</a:t>
            </a:r>
          </a:p>
          <a:p>
            <a:r>
              <a:t>· 결과 행 수 제한 ≠ DB가 계산할 양 제한: 한 줄 합계에도 많은 데이터를 읽을 수 있다 → 시간 제한 등을 함께 두지만 늘 가볍고 안전하다고 보장 못 한다. 질문에 맞는 기간 · 범위를 정하는 일도 필요</a:t>
            </a:r>
          </a:p>
          <a:p>
            <a:r>
              <a:t>· 읽기 도구의 제한을 에이전트의 모든 행동과 혼동하지 않는다: 추천안 제출 도구는 기록을 남기고, 설비 제어 명령은 별도 권한과 승인 절차 → 읽고 쓸 수 있는 범위는 도구 · 업무마다</a:t>
            </a:r>
          </a:p>
          <a:p>
            <a:r>
              <a:t>[다음] 지식과 현재값을 섞으면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부제</a:t>
            </a:r>
          </a:p>
          <a:p>
            <a:r>
              <a:t>· 정보원 꼬리표에서 잘 안 바뀌는 지식과 계속 바뀌는 값이 나뉜다고 했다</a:t>
            </a:r>
          </a:p>
          <a:p>
            <a:r>
              <a:t>· 물음: 제대로 읽은 정보라도 에이전트가 이 둘을 섞어 쓰면 어떤 일이 생기나</a:t>
            </a:r>
          </a:p>
          <a:p>
            <a:r>
              <a:t>· 순서: 섞이는 꼴 두 가지 → 막는 장치 두 가지(작업 규칙 · 신선도)</a:t>
            </a:r>
          </a:p>
          <a:p>
            <a:r>
              <a:t>[다음] 섞이는 두 가지 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기준을 값처럼 → 오른쪽 강조한 묵은 값을 지금처럼, 따옴표 안이 틀린 문장</a:t>
            </a:r>
          </a:p>
          <a:p>
            <a:r>
              <a:t>· 왼쪽 「냉각 효율은 70 %이다」: 70은 매뉴얼의 판별 기준이지 잰 값이 아니다(잰 값은 46.2 %)</a:t>
            </a:r>
          </a:p>
          <a:p>
            <a:r>
              <a:t>· 이 혼동이 판단을 바꾸는 길: 70을 잰 값으로 알고 기준(70 미만)에 대면 70은 70 미만이 아니라 「효율 낮음」 증거가 안 맞음 → 핀 오염을 받치던 증거 하나가 엉뚱하게 사라진다</a:t>
            </a:r>
          </a:p>
          <a:p>
            <a:r>
              <a:t>· 오른쪽 「유온은 55.71 ℃이므로 한계까지 여유가 있다」: 경보 순간 읽은 값. 승인 순간 유온은 61.8 ℃ → 한 번 읽은 값을 한참 뒤에도 지금처럼 썼다. 여유가 꽤 줄어 있었는데 여유가 있다고 믿으면 덜 급한 조치로 흐른다</a:t>
            </a:r>
          </a:p>
          <a:p>
            <a:r>
              <a:t>· 두 문장 다 숫자가 있어 그럴듯하고 읽는 사람이 알아차리기 어렵다 → 사람이 잡길 기다리지 말고 에이전트가 처음부터 하지 않게 막는다</a:t>
            </a:r>
          </a:p>
          <a:p>
            <a:r>
              <a:t>[다음] 막는 장치 첫째, 작업 규칙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지식 → 강조한 지금의 값 → 규칙 판정, 카드마다 출처</a:t>
            </a:r>
          </a:p>
          <a:p>
            <a:r>
              <a:t>· 작업 규칙: 추측하지 말고 도구로 확인하라. 무엇을 어디서 얻을지 세 갈래</a:t>
            </a:r>
          </a:p>
          <a:p>
            <a:r>
              <a:t>· 지식(원인 후보 · 증거 기준 · 조치 방법) → 지식 그래프 조회. 모델의 일반 지식이 아니라 이 공장의 기준을 그래프에서 꺼낸다</a:t>
            </a:r>
          </a:p>
          <a:p>
            <a:r>
              <a:t>· 지금의 값(센서 값 · 납기 · 재고) → 시계열 DB · 업무 DB에서 그때그때. 값마다 읽은 곳 · 방법이 붙는다(쿨러 사건: 유온엔 시계열 DB 최신값, 긴급 오더 남은 시간엔 MES라는 출처) → 나중에 출처를 따질 수 있다</a:t>
            </a:r>
          </a:p>
          <a:p>
            <a:r>
              <a:t>· 규칙 판정(제외 · 감점 · 경고)은 모델이 해석하지 않고 판단 도구의 결과를 쓴다 — 모델이 해석하면 같은 상황에서도 답이 달라질 수 있고, 판단 도구는 같은 판본 규칙 + 같은 입력이면 같은 계산 → 믿고 다시 확인할 수 있다</a:t>
            </a:r>
          </a:p>
          <a:p>
            <a:r>
              <a:t>· 규칙을 글로 줬다고 모델이 반드시 지키지는 않는다 → 도구 권한 제한, 데이터 상태 검사, 결과 검토가 함께 필요</a:t>
            </a:r>
          </a:p>
          <a:p>
            <a:r>
              <a:t>[다음] 막는 장치 둘째, 신선도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굵은 세로선(판단 시점) → 왼쪽 띠(허용 범위 60초) → 강조한 0.6초 전 관측값 → 왼쪽 멈춤 표지(60초보다 오래된 값)</a:t>
            </a:r>
          </a:p>
          <a:p>
            <a:r>
              <a:t>· 조회 성공 ≠ 지금 상태를 읽음: 센서가 멈췄다면 DB엔 오래전 값이 마지막 값으로 남아 있을 수 있다</a:t>
            </a:r>
          </a:p>
          <a:p>
            <a:r>
              <a:t>· 신선도 = 조회 버튼을 누른 때가 아니라 값이 관측 · 기록된 시각이 판단 시점에서 얼마나 오래됐나</a:t>
            </a:r>
          </a:p>
          <a:p>
            <a:r>
              <a:t>· HYD의 이 검사: 최신 유온의 관측 시각이 60초 안쪽인가. 60초는 이 시스템 설정이지 모든 설비의 공통 기준이 아니다 — 공정 변화 속도와 값의 쓰임에 맞춰 정한다</a:t>
            </a:r>
          </a:p>
          <a:p>
            <a:r>
              <a:t>· 쿨러 사건: 최신 유온이 1초도 안 된 값(0.6초) → 통과. 60초보다 오래된 값만 있었다면 판단 보류. 수집 상태 · 시각 이상도 함께 확인(최신 행을 찾았다는 것만으론 부족)</a:t>
            </a:r>
          </a:p>
          <a:p>
            <a:r>
              <a:t>· 통과한 값도 시간이 지나면 오래된다: 조사 · 평가가 길어지면 중요한 실행 전에 다시 확인. 다만 이 화면은 한 검사 시점의 결과 — 모든 제출 · 승인 순간에 자동 재검사됐다고 이 기록만으로 말 못 한다. 업무 설계 때 어느 단계에서 다시 확인할지도 정한다</a:t>
            </a:r>
          </a:p>
          <a:p>
            <a:r>
              <a:t>[다음] 멈추는 것이 맞을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 → 부제</a:t>
            </a:r>
          </a:p>
          <a:p>
            <a:r>
              <a:t>· 값이 묵었으면 판단을 보류한다 = 끝까지 하는 것보다 멈추는 게 맞을 때가 있다</a:t>
            </a:r>
          </a:p>
          <a:p>
            <a:r>
              <a:t>· 물음: 에이전트는 언제 멈춰야 하고, 멈출 때는 무엇을 내야 하나</a:t>
            </a:r>
          </a:p>
          <a:p>
            <a:r>
              <a:t>· 세 상황(근거 부족 · 호출 실패 · 권한 제한)과 멈출 때 내는 형식</a:t>
            </a:r>
          </a:p>
          <a:p>
            <a:r>
              <a:t>[다음] 멈추지 않으면 생기는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빈칸을 채워 제출 → 오른쪽 강조한 멈추고 이유를 냄, 각 칸 끝 줄</a:t>
            </a:r>
          </a:p>
          <a:p>
            <a:r>
              <a:t>· 같은 상황: 냉각 효율을 읽지 못했다</a:t>
            </a:r>
          </a:p>
          <a:p>
            <a:r>
              <a:t>· 왼쪽: 사전 확률이 가장 큰 핀 오염을 원인으로 적어 냄(흔하다는 값만 믿고). 모양은 값을 읽었을 때와 똑같아 담당자는 확인된 원인으로 알고 승인 → 틀려도 드러나지 않는다</a:t>
            </a:r>
          </a:p>
          <a:p>
            <a:r>
              <a:t>· 원인이 다르면 맞는 조치도 다르다: 핀 오염이면 핀 세척, 팬이 덜 돌면 팬 점검 → 틀린 원인 위의 추천안은 엉뚱한 정비로</a:t>
            </a:r>
          </a:p>
          <a:p>
            <a:r>
              <a:t>· 오른쪽: 원인을 적지 않고 보류, 무엇을 확인 못 했는지 적어 냄 → 담당자가 값이 들어온 뒤 다시 평가시킨다. 모르는 게 모른다는 모습 그대로 드러난다</a:t>
            </a:r>
          </a:p>
          <a:p>
            <a:r>
              <a:t>· 멈춤은 일을 못 한 게 아니라 승인자가 없는 근거를 믿고 결정하지 않게 하는 일 → 언제 멈출지 미리 정해 둔다</a:t>
            </a:r>
          </a:p>
          <a:p>
            <a:r>
              <a:t>[다음] 멈춤 조건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에이전트에서 세 갈래: 근거 부족(빈 저장소) → 도구 호출 실패(가위표 도구) → 권한 제한(자물쇠) → 모두 지나는 강조한 멈춤 표지 → 오른쪽 사람</a:t>
            </a:r>
          </a:p>
          <a:p>
            <a:r>
              <a:t>· 근거 부족: 값을 못 얻었거나, 얻은 값이 어느 원인의 기준에도 안 맞음(빈 값 · 불일치)</a:t>
            </a:r>
          </a:p>
          <a:p>
            <a:r>
              <a:t>· 도구 호출 실패: 다시 시도해도 도구가 오류를 돌려줌</a:t>
            </a:r>
          </a:p>
          <a:p>
            <a:r>
              <a:t>· 권한 제한: 일을 끝내려면 허용 목록 밖의 도구가 필요</a:t>
            </a:r>
          </a:p>
          <a:p>
            <a:r>
              <a:t>· 세 갈래 모두 멈춤 표지 → 지어내지 않고 멈춘다 → 사람에게: 다시 평가시키거나, 에이전트의 질문에 답하거나, 작업을 닫는다</a:t>
            </a:r>
          </a:p>
          <a:p>
            <a:r>
              <a:t>· 공통점: 근거를 갖고 끝까지 갈 수 없다 → 할 일은 그럴듯한 결과가 아니라 이유와 함께 사람에게 넘기기</a:t>
            </a:r>
          </a:p>
          <a:p>
            <a:r>
              <a:t>[다음] 근거 부족을 더 나누면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SUPPORTED → 강조한 UNKNOWN → UNSUPPORTED, 카드 끝 줄</a:t>
            </a:r>
          </a:p>
          <a:p>
            <a:r>
              <a:t>· 근거 부족엔 서로 다른 두 경우가 있어 근거 상태를 셋으로 적는다</a:t>
            </a:r>
          </a:p>
          <a:p>
            <a:r>
              <a:t>· SUPPORTED(근거 지지): 필요한 값을 읽었고 등록 기준에 맞음. 냉각 효율 46.2 % &lt; 70 %는 그중 한 조건 — 핀 오염 판정은 팬 진동 등 필요한 증거와 함께. 지지 = 이 지식 모델 · 기준 안의 판정이지 현장의 모든 원인을 배제했다는 뜻은 아니다</a:t>
            </a:r>
          </a:p>
          <a:p>
            <a:r>
              <a:t>· UNKNOWN(확인 못 함): 조회 실패 · 값이 빔 → 맞다고도 틀리다고도 못 함. 결정표에서 값 없는 조건을 통과로 치지 않은 것과 같은 생각</a:t>
            </a:r>
          </a:p>
          <a:p>
            <a:r>
              <a:t>· UNSUPPORTED(맞는 근거 없음): 값은 읽었는데 조회한 근거가 모두 기준에 안 맞음 → 등록된 원인 중 맞는 게 없다</a:t>
            </a:r>
          </a:p>
          <a:p>
            <a:r>
              <a:t>· 둘을 나누는 까닭 = 사람이 이어서 할 일이 다르다: UNKNOWN은 값이 들어오면 재평가, UNSUPPORTED는 그래프에 없는 원인일 수 있어 사람이 직접 살핀다</a:t>
            </a:r>
          </a:p>
          <a:p>
            <a:r>
              <a:t>[다음] 보류할 때 내는 형식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보류 객체의 세 칸(상태 · 이유 · 증거) → 아래 「함께 낼 수 없는 것」, 오른쪽 강조한 이유</a:t>
            </a:r>
          </a:p>
          <a:p>
            <a:r>
              <a:t>· 보류할 때 내는 형식이 정해져 있다: 에이전트 지시에 적힌 형식 그대로, 항목은 셋뿐</a:t>
            </a:r>
          </a:p>
          <a:p>
            <a:r>
              <a:t>· 상태: UNKNOWN(확인 못 함)과 UNSUPPORTED(맞는 근거 없음) 중 하나</a:t>
            </a:r>
          </a:p>
          <a:p>
            <a:r>
              <a:t>· 이유: 무엇을 확인 못 했는지 사람이 읽을 문장(예: 유온의 최신 값이 60초보다 오래되었다). 보류된 작업은 사람이 받으니 읽고 바로 할 일을 알 수 있게</a:t>
            </a:r>
          </a:p>
          <a:p>
            <a:r>
              <a:t>· 증거: 그때까지 조회해 얻은 실제 근거. 멈췄다고 버리지 않는다 → 재평가 때 무엇이 확인됐고 무엇이 비었는지 한눈에</a:t>
            </a:r>
          </a:p>
          <a:p>
            <a:r>
              <a:t>· 원인 · 고장 유형 · 판단 같은 결과 항목은 보류와 함께 낼 수 없다 — 섞어 내면 거절</a:t>
            </a:r>
          </a:p>
          <a:p>
            <a:r>
              <a:t>· 막지 않으면 일부만 채운 결과가 절반만 확인된 추천안으로 승인 화면에 오른다 → 보류는 결과를 하나도 채우지 않고 이유와 근거만</a:t>
            </a:r>
          </a:p>
          <a:p>
            <a:r>
              <a:t>[다음] 실패 · 0행 · 수량 0의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일치하는 기록 없음 → 오른쪽 강조한 실패, 제목 끝의 수량 0</a:t>
            </a:r>
          </a:p>
          <a:p>
            <a:r>
              <a:t>· 도구 오류와 「조회는 됐지만 찾은 행이 없음」을 같은 빈칸으로 처리하면 확인 못 한 일을 없는 일로 바꾼다</a:t>
            </a:r>
          </a:p>
          <a:p>
            <a:r>
              <a:t>· 예비품 재고 조회 예. 일치하는 기록 없음(0행): 조회 성공, 그 조회 범위 안에 조건에 맞는 기록이 없다는 사실뿐. 실제 재고 0으로 단정 못 한다(창고 · 품목 조건을 잘못 넣었거나 아직 등록 안 됐을 수도)</a:t>
            </a:r>
          </a:p>
          <a:p>
            <a:r>
              <a:t>· 수량 0: 재고 행을 찾았고 그 수량이 0 → 기록상 수량 0이라는 답. 어느 창고 · 어느 시점 기록인지 맞아야 답으로 쓴다</a:t>
            </a:r>
          </a:p>
          <a:p>
            <a:r>
              <a:t>· 실패: 수량도, 기록 유무도 확인 못 함 = 「모른다」. 0으로 바꾸면 읽지 못한 재고를 없다고 믿고 새로 발주할 수도</a:t>
            </a:r>
          </a:p>
          <a:p>
            <a:r>
              <a:t>· 작업 규칙: 실패를 0이나 빈 값으로 바꿔 성공처럼 제출하지 않는다 → 셋을 그대로 남기고, 필수 값을 끝내 확인 못 하면 보류</a:t>
            </a:r>
          </a:p>
          <a:p>
            <a:r>
              <a:t>[다음] 언제까지 다시 해 봐야 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다시 부르기 → 조회문 수정 → 강조한 실행 시간, 꼬리표의 한도와 정하는 쪽</a:t>
            </a:r>
          </a:p>
          <a:p>
            <a:r>
              <a:t>· 끝없이 다시 시도할 수 없다 → 재시도에 한도</a:t>
            </a:r>
          </a:p>
          <a:p>
            <a:r>
              <a:t>· 다시 부르기: 읽기인지 쓰기인지 먼저 구별. 조회를 다시 하는 것과 추천안 · 발주를 다시 제출하는 것은 영향이 다르다. 제출 응답이 늦었다고 저장까지 실패한 건 아닐 수 있다 → 무작정 다시 보내면 두 건 → 처리 여부 확인 · 중복 반영 방지 장치</a:t>
            </a:r>
          </a:p>
          <a:p>
            <a:r>
              <a:t>· 조회문 수정: 직접 쓴 조회문이 오류를 내면 고쳐 다시, 두 번까지(작업 규칙의 지침, 서버 강제 차단은 아님). 오류 난 부분만 고치고 무엇을 세고 거를지는 바꾸지 않는다 — 묻는 내용을 바꾸면 오류는 사라져도 엉뚱한 물음의 답. 두 번 고쳐도 안 되면 실패를 그대로 적는다</a:t>
            </a:r>
          </a:p>
          <a:p>
            <a:r>
              <a:t>· 실행 시간: 한 번의 실행 전체에 30분 제한(이 시스템 설정). 넘기면 작업이 멈춘 채 남고 사람이 닫는다 → 멈춤 조건과 같은 자리</a:t>
            </a:r>
          </a:p>
          <a:p>
            <a:r>
              <a:t>· 한도의 까닭: 같은 실패를 끝없이 되풀이하면 결과는 안 나오고 사람은 아무것도 모른다 → 한도를 넘긴 작업은 멈춰 사람에게</a:t>
            </a:r>
          </a:p>
          <a:p>
            <a:r>
              <a:t>[다음] 마지막 멈춤 조건, 권한 제한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허용 목록 → 목록 밖의 호출 → 강조한 사람에게 묻는다 → 바뀌지 않는 것</a:t>
            </a:r>
          </a:p>
          <a:p>
            <a:r>
              <a:t>· HYD는 에이전트의 도구 호출을 허용 목록으로 제한(에이전트마다 부를 수 있는 도구가 정해져 있다)</a:t>
            </a:r>
          </a:p>
          <a:p>
            <a:r>
              <a:t>· 목록 밖의 도구를 부르려 하면 실행되지 않고 권한 요청 → 질문이 되어 사람에게 올라간다. 꼭 필요하다고 판단했어도 마찬가지</a:t>
            </a:r>
          </a:p>
          <a:p>
            <a:r>
              <a:t>· 지시의 한 문장 「답변은 실행 권한을 바꾸지 않습니다」: 사람이 답해도 권한이 넓어지지 않는다</a:t>
            </a:r>
          </a:p>
          <a:p>
            <a:r>
              <a:t>· 까닭: 무엇을 부를 수 있는지는 에이전트를 정의할 때 업무에 필요한 기능 · 권한을 미리 검토해 등록한 것. 실행 중 질문과 답으로 바뀌면 목록이 의미 없어진다 → 권한을 넓히는 건 에이전트 정의를 고치는 일</a:t>
            </a:r>
          </a:p>
          <a:p>
            <a:r>
              <a:t>· 해서는 안 되는 일: 허용된 도구를 엮어 막힌 일을 돌아가기. 사람에게 묻는 질문을 도구 거절이나 승인을 피해 가는 데 쓰지 말라고 지시에 적혀 있다</a:t>
            </a:r>
          </a:p>
          <a:p>
            <a:r>
              <a:t>· 단원 답: 근거 부족 · 호출 실패 · 권한 밖, 어느 경우든 결과를 채우지 않고 멈춰 이유와 근거를 붙여 사람에게</a:t>
            </a:r>
          </a:p>
          <a:p>
            <a:r>
              <a:t>[다음] 끝까지 간 결과의 형식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07 → 부제</a:t>
            </a:r>
          </a:p>
          <a:p>
            <a:r>
              <a:t>· 멈출 때의 보류에 형식이 있었듯, 끝까지 간 결과에도 형식이 있다</a:t>
            </a:r>
          </a:p>
          <a:p>
            <a:r>
              <a:t>· 물음: 사람이 추천안을 믿고 확인하려면 결과와 과정이 어떤 모양으로 남아야 하나</a:t>
            </a:r>
          </a:p>
          <a:p>
            <a:r>
              <a:t>· 순서: 결과를 정해진 형식으로(구조화 출력) → 일한 과정을 남기는 실행 기록 → 확인된 원인과 가설의 구분</a:t>
            </a:r>
          </a:p>
          <a:p>
            <a:r>
              <a:t>[다음] 결과 객체의 다섯 항목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JSON 항목 위에서부터: 원인 · 고장 유형 → 진단 안내 → 강조한 판단 → 판단 번호, 오른쪽 셋째 설명의 끝줄</a:t>
            </a:r>
          </a:p>
          <a:p>
            <a:r>
              <a:t>· 쿨러 사건 에이전트 단계 끝에 작업 공간에 남긴 결과 파일의 뼈대 = 다섯 항목의 JSON 객체 하나(문서에서 지식을 뽑을 때 쓴 구조화 출력이 여기서도)</a:t>
            </a:r>
          </a:p>
          <a:p>
            <a:r>
              <a:t>· 원인 · 고장 유형: 이름이 아니라 지식 그래프 식별자. 진단 안내: 진단 결과와 권장 조치</a:t>
            </a:r>
          </a:p>
          <a:p>
            <a:r>
              <a:t>· 판단: 추천하는 조치 · 이유 설명 · 후보 순서 → 추천안 표의 추천 · 이유 · 뒤진 대안이 이 안에. 설명은 승인자가 읽는 부분</a:t>
            </a:r>
          </a:p>
          <a:p>
            <a:r>
              <a:t>· 판단 번호: 판단 제출에서 받은 번호 → 제출한 추천안과 이 결과가 이 번호로 이어진다</a:t>
            </a:r>
          </a:p>
          <a:p>
            <a:r>
              <a:t>· 헷갈리는 짝: 항목 칸엔 식별자(다음 시스템이 정확히 찾아가야), 설명 문장엔 「팬 최대 운전」 같은 이름(사람이 읽으니까)</a:t>
            </a:r>
          </a:p>
          <a:p>
            <a:r>
              <a:t>· 출력 계약 = 작업마다 어떤 항목이 있어야 하는지 미리 정한 것. 승인 화면은 판단 항목에서 추천과 설명을 꺼내고, 뒤 단계는 판단 번호로 가리킨다 → 받는 쪽이 어디서 무엇을 꺼낼지 안다</a:t>
            </a:r>
          </a:p>
          <a:p>
            <a:r>
              <a:t>[다음] 형식이 어긋나면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제출 → 강조한 형식 검사 → 거절과 교정 → 통과</a:t>
            </a:r>
          </a:p>
          <a:p>
            <a:r>
              <a:t>· 에이전트가 낸 결과는 시스템이 먼저 검사, 형식이 맞아야 다음 단계로</a:t>
            </a:r>
          </a:p>
          <a:p>
            <a:r>
              <a:t>· 항목이 빠졌거나 모양이 어긋나면 「출력 형식 검사에서 거절됐습니다」가 이유와 함께 에이전트에게 돌아간다</a:t>
            </a:r>
          </a:p>
          <a:p>
            <a:r>
              <a:t>· 같은 실행 안에서 고쳐 다시 낸다: 내용은 확인됐고 형식만 어긋났다면 얻어 둔 내용을 항목에 맞춰 고친다. 형식을 맞추려고 새 값을 지어 넣지 않는다. 필요한 사실 자체가 빠졌다면 모양 수정으로 해결 못 한다</a:t>
            </a:r>
          </a:p>
          <a:p>
            <a:r>
              <a:t>· 이 시스템의 형식 교정은 최대 두 번, 통과하면 승인할 담당자에게</a:t>
            </a:r>
          </a:p>
          <a:p>
            <a:r>
              <a:t>· 검사가 보는 건 형식(항목 · 모양)뿐 → 형식이 맞아도 내용이 옳다는 뜻은 아니다. 내용은 다른 방법으로 확인</a:t>
            </a:r>
          </a:p>
          <a:p>
            <a:r>
              <a:t>[다음] 내용을 확인하는 방법, 과정의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처리 기록 화면 → 진하게 표시한 셋째 줄 → 아래로 펼친 다섯 칸(시각 · 도구 · 물음 · 받음 · 걸린 시간), 강조한 가운데 두 칸</a:t>
            </a:r>
          </a:p>
          <a:p>
            <a:r>
              <a:t>· 실행 기록 = 에이전트가 일하는 동안 말과 도구 호출이 시각 순서로 한 줄씩 남는 것. 포털의 처리 기록 화면이 그것(앞에서 본 처리 기록의 줄들)</a:t>
            </a:r>
          </a:p>
          <a:p>
            <a:r>
              <a:t>· 호출 한 건 = 언제(11:13:18) · 어느 도구(원인 진단) · 무엇을 물어(설비 · 경보 종류 · 경보 번호) · 무엇을 받았고(13,763자 JSON) · 얼마나 걸렸나(218 ms)</a:t>
            </a:r>
          </a:p>
          <a:p>
            <a:r>
              <a:t>· 숫자 · 식별자를 다 읽기보다 확인하려는 값이 어느 입력에서 나와 어떤 결과로 돌아왔는지 연결</a:t>
            </a:r>
          </a:p>
          <a:p>
            <a:r>
              <a:t>· 입력과 출력이 모두 남는다 → 추천안의 값이 어느 호출에서 왔는지 찾아갈 수 있다</a:t>
            </a:r>
          </a:p>
          <a:p>
            <a:r>
              <a:t>· 같은 경보의 두 실행이 다른 길로 일했다 → 결과만으로 이번 실행이 어떻게 일했는지 모른다 → 실행마다 기록이 남아야</a:t>
            </a:r>
          </a:p>
          <a:p>
            <a:r>
              <a:t>[다음] 기록을 언제 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칸: 결과의 값 → 호출의 출력 → 강조한 호출의 입력 → 호출 사이의 말</a:t>
            </a:r>
          </a:p>
          <a:p>
            <a:r>
              <a:t>· 결과가 이상해 보일 때, 결과에서 출발해 호출로 거슬러 올라간다</a:t>
            </a:r>
          </a:p>
          <a:p>
            <a:r>
              <a:t>· 의심스러운 값을 고르고 → 그 값을 돌려준 호출을 기록에서 찾아 출력이 같은지 → 그 호출의 입력이 옳았나(엉뚱한 설비, 틀린 원인을 넣지 않았나)</a:t>
            </a:r>
          </a:p>
          <a:p>
            <a:r>
              <a:t>· 도구 출력과 최종 설명이 같은 뜻인지부터: 모델이 단위를 바꾸거나 다른 호출 값을 섞었을 수도. 입력도 맞고 그대로 옮겼다면 도구의 계산과 원천 데이터까지</a:t>
            </a:r>
          </a:p>
          <a:p>
            <a:r>
              <a:t>· 진행 설명은 에이전트가 밝힌 의도를 읽는 보조 자료 — 그것만으로 실제 처리나 오류 원인을 확정하지 않는다</a:t>
            </a:r>
          </a:p>
          <a:p>
            <a:r>
              <a:t>· 쿨러 사건 예: 원인 쿨러 핀 오염이 의심스러우면 → 원인 진단 호출의 받음에서 원인 1순위 확인 → 물음의 설비 HYD-01 · 경보 번호 확인 → 입력 · 반환값 · 최종 설명이 다 맞으면 진단 도구가 읽은 증거와 값 쪽으로</a:t>
            </a:r>
          </a:p>
          <a:p>
            <a:r>
              <a:t>· 결과만 있으면 틀렸다는 것밖에 모르지만 과정이 남아 있으면 어디서 틀렸는지 찾는다</a:t>
            </a:r>
          </a:p>
          <a:p>
            <a:r>
              <a:t>[다음] 결과 안의 근거, 식별자 인용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원인 → 고장 유형 → 강조한 조치 방법(출처 HM-8.5), 꼬리표는 식별자 앞머리</a:t>
            </a:r>
          </a:p>
          <a:p>
            <a:r>
              <a:t>· 과정 기록과 별도로 결과 안에도 근거: 에이전트는 모든 판단에 지식 그래프 식별자를 인용하게 되어 있다</a:t>
            </a:r>
          </a:p>
          <a:p>
            <a:r>
              <a:t>· 쿨러 추천안에 인용된 식별자: 원인 쿨러 핀 오염, 고장 유형 쿨러 냉각 성능 상실, 조치 방법 팬 최대 운전. 앞머리가 각각 다르다</a:t>
            </a:r>
          </a:p>
          <a:p>
            <a:r>
              <a:t>· 이름만 있으면 등록된 지식인지 모델이 지어낸 말인지 구별 못 한다 → 식별자가 있으면 그 노드를 찾아가고, 조치 방법이면 출처 매뉴얼 절(즉시 완화 조치 절)까지 확인 → 문서에서 지식을 등록할 때 남긴 출처가 에이전트의 근거로 쓰인다</a:t>
            </a:r>
          </a:p>
          <a:p>
            <a:r>
              <a:t>· 식별자가 적혀 있다고 근거가 정확하다는 보장은 없다: 실제 노드가 존재하나, 이번 설비와 연결되나, 인용한 절이 지금 주장까지 뒷받침하나 → 식별자는 그 확인을 시작할 주소</a:t>
            </a:r>
          </a:p>
          <a:p>
            <a:r>
              <a:t>[다음] 적어 낸 근거를 기록과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호출 기록에 있는 근거 → 오른쪽 강조한 호출 기록에 없는 근거, 각 칸의 화면 표시</a:t>
            </a:r>
          </a:p>
          <a:p>
            <a:r>
              <a:t>· 근거를 적었다는 것만으로는 부족 — 근거 자체를 꾸밀 수 있다 → 시스템이 적어 낸 근거를 실제 호출 기록과 대조</a:t>
            </a:r>
          </a:p>
          <a:p>
            <a:r>
              <a:t>· 완제품 재고 질문 예: 답에 붙은 조회문을 호출 기록과 대어 본다</a:t>
            </a:r>
          </a:p>
          <a:p>
            <a:r>
              <a:t>· 기록에 있음: 답의 조회문이 실제 실행한 조회와 같다 → 「근거 N개 확인」, 답으로 보인다</a:t>
            </a:r>
          </a:p>
          <a:p>
            <a:r>
              <a:t>· 기록에 없음: 모델은 실제로 돌리지 않은 그럴듯한 조회문도 적을 수 있다 → 답으로 보이지 않고 「답할 수 없음」과 이유, 낸 답은 「에이전트가 낸 답(근거 확인 안 됨)」으로 접힌다</a:t>
            </a:r>
          </a:p>
          <a:p>
            <a:r>
              <a:t>· 실행 기록은 사람이 읽는 데만이 아니라 시스템이 에이전트의 말을 검사하는 데도 쓰인다(첫 실습에서 이 표시를 직접 본다)</a:t>
            </a:r>
          </a:p>
          <a:p>
            <a:r>
              <a:t>· 확인 범위: 서버가 보는 건 적힌 도구 · 조회가 성공한 호출 기록에 대응하는지까지. 반환 수량을 정확히 옮겼는지, 기간이 질문에 맞는지까지 자동 정답 판정은 아니다. 근거가 여럿이면 각각의 상태도 본다</a:t>
            </a:r>
          </a:p>
          <a:p>
            <a:r>
              <a:t>[다음] 함께 변한 값으로 원인을 정하면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함께 변한 값으로 단정 → 오른쪽 강조한 증거 기준에 대어 봄, 각 칸 끝 줄</a:t>
            </a:r>
          </a:p>
          <a:p>
            <a:r>
              <a:t>· 두 값이 함께 변했다는 것만으로 원인을 정하지 않는다</a:t>
            </a:r>
          </a:p>
          <a:p>
            <a:r>
              <a:t>· 왼쪽: 유온이 오르는 동안 냉각 효율이 떨어졌다 → 「쿨러가 원인」. 그런데 팬 구동 불량 · 주변 온도 상승에서도 유온 상승은 나타난다(같은 경보에 원인 후보가 셋이었던 까닭)</a:t>
            </a:r>
          </a:p>
          <a:p>
            <a:r>
              <a:t>· 오른쪽: 등록된 증거 기준과 비교 — 냉각 효율 낮음, 팬 진동 0.575 mm/s &lt; 0.9(이 진동 기준에선 정상 범위), 캐비닛 온도 28 ℃ &lt; 35 ℃ → 이 지식 모델의 후보 중 쿨러 핀 오염이 지지된다. 팬 진동이 낮다고 팬의 모든 문제가 없음을 증명한 건 아니다</a:t>
            </a:r>
          </a:p>
          <a:p>
            <a:r>
              <a:t>· 「확인된 원인」도 이 판정 범위 안에서: 관측값을 기준과 비교해 가설을 좁힌 것이지 모든 현장 원인을 확인한 최종 조사와 같지 않다 → 중요한 조치는 현장 점검과 승인 절차로</a:t>
            </a:r>
          </a:p>
          <a:p>
            <a:r>
              <a:t>· 값을 못 읽어 지우지도 확인하지도 못한 후보는 가설로 표시</a:t>
            </a:r>
          </a:p>
          <a:p>
            <a:r>
              <a:t>· 단원 답: 결과는 정해진 항목으로, 과정은 호출마다 기록, 근거는 식별자로 인용해 기록과 대조, 확인된 것과 가설을 나눠 적기 → 사람이 확인하고 승인할 수 있다</a:t>
            </a:r>
          </a:p>
          <a:p>
            <a:r>
              <a:t>[다음] 이 기준을 직접 확인할 실습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모델의 말과 도구 결과를 구별하고 근거가 부족하면 멈추는 기준을 직접 확인. 첫 실습은 업무 에이전트 하나 구성</a:t>
            </a:r>
          </a:p>
          <a:p>
            <a:r>
              <a:t>· 앞 이론과의 연결: 에이전트를 정의하는 항목(목표 · 도구 · 지침), 근거 대조와 확인 표시, 모르는 항목의 구분</a:t>
            </a:r>
          </a:p>
          <a:p>
            <a:r>
              <a:t>· 네 실습 흐름: 첫째는 에이전트 구성을 익히고, 뒤의 셋은 그 구조를 서로 다른 업무(원인 추론 · 품질 접수 · 센서 탐색)에 적용</a:t>
            </a:r>
          </a:p>
          <a:p>
            <a:r>
              <a:t>[다음] 구성 · 질문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구성 → 질문과 대조 → 강조한 성공 기준</a:t>
            </a:r>
          </a:p>
          <a:p>
            <a:r>
              <a:t>· 목표: 제공 에이전트를 읽고 수업용 에이전트를 구성한 뒤, 질문의 호출 입력 · 결과 · 관측 시각을 답과 대조</a:t>
            </a:r>
          </a:p>
          <a:p>
            <a:r>
              <a:t>· 입력: 포털에 준비된 에이전트의 목표 · 지침 · 조회 도구</a:t>
            </a:r>
          </a:p>
          <a:p>
            <a:r>
              <a:t>· 구성: 원인의 근거와 추가로 확인할 것을 정리하도록 목표와 지침을 직접 써서 수업용 에이전트를 만든다</a:t>
            </a:r>
          </a:p>
          <a:p>
            <a:r>
              <a:t>· 질문과 대조: 같은 대상에 질문하고, 실제로 부른 도구의 입력과 결과, 값의 관측 시각을 답과 대조. 확인 표시만 보고 끝내지 않고 반환값이 답에 맞게 쓰였는지</a:t>
            </a:r>
          </a:p>
          <a:p>
            <a:r>
              <a:t>· 성공 기준: 답의 길이가 아니라 근거가 확인되고 모르는 항목이 따로 구분됐는가. 쿨러 사건의 기준 에이전트와 다른 점을 적고 설정과 결과를 저장</a:t>
            </a:r>
          </a:p>
          <a:p>
            <a:r>
              <a:t>· 결과물: 내가 만든 에이전트 + 근거가 붙은 질문 한 건의 기록</a:t>
            </a:r>
          </a:p>
          <a:p>
            <a:r>
              <a:t>[다음] 둘째 실습, 원인 추론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원인을 추론하고 점검 순서를 제안하는 에이전트를 만든다. 첫 실습에서 포털로 확인한 도구 호출과 근거 제시를 바이브 코딩으로 독립된 에이전트에 직접 구현</a:t>
            </a:r>
          </a:p>
          <a:p>
            <a:r>
              <a:t>· 앞 이론과의 연결: 정보원과 도구, 신선도와 데이터 품질, 근거의 세 상태(지지 · 미확인 · 지지 근거 없음), 확인과 가설</a:t>
            </a:r>
          </a:p>
          <a:p>
            <a:r>
              <a:t>· 점검 계획에 원인 이름만 쓰는 게 아니라 왜 그 점검이 필요한지까지 남긴다</a:t>
            </a:r>
          </a:p>
          <a:p>
            <a:r>
              <a:t>[다음] 원인 추론 에이전트의 입력과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조회 함수 연결 → 증거에 댄다 → 원인을 가른다 → 강조한 점검 계획을 낸다</a:t>
            </a:r>
          </a:p>
          <a:p>
            <a:r>
              <a:t>· 목표: 원인 후보 · 증거 · 다음 점검 순서를 근거와 함께 내는 독립 에이전트</a:t>
            </a:r>
          </a:p>
          <a:p>
            <a:r>
              <a:t>· 입력: 설비 그래프 조회 함수, 센서 입력을 읽는 함수 → 에이전트에 연결</a:t>
            </a:r>
          </a:p>
          <a:p>
            <a:r>
              <a:t>· 증거에 대기: 센서 입력을 증거 기준에 대고, 값이 오래됐거나 표본이 모자라거나 도구가 오류를 내면 「확인 필요」로 따로</a:t>
            </a:r>
          </a:p>
          <a:p>
            <a:r>
              <a:t>· 원인 가르기: 등록 기준이 지지하는 원인, 아직 확인 못 한 가설, 기준에 맞지 않는 후보로</a:t>
            </a:r>
          </a:p>
          <a:p>
            <a:r>
              <a:t>· 결과물: 원인 후보 · 증거 · 점검 순서를 실행 기록과 함께 저장한 점검 계획 파일 + 그 근거</a:t>
            </a:r>
          </a:p>
          <a:p>
            <a:r>
              <a:t>· 성공 기준: 확인되지 않은 원인을 단정하지 않고 가설로 표시. 다른 설비 사례에도 적용해 근거와 가설이 그대로 구별되는지</a:t>
            </a:r>
          </a:p>
          <a:p>
            <a:r>
              <a:t>[다음] 셋째 실습, 품질 접수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앞 에이전트의 실행 구조를 그대로 가져와 품질 업무에 적용</a:t>
            </a:r>
          </a:p>
          <a:p>
            <a:r>
              <a:t>· 원인 추론이 센서 값을 증거 기준에 대는 일이었다면, 이번엔 사람이 쓴 불량 접수 글을 읽고 다음에 누가 무엇을 확인할지 정하는 일 → 입력도 판정 기준도 달라진다</a:t>
            </a:r>
          </a:p>
          <a:p>
            <a:r>
              <a:t>· 앞 이론과의 연결: 구조화 출력(정해진 항목의 카드), 원인 단정 금지 · 지어내기 금지</a:t>
            </a:r>
          </a:p>
          <a:p>
            <a:r>
              <a:t>· 범위: 결과는 대응 카드와 초안까지. 실제 부서에 메시지를 보내거나 업무를 접수시키는 것까지 완료로 다루지 않는다</a:t>
            </a:r>
          </a:p>
          <a:p>
            <a:r>
              <a:t>[다음] 품질 대응 카드의 항목과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품질 유형 → 추가 확인 항목 → 담당 부서와 대응 초안 → 강조한 검증</a:t>
            </a:r>
          </a:p>
          <a:p>
            <a:r>
              <a:t>· 목표: 접수 한 건을 정해진 항목의 품질 대응 카드로</a:t>
            </a:r>
          </a:p>
          <a:p>
            <a:r>
              <a:t>· 입력: 제공된 접수 메시지와 분류 기준</a:t>
            </a:r>
          </a:p>
          <a:p>
            <a:r>
              <a:t>· 카드 항목: 품질 유형(분류 기준으로), 추가 확인 항목(판단에 모자란 정보), 담당 부서와 대응 초안 = 구조화 출력</a:t>
            </a:r>
          </a:p>
          <a:p>
            <a:r>
              <a:t>· 검증: 표현이 다른 접수와 정보가 빠진 접수를 넣어 결과를 견주고, 원인을 단정하거나 담당자를 지어내지 않았는지 원자료와 대조</a:t>
            </a:r>
          </a:p>
          <a:p>
            <a:r>
              <a:t>· 주의: 원인이 정해지지 않은 접수는 조사 요청으로 넘긴다</a:t>
            </a:r>
          </a:p>
          <a:p>
            <a:r>
              <a:t>· 결과물: 품질 대응 카드와 그 근거</a:t>
            </a:r>
          </a:p>
          <a:p>
            <a:r>
              <a:t>[다음] 넷째 실습, 센서 탐색과 시각화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판단의 입력인 센서 값으로 돌아가, 온도 · 압력이 시간에 따라 어떻게 변했는지 도표로 보고 더 살펴볼 구간을 찾는다</a:t>
            </a:r>
          </a:p>
          <a:p>
            <a:r>
              <a:t>· 시간 축을 맞춰 비교하되 단위는 구분 — 온도와 압력의 숫자 크기만으로 어느 쪽이 더 심하다고 비교 못 한다</a:t>
            </a:r>
          </a:p>
          <a:p>
            <a:r>
              <a:t>· 앞 이론과의 연결: 확인된 원인과 가설(함께 변한 값을 원인으로 단정 금지), 품질 접수에서 원인 미확정을 조사 요청으로 구분한 원칙</a:t>
            </a:r>
          </a:p>
          <a:p>
            <a:r>
              <a:t>· 네 활동의 공통 확인: 답을 그럴듯하게 냈느냐가 아니라 맡긴 범위에서 근거를 확인하고 모르는 부분을 드러냈느냐. 첫 활동은 포털의 업무 에이전트 구성부터</a:t>
            </a:r>
          </a:p>
          <a:p>
            <a:r>
              <a:t>[다음] 도표와 요약의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도표 → 요약 → 강조한 출력 점검</a:t>
            </a:r>
          </a:p>
          <a:p>
            <a:r>
              <a:t>· 목표: 센서 값 변화를 도표로 그리고, 이상 구간 · 관련 태그 · 조회 기간을 근거와 함께 요약</a:t>
            </a:r>
          </a:p>
          <a:p>
            <a:r>
              <a:t>· 입력: 센서 시계열(온도 · 압력)</a:t>
            </a:r>
          </a:p>
          <a:p>
            <a:r>
              <a:t>· 도표: 시간 축을 맞추고 단위를 구분해 값이 오르는 구간을 비교</a:t>
            </a:r>
          </a:p>
          <a:p>
            <a:r>
              <a:t>· 요약: 이상 구간, 관련 태그, 조회 기간을 근거와 함께</a:t>
            </a:r>
          </a:p>
          <a:p>
            <a:r>
              <a:t>· 성공 기준: 함께 변한 값을 고장 원인으로 단정하지 않았는지 출력 점검</a:t>
            </a:r>
          </a:p>
          <a:p>
            <a:r>
              <a:t>· 결과물: 도표 + 이상 구간 · 관련 태그 · 조회 기간을 적은 요약</a:t>
            </a:r>
          </a:p>
          <a:p>
            <a:r>
              <a:t>[다음] 실습 뒤, 쿨러 사건을 다시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왼쪽 장면 → 가운데 가를 것(물음) → 오른쪽 근거, 강조한 넷째 줄</a:t>
            </a:r>
          </a:p>
          <a:p>
            <a:r>
              <a:t>· 생각할 시간(약 20초): 가운데 물음에 먼저 답한 뒤 오른쪽과 대조</a:t>
            </a:r>
          </a:p>
          <a:p>
            <a:r>
              <a:t>· 대안 평가의 네 후보 점수: 모델이 아니라 판단 도구가 계산(모델은 어느 도구에 무엇을 넣을지 적었을 뿐)</a:t>
            </a:r>
          </a:p>
          <a:p>
            <a:r>
              <a:t>· 냉각 효율 70 %와 46.2 %: 70은 지식 그래프의 기준, 46.2는 그때 읽은 값</a:t>
            </a:r>
          </a:p>
          <a:p>
            <a:r>
              <a:t>· 쿨러 핀 오염 · 팬 구동 불량: 이 모델의 증거 기준이 지지한 건 핀 오염, 팬 진동이 기준보다 낮아 팬 구동 불량은 지웠다</a:t>
            </a:r>
          </a:p>
          <a:p>
            <a:r>
              <a:t>· 추천안 제출은 에이전트, 팬 속도 명령은 운전원 승인 뒤 시스템</a:t>
            </a:r>
          </a:p>
          <a:p>
            <a:r>
              <a:t>· 조회 0행 = 조건에 맞는 기록 없음, 조회 실패 = 기록을 확인 못 함. 둘 다 재고 수량 0과 구분</a:t>
            </a:r>
          </a:p>
          <a:p>
            <a:r>
              <a:t>· 다섯 짝(계산의 주체, 지식과 값, 확인과 가설, 제안과 실행, 기록 없음과 실패)을 가르면 에이전트 결과를 어디까지 믿을지 판단한다</a:t>
            </a:r>
          </a:p>
          <a:p>
            <a:r>
              <a:t>[다음] 이번 회차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위에서부터, 정식 명칭은 화면에 맡기고 뜻만</a:t>
            </a:r>
          </a:p>
          <a:p>
            <a:r>
              <a:t>· LLM = 입력과 학습한 내용으로 응답을 만드는 대규모 언어 모델. RAG = 검색한 자료를 답 생성의 근거로 제공하는 방식</a:t>
            </a:r>
          </a:p>
          <a:p>
            <a:r>
              <a:t>· 에이전트 = 목표를 받고 도구 결과에 따라 다음 행동을 정하되 완료 · 멈춤 조건에서 끝내는 시스템. 도구 = 실제 조회 · 계산 · 제출을 수행하는 기능(모델이 이름과 입력을 적어 부름)</a:t>
            </a:r>
          </a:p>
          <a:p>
            <a:r>
              <a:t>· 실행 고리 = 요청 해석 · 계획 · 호출 · 관찰을 되풀이하다 종료하는 틀. 신선도 = 관측된 값이 판단 시점에서 얼마나 오래됐나</a:t>
            </a:r>
          </a:p>
          <a:p>
            <a:r>
              <a:t>· 근거의 상태 셋 = 지지 · 확인 못 함 · 지지 근거 없음</a:t>
            </a:r>
          </a:p>
          <a:p>
            <a:r>
              <a:t>· 구조화 출력 = 정해진 항목과 형식의 JSON 결과. 실행 기록 = 도구 호출의 시각 · 입력 · 출력 · 걸린 시간을 남긴 기록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정리한 이름과 뜻을 판단에 쓸 수 있는지 확인하는 자리</a:t>
            </a:r>
          </a:p>
          <a:p>
            <a:r>
              <a:t>· 용어를 외웠는지보다 상황을 보고 에이전트가 무엇을 해야 하는지 고를 수 있는지</a:t>
            </a:r>
          </a:p>
          <a:p>
            <a:r>
              <a:t>· 세 문제: 처리 기록의 한 장면, 읽지 못한 값과 묵은 값, 허용되지 않은 도구</a:t>
            </a:r>
          </a:p>
          <a:p>
            <a:r>
              <a:t>· 문제마다 고를 시간 → 정답과 까닭은 세 문항을 다 푼 뒤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장면(원인 진단 결과의 식별자를 넣어 대안 평가 호출) → 물음 → 보기 넷</a:t>
            </a:r>
          </a:p>
          <a:p>
            <a:r>
              <a:t>· 보기 요지: ① 요청 해석 ② 결과 관찰에 이은 다음 호출 ③ 재시도 ④ 종료</a:t>
            </a:r>
          </a:p>
          <a:p>
            <a:r>
              <a:t>· 생각할 거리: 두 호출의 도구가 같은가, 뒤 호출의 입력이 어디서 왔나</a:t>
            </a:r>
          </a:p>
          <a:p>
            <a:r>
              <a:t>· 생각할 시간 약 20초</a:t>
            </a:r>
          </a:p>
          <a:p>
            <a:r>
              <a:t>[다음] 둘째 문제, 읽지 못한 값과 묵은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상황(유온 최신 값이 3분 전, 냉각 효율 조회 실패) → 물음 → 보기 넷</a:t>
            </a:r>
          </a:p>
          <a:p>
            <a:r>
              <a:t>· 보기 요지: ① 3분 전 유온과 기준 70 %로 핀 오염 제출 ② 냉각 효율을 0 %로 적고 유온을 가장 많이 내리는 조치 추천 ③ 후보인 핀 오염을 확인된 원인으로 ④ 원인을 적지 않고 확인 못 한 값과 이유를 담아 보류</a:t>
            </a:r>
          </a:p>
          <a:p>
            <a:r>
              <a:t>· 생각할 거리: 보기마다 무엇을 무엇으로 바꿔 썼나</a:t>
            </a:r>
          </a:p>
          <a:p>
            <a:r>
              <a:t>· 생각할 시간 약 20초</a:t>
            </a:r>
          </a:p>
          <a:p>
            <a:r>
              <a:t>[다음] 셋째 문제, 허용되지 않은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상황(허용 목록에 없는 도구가 필요, 유온은 계속 오름) → 물음 → 보기 넷</a:t>
            </a:r>
          </a:p>
          <a:p>
            <a:r>
              <a:t>· 보기 요지: ① 허용된 도구를 조합해 같은 효과 ② 급하니 한 번만 실행하고 기록 ③ 실행하지 않고 사람에게 묻는다, 답을 받아도 권한은 그대로 ④ 사람에게 묻고 답을 받으면 그 도구를 직접 실행</a:t>
            </a:r>
          </a:p>
          <a:p>
            <a:r>
              <a:t>· 생각할 거리: 상황의 급함과 사람의 답변이 권한을 바꾸나</a:t>
            </a:r>
          </a:p>
          <a:p>
            <a:r>
              <a:t>· 생각할 시간 약 20초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서로 다른 두 도구를 이어 불렀고 앞 결과가 뒤 입력이 됨 = 관찰이 다음 행동을 정한 장면. 3 재시도와 헷갈림 주의 — 재시도는 뜻대로 안 된 일을 방법을 바꿔 다시 하는 것, 여기선 앞 호출이 제대로 끝났다</a:t>
            </a:r>
          </a:p>
          <a:p>
            <a:r>
              <a:t>· Q2 정답 4: 묵은 값과 실패한 조회로는 근거가 확인되지 않는다. 1은 3분 전 값을 지금처럼, 기준 70을 측정값처럼 씀. 2는 실패를 0으로, 3은 후보를 확인된 원인으로 바꿈 — 모양은 그럴듯하지만 근거 없는 자리를 채웠다</a:t>
            </a:r>
          </a:p>
          <a:p>
            <a:r>
              <a:t>· Q3 정답 3: 허용 목록 밖 도구는 실행되지 않고 질문으로 올라간다. 1은 허용 도구로 막힌 일을 돌아가기, 2는 급하다는 이유로 권한을 넘기, 4는 그럴듯하지만 답변이 권한을 바꾸지 않는다</a:t>
            </a:r>
          </a:p>
          <a:p>
            <a:r>
              <a:t>· 회차 정리: 추천안이라는 결과 뒤에 역할이 나뉜다 — 모델은 다음 행동을 정하고, 도구는 실제 값을 읽고 계산하며, 사람은 근거와 권한의 경계를 확인 → 다른 업무에 적용할 때 무엇을 맡기고 무엇을 확인할지의 기준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4.png"/><Relationship Id="rId4" Type="http://schemas.openxmlformats.org/officeDocument/2006/relationships/image" Target="../media/image10.png"/><Relationship Id="rId5" Type="http://schemas.openxmlformats.org/officeDocument/2006/relationships/image" Target="../media/image25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Relationship Id="rId4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Relationship Id="rId4" Type="http://schemas.openxmlformats.org/officeDocument/2006/relationships/image" Target="../media/image30.png"/><Relationship Id="rId5" Type="http://schemas.openxmlformats.org/officeDocument/2006/relationships/image" Target="../media/image18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7.png"/><Relationship Id="rId4" Type="http://schemas.openxmlformats.org/officeDocument/2006/relationships/image" Target="../media/image3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4.png"/><Relationship Id="rId4" Type="http://schemas.openxmlformats.org/officeDocument/2006/relationships/image" Target="../media/image40.png"/><Relationship Id="rId5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4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5.png"/><Relationship Id="rId4" Type="http://schemas.openxmlformats.org/officeDocument/2006/relationships/image" Target="../media/image4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28.png"/><Relationship Id="rId4" Type="http://schemas.openxmlformats.org/officeDocument/2006/relationships/image" Target="../media/image7.png"/><Relationship Id="rId5" Type="http://schemas.openxmlformats.org/officeDocument/2006/relationships/image" Target="../media/image4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7.png"/><Relationship Id="rId4" Type="http://schemas.openxmlformats.org/officeDocument/2006/relationships/image" Target="../media/image47.png"/><Relationship Id="rId5" Type="http://schemas.openxmlformats.org/officeDocument/2006/relationships/image" Target="../media/image19.png"/><Relationship Id="rId6" Type="http://schemas.openxmlformats.org/officeDocument/2006/relationships/image" Target="../media/image4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2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3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32.png"/><Relationship Id="rId4" Type="http://schemas.openxmlformats.org/officeDocument/2006/relationships/image" Target="../media/image31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3.png"/><Relationship Id="rId4" Type="http://schemas.openxmlformats.org/officeDocument/2006/relationships/image" Target="../media/image42.png"/><Relationship Id="rId5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0.png"/><Relationship Id="rId4" Type="http://schemas.openxmlformats.org/officeDocument/2006/relationships/image" Target="../media/image4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5.png"/><Relationship Id="rId4" Type="http://schemas.openxmlformats.org/officeDocument/2006/relationships/image" Target="../media/image3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1.png"/><Relationship Id="rId6" Type="http://schemas.openxmlformats.org/officeDocument/2006/relationships/image" Target="../media/image5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57.png"/><Relationship Id="rId4" Type="http://schemas.openxmlformats.org/officeDocument/2006/relationships/image" Target="../media/image37.png"/><Relationship Id="rId5" Type="http://schemas.openxmlformats.org/officeDocument/2006/relationships/image" Target="../media/image58.png"/><Relationship Id="rId6" Type="http://schemas.openxmlformats.org/officeDocument/2006/relationships/image" Target="../media/image46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35.png"/><Relationship Id="rId4" Type="http://schemas.openxmlformats.org/officeDocument/2006/relationships/image" Target="../media/image59.png"/><Relationship Id="rId5" Type="http://schemas.openxmlformats.org/officeDocument/2006/relationships/image" Target="../media/image3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현장 지식을 활용해 실제 문제를 해결하는 AI 에이전트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정보와 도구로 일하는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에이전트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목표를 받은 에이전트가 정보원을 도구로 읽고, 근거가 모자라면 멈추며, 결과와 과정을 남기는 원리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obot" descr="robo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ol" descr="tool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search" descr="list-search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건을 맡은 에이전트가 무엇을 읽고 어떤 순서로 일하며 언제 멈추는지를 쿨러 사건의 실제 기록으로 익힌다.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git-compare" descr="git-compa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방식의 구분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요청에 LLM · RAG · 에이전트가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근거로 무엇을 돌려주는지 견준다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고리와 산출물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해석에서 종료까지를 처리 기록에서 짚고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답변과 추천안의 차이를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" descr="databas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정보원과 멈춤 조건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네 정보원을 물음에 맞게 가르고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근거가 모자라면 멈추는 까닭을 든다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33377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33377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정보와 멈춤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bot" descr="robo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435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구성과 검증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에이전트를 구성해 질문하고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결과를 근거와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· RAG · 에이전트의 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4081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4081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745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실행 고리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0482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0482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054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146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단순 답변과 업무 산출물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688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688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455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7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15467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정보원과 도구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328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328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79476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현재값의 구분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968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968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256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4348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조건: 근거 부족 · 호출 실패 · 권한 제한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608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608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657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749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50749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실행 기록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5248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5248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058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7150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7150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구성 · 원인 추론 · 접수 처리 · 센서 탐색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888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888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· RAG · 에이전트의 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건을 맡기려면 AI에 무엇이 더 있어야 하는지, 세 방식을 같은 요청으로 견준다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승인까지: 에이전트가 맡은 구간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경보에서 승인까지 108초 가운데 약 94초는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 원인을 가리고 조치 후보를 견준 시간이었다.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경보에서승인까지.svg" descr="illust_45220259990642376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722180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11:13:08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17555" y="167490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4951" y="1722180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11:14:42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하나와 대안 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19592" y="1722180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11:14:56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473" y="540959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약 94초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 전체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0461" y="5409590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약 13초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94초 동안 이어진 네 가지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94초는 답 한 번을 만든 시간이 아니라, 앞 단계의 결과가 있어야 다음 단계를 할 수 있는 네 가지 일의 연속이었다.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3505"/>
            <a:ext cx="2485567" cy="269570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82638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8000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631057"/>
            <a:ext cx="2339263" cy="163499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유온, 냉각 효율,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진동, 캐비닛 온도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43505"/>
            <a:ext cx="2485567" cy="269570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82638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search" descr="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80004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631057"/>
            <a:ext cx="2339263" cy="163499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원인을 가린다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셋 가운데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43505"/>
            <a:ext cx="2485567" cy="269570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82638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80004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631057"/>
            <a:ext cx="2339263" cy="163499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후보를 견준다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후보 넷의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규정, 예측 유온, 순위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43505"/>
            <a:ext cx="2485567" cy="2695702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82638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nd" descr="send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80004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631057"/>
            <a:ext cx="2339263" cy="163499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추천안을 제출한다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하나와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뒤진 대안 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LLM의 응답 생성과 외부 실행의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모델은 입력을 바탕으로 응답이나 호출 요청을 만들며, 실제 외부 조회는 연결된 프로그램이 수행한다.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2397709" y="3465385"/>
            <a:ext cx="739627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4127906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00629" y="3008185"/>
            <a:ext cx="2692298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읽는다</a:t>
            </a:r>
          </a:p>
        </p:txBody>
      </p:sp>
      <p:sp>
        <p:nvSpPr>
          <p:cNvPr id="9" name="Oval 8"/>
          <p:cNvSpPr/>
          <p:nvPr/>
        </p:nvSpPr>
        <p:spPr>
          <a:xfrm>
            <a:off x="1803349" y="2944177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message" descr="messag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8642" y="3229470"/>
            <a:ext cx="618134" cy="6181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4270057"/>
            <a:ext cx="3515258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적어 넣은 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질문, 지시, 참고 자료</a:t>
            </a:r>
          </a:p>
        </p:txBody>
      </p:sp>
      <p:sp>
        <p:nvSpPr>
          <p:cNvPr id="12" name="Chevron 11"/>
          <p:cNvSpPr/>
          <p:nvPr/>
        </p:nvSpPr>
        <p:spPr>
          <a:xfrm>
            <a:off x="7826044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8767" y="3008185"/>
            <a:ext cx="2692298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만든다</a:t>
            </a:r>
          </a:p>
        </p:txBody>
      </p:sp>
      <p:sp>
        <p:nvSpPr>
          <p:cNvPr id="14" name="Oval 13"/>
          <p:cNvSpPr/>
          <p:nvPr/>
        </p:nvSpPr>
        <p:spPr>
          <a:xfrm>
            <a:off x="5501487" y="2944177"/>
            <a:ext cx="1188720" cy="1188720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pu" descr="cpu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6780" y="3229470"/>
            <a:ext cx="618134" cy="6181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38218" y="4270057"/>
            <a:ext cx="3515258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대규모 언어 모델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이어질 글을 만든다</a:t>
            </a:r>
          </a:p>
        </p:txBody>
      </p:sp>
      <p:sp>
        <p:nvSpPr>
          <p:cNvPr id="17" name="Oval 16"/>
          <p:cNvSpPr/>
          <p:nvPr/>
        </p:nvSpPr>
        <p:spPr>
          <a:xfrm>
            <a:off x="9199626" y="2944177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message-2" descr="message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4918" y="3229470"/>
            <a:ext cx="618134" cy="61813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36356" y="4270057"/>
            <a:ext cx="3515258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글로 된 응답 한 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LLM만으로는 채울 수 없는 세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지금의 값, 이 공장의 문서, 조회 · 계산 · 제출 같은 수행은 학습된 모델 바깥에 있어 LLM 혼자서는 채우지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유온, 냉각 효율, 운전 모드는 계속 바뀐다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학습이 끝난 뒤에 생긴 값은 모델 안에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ook-2" descr="book-2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공장의 문서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최신 승인 매뉴얼의 조건을 학습했다고 보장할 수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승인된 문서의 근거를 따로 제공해야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ettings-automation" descr="settings-automa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조회, 계산, 제출은 글을 만드는 일이 아니다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호출 요청을 실제로 실행할 프로그램이 필요하다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RAG의 근거 검색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RAG는 문서나 그래프 등에서 검색한 자료를 답 생성의 근거로 제공하며, 화면은 문서를 찾는 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묻는다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file-search" descr="fil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질문과 뜻이 가까운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조각을 찾는다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files" descr="file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찾은 조각을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질문과 함께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모델에 넣는다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message-2" descr="message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조각을 읽고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글로 답한다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목표 지향 작업 수행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조회하고 계산하고 제출하는 일까지 맡기려면, 모델이 도구를 부르고 그 결과를 보며 다음 행동을 정하게 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목표를 받아 도구를 골라 부르고, 결과를 보고 다음 행동을 정하는 일을 반복하는 시스템이다. 완료 조건 또는 멈춤 조건에서 끝낸다.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결과는 답변이나 업무 산출물이며, 목표에 맞춰 정한다.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이름과 입력을 적어 부를 수 있도록 정해 둔 기능이다.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원인 진단, 생산오더 조회, 판단 제출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에이전트가 경보 한 건을 받아 원인을 가리고 추천안을 제출했다.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연결한 기능이 다른 세 구성의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 · RAG · 에이전트는 함께 구성할 수 있으며, 제공한 근거와 연결한 도구에 따라 결과가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답의 근거와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돌아오는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모델만 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모델이 학습한 내용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이어질 글을 만든다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설비에 대한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일반적인 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RAG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찾아온 문서 조각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조각을 읽고 글로 답한다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문서를 인용한 설명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에이전트 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도구가 돌려준 결과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값을 읽어 원인을 가리고 조치 후보 넷을 견주어 제출한다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이 설비의 값으로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만든 추천안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세 요소: 모델 · 도구 · 실행 고리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수업의 LLM 기반 에이전트는 모델에 도구와 실행 고리를 연결해, 결과에 따라 다음 행동을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pic>
        <p:nvPicPr>
          <p:cNvPr id="6" name="삽화:세요소.svg" descr="illust_885686269195095582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8491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19503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Agent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9610" y="4653198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에이전트를 정의하는 항목: 목표 · 도구 · 업무 지침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 · 사용하는 도구 · 지침에 따라 맡는 일이 달라지며, 실행 권한은 별도로 제한한다.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쿨러 경보의 원인 진단 → 냉각 추천안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도구: 지식 그래프 조회 · 업무 DB 조회 · 판단 도구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지침: cooling-emergency-response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사건을 맡음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재고 이탈 경보의 필요량 · 공급사 비교 → 발주 추천안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도구: 지식 그래프 조회 · 판단 도구 · 구매 업무 조회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지침: spare-purchase-planning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경보를 맡음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한 건: 모델이 적는 것과 도구가 돌려주는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호출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(Tool Call)에서 모델은 도구 이름과 입력만 적고, 실제 조회와 결과는 도구가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11:13:18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(218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"alert_id": "ALT-hyd01-0014-e0a1"}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13,763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(JSON)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진단. 무엇을 하는 기능인지가 정해져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적은 입력이다. 설비, 경보의 종류, 경보 번호를 넣었다.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받음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도구가 지식 그래프와 시계열 DB를 읽어 돌려준 결과이다.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걸린 시간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호출 한 번에 218 ms가 걸렸다.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실행 고리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기록에서 요청 해석부터 종료까지, 에이전트가 일한 순서를 짚는다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결과를 확인한 뒤 다음 입력을 정하는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 결과를 확인하고 다음 입력을 정하되, 고정 절차와 상황에 따른 선택을 구분해 구성한다.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0218"/>
            <a:ext cx="5181447" cy="296227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1138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2" descr="message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6500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1138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없이 결론부터 내면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61778"/>
            <a:ext cx="4632807" cy="136207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모르는 채로 조치를 말해야 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값을 읽기 전에 결론을 적어야 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도중에 어긋나도 고칠 기회가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15293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15293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추측이 섞인다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10218"/>
            <a:ext cx="5181447" cy="296227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1138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6500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1138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결과를 보고 다음을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61778"/>
            <a:ext cx="4632807" cy="136207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진단의 결과로 원인 후보를 가린다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원인을 입력으로 넣어 후보를 평가한다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근거가 없으면 보완하거나 멈춘다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15293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15293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이어진다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고리: 요청 해석에서 종료까지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해석 · 계획 · 호출 · 관찰을 이어 가되, 완료 조건 또는 근거 · 권한 · 시간의 멈춤 조건에서 종료한다.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pic>
        <p:nvPicPr>
          <p:cNvPr id="6" name="삽화:실행고리.svg" descr="illust_652121525969000758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747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해석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· 입력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형식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10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지침의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269" y="4842296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선택 · 호출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대안 평가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5043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관찰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1순위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결과의 크기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506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제출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1224" y="1911278"/>
            <a:ext cx="436379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재시도와 다음 호출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①: 요청 해석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단계는 맡은 업무와 입력을 받고 업무 지침을 읽어, 무엇을 내야 하는지를 파악하는 데서 시작되었다.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열렸습니다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11:13:09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배정된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cooling-emergency-response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11:13:14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SKILL.md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11:13:14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배정된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불러오겠습니다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받은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업무와 지시사항, 입력(설비 HYD-01과 경보 번호), 작업 공간, 결과를 낼 형식이다.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읽음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지침인 에이전트 스킬을 읽어 무엇을 어떤 순서로 할지 파악했다.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마지막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호출 사이에 적은 진행 설명이다. 기록에 그대로 남는다.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계획: 목표를 도구 호출의 순서로 푼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계획은 목표를 도구 호출의 순서로 풀어 놓은 것이며, 쿨러 사건에서는 업무 지침의 다섯 단계가 그 뼈대였다.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138932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7228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1" y="2940050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818101" y="267716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8101" y="267716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774440"/>
            <a:ext cx="2072579" cy="1485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설비, 경보의 종류,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번호를 읽는다</a:t>
            </a:r>
          </a:p>
        </p:txBody>
      </p:sp>
      <p:sp>
        <p:nvSpPr>
          <p:cNvPr id="12" name="Oval 11"/>
          <p:cNvSpPr/>
          <p:nvPr/>
        </p:nvSpPr>
        <p:spPr>
          <a:xfrm>
            <a:off x="3442624" y="27228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search" descr="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794" y="2940050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036984" y="267716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6984" y="267716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3774440"/>
            <a:ext cx="2072579" cy="1485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1순위와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유형을 얻는다</a:t>
            </a:r>
          </a:p>
        </p:txBody>
      </p:sp>
      <p:sp>
        <p:nvSpPr>
          <p:cNvPr id="17" name="Oval 16"/>
          <p:cNvSpPr/>
          <p:nvPr/>
        </p:nvSpPr>
        <p:spPr>
          <a:xfrm>
            <a:off x="5661507" y="27228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calendar-time" descr="calendar-tim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677" y="2940050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255867" y="267716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267716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9558" y="3774440"/>
            <a:ext cx="2072579" cy="1485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값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오더와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출하 대기 로트를 본다</a:t>
            </a:r>
          </a:p>
        </p:txBody>
      </p:sp>
      <p:sp>
        <p:nvSpPr>
          <p:cNvPr id="22" name="Oval 21"/>
          <p:cNvSpPr/>
          <p:nvPr/>
        </p:nvSpPr>
        <p:spPr>
          <a:xfrm>
            <a:off x="7880390" y="2722880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cale" descr="sca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560" y="2940050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8474750" y="267716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4750" y="267716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441" y="3774440"/>
            <a:ext cx="2072579" cy="1485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평가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후보의 규정 판정,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유온, 순위를 본다</a:t>
            </a:r>
          </a:p>
        </p:txBody>
      </p:sp>
      <p:sp>
        <p:nvSpPr>
          <p:cNvPr id="27" name="Oval 26"/>
          <p:cNvSpPr/>
          <p:nvPr/>
        </p:nvSpPr>
        <p:spPr>
          <a:xfrm>
            <a:off x="10099273" y="27228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send" descr="sen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6443" y="2940050"/>
            <a:ext cx="434340" cy="43434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0693633" y="267716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3633" y="267716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7324" y="3774440"/>
            <a:ext cx="2072579" cy="1485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제출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제출하고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번호를 받는다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②: 관찰한 결과가 다음 호출의 입력이 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진단이 돌려준 원인과 고장 유형의 식별자가 대안 평가의 물음에 그대로 들어가, 관찰이 다음 행동을 정했다.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11:13:18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돌려준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cause:cooler-fin-fouling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fm:cooler-performance-loss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11:13:23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(807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"failure_mode":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"fm:cooler-performance-loss"}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진단의 결과에서 원인 1순위와 고장 유형을 읽었다.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호출의 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읽은 두 식별자가 대안 평가의 물음에 들어갔다.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cause: 는 원인을, fm: 은 고장 유형을 가리킨다.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실행은 업무 값 조회를 따로 부르지 않았다. 대안 평가가 납기 같은 업무 값을 평가 안에서 읽었다.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③: 큰 결과를 읽는 방법을 바꾸려는 시도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큰 결과를 다시 읽겠다는 설명은 남았지만, 실제로 필요한 근거를 얻었는지는 후속 호출에서 확인해야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3442106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3295802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관찰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11:13:23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128,466자가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받을 수 있는 크기를 넘어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파일로 빠졌다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387854"/>
            <a:ext cx="3442106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375406"/>
            <a:ext cx="3295802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 수정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11:13:40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「순위와 규정 판정만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간추려 보겠습니다.」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387854"/>
            <a:ext cx="3442106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375406"/>
            <a:ext cx="3295802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재시도 계획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11:13:46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「필요한 항목만 좁혀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다시 뽑겠습니다.」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④: 종료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단계는 답 문장이 아니라 추천안의 제출로 끝났고, 돌려받은 판단 번호가 뒤의 단계로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11:13:53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(494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DEC-1010-002-408b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11:14:38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끝났습니다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스크립트로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작성합니다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11:14:42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          11:13:09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제출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제출하는 도구 호출이다. 판단 번호가 돌아왔다.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뒤에 만들어진 작업지시에도 이 번호가 기록된다.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형식의 결과를 남기고 1분 34초 만에 끝났다.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실행의 기록: 같은 고리, 다른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지침에서도 호출 경로는 달라질 수 있지만, 대체 조회가 필요한 판정까지 충족했는지는 따로 검토한다.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시나리오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호출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불러오기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커서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못함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5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생산오더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6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×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     (15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80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7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선택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연결된 도구 가운데 이번 일에 쓸 여덟 개만 이름으로 골라 불러왔다.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계획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상세 평가를 읽지 못해 예측을 추가 조회했다. 규정 판정의 대체는 아니다.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마지막 메시지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열어 보지 못한 결과와, 대신 무엇을 근거로 썼는지를 적었다.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단순 답변과 업무 산출물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질문에 답하고 끝나는 결과와, 승인과 실행으로 넘어가는 추천안을 견준다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답변과 업무 산출물의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포털의 질문 기능은 답을 돌려주며, 조치 추천안은 정해진 형식으로 승인과 실행 단계에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2" descr="message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단순 답변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받는 쪽: 질문한 사람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형식: 답과 근거, 또는 답할 수 없다는 사실과 그 이유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자동 후속 실행: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처리 완료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lipboard-check" descr="clipboar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산출물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받는 쪽: 승인할 담당자와 다음 단계의 시스템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형식: 원인, 추천, 뒤진 대안, 설명, 판단 번호의 정해진 항목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다음 행동: 승인 뒤에 명령과 작업지시로 이어진다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단계로 간다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질문에 답하는 에이전트: 답과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질문에 답할 때에도 에이전트는 기억으로 말하지 않고 업무 DB를 조회하며, 실행한 조회문이 답의 근거로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완제품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수량은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HYD-02(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파워팩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호기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완제품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FG-IND-3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개입니다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(WH-1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완제품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창고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SELECT f.asset, a.name, f.fg_item,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f.fg_stock, f.warehouse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FROM fg_inventory f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JOIN assets a ON a.code = f.asset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f.fg_stock ASC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두 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 이름을 짐작하지 말라는 규칙대로, 어떤 표가 있는지를 먼저 확인한 뒤 조회문을 실행했다.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답의 값이 어느 조회에서 나왔는지를 보인다. 결과는 3행이었다.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답할 수 없을 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지어내지 않고, 답할 수 없다는 사실과 그 이유를 낸다.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업무 산출물: 추천안에 담긴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에이전트가 낸 산출물은 원인, 추천 하나, 뒤진 대안 셋과 그 이유를 한데 묶은 추천안이다.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 · 점수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유형: 쿨러 냉각 성능 상실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 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· SOP-COOL-11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 · 3.38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뒤진 대안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70 %와 야간 핀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4순위 · -1.58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설명과 번호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추천이 앞서고 대안이 뒤지는 이유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 DEC-1010-002-408b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넘어가는 곳: 승인 뒤의 명령과 작업지시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HYD 업무에서는 에이전트가 추천안을 제출하고, 사람이 승인한 뒤 시스템이 설비 명령과 작업지시를 이어 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330818"/>
            <a:ext cx="2090867" cy="332107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385682"/>
            <a:ext cx="209086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1531" y="2330818"/>
            <a:ext cx="2090867" cy="332107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1531" y="2385682"/>
            <a:ext cx="209086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50414" y="2330818"/>
            <a:ext cx="6528633" cy="332107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0414" y="2385682"/>
            <a:ext cx="652863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58081" y="3748976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648651" y="363924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1171" y="324521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522135"/>
            <a:ext cx="599985" cy="5999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79" y="453619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11:14:42 단계 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7534" y="363924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0054" y="3245218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522135"/>
            <a:ext cx="599985" cy="59998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858963" y="453619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21" name="Chevron 20"/>
          <p:cNvSpPr/>
          <p:nvPr/>
        </p:nvSpPr>
        <p:spPr>
          <a:xfrm>
            <a:off x="7086417" y="363924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18938" y="324521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ttings-automation" descr="settings-automa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522135"/>
            <a:ext cx="599985" cy="599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77846" y="453619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11:14:57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25" name="Chevron 24"/>
          <p:cNvSpPr/>
          <p:nvPr/>
        </p:nvSpPr>
        <p:spPr>
          <a:xfrm>
            <a:off x="9305300" y="363924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37821" y="324521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아이콘:zoom-check" descr="zoom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522135"/>
            <a:ext cx="599985" cy="5999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96729" y="453619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51.5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</p:txBody>
      </p:sp>
      <p:sp>
        <p:nvSpPr>
          <p:cNvPr id="29" name="Oval 28"/>
          <p:cNvSpPr/>
          <p:nvPr/>
        </p:nvSpPr>
        <p:spPr>
          <a:xfrm>
            <a:off x="9956704" y="324521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아이콘:clipboard-list" descr="clipboard-list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522135"/>
            <a:ext cx="599985" cy="599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515612" y="453619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11:15:58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목적 · 입력 · 결과가 다른 에이전트 활용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실행 구조라도 맡긴 목적과 연결한 자료 · 도구에 따라 결과와 확인할 기준이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결과와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그래프 · 센서 값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함수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후보 · 점검 순서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묵은 값 · 도구 오류는 확인 필요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접수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 접수 글 · 분류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품질 대응 카드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단정 · 담당자 지어내기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분석 · 시각화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시계열 · 도표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도표와 이상 구간 요약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변한 값을 원인으로 단정하지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후속 업무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· 작업 지침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 · 담당 · 기한의 작업 목록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없는 담당 · 기한은 미정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자기 자료 퀴즈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학습노트 · 읽기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문항 · 채점 · 원문 근거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모자라면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작성 · 검토 협업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요청과 원자료 · 작성과 검토 역할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초안 · 검토 의견 · 수정본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최종 승인은 사람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정보원과 도구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 든 정보가 어디에서 왔고, 에이전트가 어떤 길로 그것을 읽었는지 따라간다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한 건에 들어간 정보의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 필요한 네 역할의 정보 중 온톨로지와 SOP는 같은 지식 그래프에 저장되어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pic>
        <p:nvPicPr>
          <p:cNvPr id="6" name="삽화:정보원.svg" descr="illust_791710588327850694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24746" y="318768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후보 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6557" y="536231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단계와 출처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8669" y="318768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효율 46.2 %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8669" y="5362315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납기까지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5803" y="4416826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정보원이 답하는 물음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정보원은 답하는 물음이 서로 달라, 물음에 맞지 않는 곳을 읽으면 답이 없거나 낡은 답을 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무엇과 무엇이 어떤 관계인가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설비, 증상, 원인, 조치의 관계를 담는다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검토·개정 때 갱신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시각의 값이 얼마였는가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센서의 측정값을 시간 순서로 쌓는다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바뀐다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able" descr="tab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정비, 재고, 납기는 어떤 상태인가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시스템의 기록을 담는다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때마다 바뀐다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조치를 어떻게 수행하는가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단계, 승인 역할, 근거 절을 정해 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검토·개정 때 갱신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그래프에서 읽는 것: 원인 후보와 조치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온톨로지의 관계와 SOP는 같은 지식 그래프에 있어, 고장 유형에서 관계를 따라가면 원인 후보와 조치 방법에 닿는다.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Oval 5"/>
          <p:cNvSpPr/>
          <p:nvPr/>
        </p:nvSpPr>
        <p:spPr>
          <a:xfrm>
            <a:off x="922922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453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0.6</a:t>
            </a:r>
          </a:p>
        </p:txBody>
      </p:sp>
      <p:sp>
        <p:nvSpPr>
          <p:cNvPr id="8" name="Oval 7"/>
          <p:cNvSpPr/>
          <p:nvPr/>
        </p:nvSpPr>
        <p:spPr>
          <a:xfrm>
            <a:off x="4291462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307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0.2</a:t>
            </a:r>
          </a:p>
        </p:txBody>
      </p:sp>
      <p:sp>
        <p:nvSpPr>
          <p:cNvPr id="10" name="Oval 9"/>
          <p:cNvSpPr/>
          <p:nvPr/>
        </p:nvSpPr>
        <p:spPr>
          <a:xfrm>
            <a:off x="7660001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8161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0.2</a:t>
            </a:r>
          </a:p>
        </p:txBody>
      </p:sp>
      <p:sp>
        <p:nvSpPr>
          <p:cNvPr id="12" name="Oval 11"/>
          <p:cNvSpPr/>
          <p:nvPr/>
        </p:nvSpPr>
        <p:spPr>
          <a:xfrm>
            <a:off x="4291462" y="4617720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3077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4" name="Oval 13"/>
          <p:cNvSpPr/>
          <p:nvPr/>
        </p:nvSpPr>
        <p:spPr>
          <a:xfrm>
            <a:off x="9531412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53028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75453" y="3103333"/>
            <a:ext cx="1980322" cy="175783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3007903" y="3616490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07903" y="3616490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160142" y="3410712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251582" y="3831335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51582" y="3831335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864508" y="3103333"/>
            <a:ext cx="1980322" cy="175783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6396959" y="3616490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6959" y="3616490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74542" y="5486400"/>
            <a:ext cx="3383718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6996757" y="512064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6757" y="512064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DB에서 읽는 것: 판단하는 순간의 측정값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기간과 집계 방식으로 값을 읽고 기준과 비교하며, 관측 시각과 공백도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방법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&lt; 70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관측이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충분했는가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coverage: {"samples": 30,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방법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증거에 적힌 방법 그대로이다. 에이전트가 짓지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값과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46.2는 시계열 DB에서, 70은 지식 그래프에서 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coverage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30초 동안 표본이 30개 있었다. 값이 빈 구간이 길면 판정을 미룬다.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DB에서 읽는 것: 설비 밖의 사정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납기와 남은 수량은 설비의 센서로는 알 수 없고 업무 DB에 있으며, 조치가 생산에 주는 영향을 견주는 재료가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생산오더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{"asset": "HYD-01"}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{"result": "ok",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"document":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"system": "MES",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"facts":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"order_id": "MO-0930-0412",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"due_in_h": 5.98,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"remaining_qty": 1500,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system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온 업무 시스템이다. 생산 일정을 관리하는 MES이다.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facts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판단에 쓰는 값이다. 납기까지 5.98시간, 남은 수량 1,500개이다.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쪽 조회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방식으로 출하 대기 로트 L-0930-A17의 800개를 읽었다.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데이터베이스 접근: 읽기 전용 도구 경유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읽기 전용 도구와 행 수 · 시간 제한으로 DB 접근과 조회의 영향을 제한한다.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pic>
        <p:nvPicPr>
          <p:cNvPr id="6" name="삽화:도구경유.svg" descr="illust_557582483240354240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4842296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3961" y="503139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 전용 계정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8673" y="3849532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8673" y="5740511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2111" y="356588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2111" y="4558649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받음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3961" y="2336749"/>
            <a:ext cx="327284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접속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현재값의 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기준을 잰 값처럼, 지난 값을 지금의 값처럼 쓰는 혼동을 규칙과 신선도로 막는다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현재값을 섞는 두 가지 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기준을 지금의 값처럼 말하는 것과 읽어 둔 값을 계속 쓰는 것, 두 혼동 모두 그럴듯한 문장으로 나타난다.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6948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-2" descr="book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2310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기준을 값처럼 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「냉각 효율은 70 %이다」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70은 매뉴얼의 판별 기준이며 잰 값이 아니다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잰 값은 46.2 %였다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57191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57191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값으로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6948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2310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묵은 값을 지금의 값처럼 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「유온은 55.71 ℃이므로 한계까지 여유가 있다」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55.71은 경보 순간에 읽은 값이다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순간의 값은 61.8 ℃였다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57191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57191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값을 지금으로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혼동을 막는 작업 규칙: 추측 대신 도구로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출처와 판단 도구를 지정하는 지침에 더해 권한 제한 · 상태 검사 · 결과 검토가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후보, 증거 기준, 조치 방법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그래프를 조회해 얻는다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ctivity" descr="activit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 값, 납기, 재고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시계열 DB와 업무 DB에서 그때 읽는다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값마다 읽은 곳과 방법이 함께 붙는다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able" descr="tab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 판정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제외, 감점, 경고의 판정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모델이 해석하지 않고 판단 도구의 결과를 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규칙 판본 · 입력이면 같은 계산을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도구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신선도: 관측된 값이 얼마나 오래됐는가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방금 조회했어도 오래된 관측값일 수 있으므로, HYD는 관측 시각과 수집 상태를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신선도.svg" descr="illust_670719797874647857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1397" y="4889571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판단하는 시각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5860" y="4889571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범위 60초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6752" y="2525847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0.6초 전 관측값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최신 유온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4853" y="25258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60초보다 오래된 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부족 · 호출 실패 · 권한 제한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일을 끝까지 하는 것보다 멈추는 것이 맞는 세 상황과, 멈출 때 내는 형식을 살펴본다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멈추지 않는 에이전트가 만드는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읽지 못한 채 빈칸을 그럴듯하게 채운 추천안은 겉모습이 같아, 승인하는 사람이 없는 근거를 믿고 결정하게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lert-triangle" descr="alert-triang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빈칸을 채워 제출한다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효율을 읽지 못했다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사전 확률이 가장 큰 쿨러 핀 오염을 원인으로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추천안의 모양은 값을 읽었을 때와 같다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담당자는 확인된 원인으로 알고 승인한다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981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981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틀려도 드러나지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ayer-stop" descr="player-sto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멈추고 이유를 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효율을 읽지 못했다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적지 않고 보류한다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확인하지 못했는지를 적어 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담당자는 값이 들어온 뒤에 다시 평가시킨다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것이 드러난다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대표적인 멈춤 조건은 근거가 모자랄 때, 도구 호출이 끝내 실패할 때, 허용되지 않은 일이 필요할 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pic>
        <p:nvPicPr>
          <p:cNvPr id="6" name="삽화:멈춤조건.svg" descr="illust_527481377406025865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50295" y="2714945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부족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빈 값 · 불일치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9401" y="4109542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실패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오류 응답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0295" y="5835060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제한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 목록 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408" y="2573121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멈춤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9587" y="4511375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재평가 · 답변 · 닫기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2022" y="4464100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세 가지 상태: SUPPORTED · UNKNOWN · UNSUPPORTED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후보와 증거 기준 안에서 지지되는 후보 · 미확인 · 지지 근거 없음을 구분한다.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SUPPORTED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값을 읽었고 등록 기준에 맞았다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46.2 % &lt; 70 %는 증거 중 하나다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지지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question" descr="zoom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UNKNOWN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조회에 실패했거나 값이 비었다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맞는지 틀린지를 말할 수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확인하지 못함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an" descr="ba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UNSUPPORTED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값은 읽었으나 조회한 근거가 모두 기준에 맞지 않았다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등록된 원인 가운데 맞는 것이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근거 없음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보류의 형식: 상태 · 이유 ·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보류할 때 에이전트는 결과 항목을 채우지 않고, 상태 · 이유 · 그때까지 모은 증거만 담은 객체 하나를 제출한다.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객체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{"__deferred__":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"status": "UNKNOWN",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"reason":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"evidence":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 }}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UNKNOWN과 UNSUPPORTED 가운데 하나이다.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reason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확인하지 못했는지를 사람이 읽을 문장으로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그때까지 조회해 얻은 실제 근거를 담는다.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섞어 내기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항목과 보류를 함께 내면 거절된다.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실패 · 일치하는 기록 없음 · 수량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0행은 조회 조건에 맞는 기록이 없다는 뜻이며, 기록된 수량 0이나 조회 실패와 구분해야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일치하는 기록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조회는 성공했고 결과가 0행이다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맞는 기록을 찾지 못했다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재고 0으로 단정하지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범위 안의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자체가 되지 않았다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「모른다」는 뜻이다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규칙: 「실패를 0이나 빈 값으로 바꿔 성공처럼 제출하지 않습니다.」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답이 없다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재시도: 반복의 영향과 한도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중복 반영 가능성을 살피고 재시도하되, 조회문 수정 지시와 실행 시간의 강제 제한을 구분한다.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efresh" descr="refres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0217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부르기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읽기와 쓰기의 영향을 구별한다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제출은 처리 여부 · 중복 방지를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0555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05552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 제출 주의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0217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조회문 수정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쓴 조회문이 오류를 내면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 난 부분만 고쳐 다시 실행한다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세고 거를지는 바꾸지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05552"/>
            <a:ext cx="145084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05552"/>
            <a:ext cx="145084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지침: 두 번까지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4856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lock" descr="c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0217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시간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번의 실행에 쓸 수 있는 시간이다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넘기면 작업이 멈춘 채 남고 사람이 닫는다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05552"/>
            <a:ext cx="1136903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05552"/>
            <a:ext cx="113690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설정: 30분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제한: 허용 목록 밖의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 목록에 없는 도구는 에이전트가 필요하다고 판단해도 실행되지 않으며, 돌아갈 길을 찾지 않고 사람에게 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check" descr="list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목록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Allowlist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부를 수 있는 도구가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정해져 있다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 밖의 호출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실행되지 않고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 요청이 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message-question" descr="message-ques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사람에게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요청이 질문이 되어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올라간다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바뀌지 않는 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「답변은 실행 권한을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바꾸지 않습니다.」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실행 기록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결과는 정해진 형식, 과정은 기록으로 남기고 확인된 원인과 가설을 가른다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출력: 결과 객체의 다섯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끝에 남기는 결과는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 계약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(작업마다 정한 항목)에 맞춘 JSON 객체이며, 판단 번호도 여기에 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"failure_mode":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"guide_card":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"decision":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"recommended": "skill:sop-cool-11",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"explanation":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"order": [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"decision_id": "DEC-1010-002-408b"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 · failure_mode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원인과 고장 유형을 지식 그래프의 식별자로 적는다.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guide_card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진단의 결과와 권장 조치를 담은 안내이다.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추천하는 조치, 그 이유의 설명, 후보의 순서이다. 설명 문장에는 식별자 대신 이름을 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제출에서 돌려받은 판단 번호이다.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형식의 검사와 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형식이 어긋난 결과는 다음 단계로 넘어가지 못하고, 거절된 이유와 함께 에이전트에게 되돌아가 고쳐진다.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07221"/>
            <a:ext cx="2485567" cy="316826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end" descr="send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4372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94773"/>
            <a:ext cx="2339263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객체를 낸다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07221"/>
            <a:ext cx="2485567" cy="316826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9010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checks" descr="check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43720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94773"/>
            <a:ext cx="2339263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맞는지를 시스템이 본다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07221"/>
            <a:ext cx="2485567" cy="316826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rrow-back-up" descr="arrow-back-u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43720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94773"/>
            <a:ext cx="2339263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거절과 교정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「출력 형식 검사에서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거절됐습니다」를 받고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고쳐서 다시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교정은 두 번까지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07221"/>
            <a:ext cx="2485567" cy="316826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43720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94773"/>
            <a:ext cx="2339263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담당자에게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넘어간다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 한 줄에 남는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기록은 포털의 처리 기록 화면에 보이며, 도구 호출 한 줄은 시각 · 도구 · 입력 · 출력 · 걸린 시간으로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pic>
        <p:nvPicPr>
          <p:cNvPr id="6" name="삽화:기록한줄.svg" descr="illust_86742926485922077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68473" y="3707709"/>
            <a:ext cx="545474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기록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8402" y="4558649"/>
            <a:ext cx="120004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5727" y="4558649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97617" y="4558649"/>
            <a:ext cx="250918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물음 (입력)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HYD-01,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경보의 종류, 경보 번호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0443" y="4558649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받음 (출력)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 13,763자 (JSON)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85071" y="4558649"/>
            <a:ext cx="109094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걸린 시간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218 ms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기록의 쓰임: 결과에서 호출로 거슬러 올라가기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설명만 믿지 않고, 최종 설명과 반환값에서 입력 · 도구 · 원천으로 거슬러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3100197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68414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lipboard-list" descr="clipboard-lis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271" y="2901315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095461" y="263842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5461" y="263842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735705"/>
            <a:ext cx="2627299" cy="156286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결과의 값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의심스러운 값을 고른다</a:t>
            </a:r>
          </a:p>
        </p:txBody>
      </p:sp>
      <p:sp>
        <p:nvSpPr>
          <p:cNvPr id="12" name="Oval 11"/>
          <p:cNvSpPr/>
          <p:nvPr/>
        </p:nvSpPr>
        <p:spPr>
          <a:xfrm>
            <a:off x="4274705" y="268414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75" y="2901315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869065" y="263842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065" y="263842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5395" y="3735705"/>
            <a:ext cx="2627299" cy="156286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호출의 출력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값을 돌려준 호출을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기록에서 찾는다</a:t>
            </a:r>
          </a:p>
        </p:txBody>
      </p:sp>
      <p:sp>
        <p:nvSpPr>
          <p:cNvPr id="17" name="Oval 16"/>
          <p:cNvSpPr/>
          <p:nvPr/>
        </p:nvSpPr>
        <p:spPr>
          <a:xfrm>
            <a:off x="7048309" y="2684145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message-2" descr="message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5479" y="2901315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7642669" y="263842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42669" y="263842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8999" y="3735705"/>
            <a:ext cx="2627299" cy="156286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호출의 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도구에 넣은 물음이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옳았는지를 본다</a:t>
            </a:r>
          </a:p>
        </p:txBody>
      </p:sp>
      <p:sp>
        <p:nvSpPr>
          <p:cNvPr id="22" name="Oval 21"/>
          <p:cNvSpPr/>
          <p:nvPr/>
        </p:nvSpPr>
        <p:spPr>
          <a:xfrm>
            <a:off x="9821913" y="268414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file-search" descr="file-search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9083" y="2901315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10416273" y="263842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16273" y="263842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603" y="3735705"/>
            <a:ext cx="2627299" cy="156286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사이의 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밝힌 의도를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 결과와 함께 읽는다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제시: 식별자의 인용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식별자를 따라 실제 노드와 원문을 찾아가 대상 연결과 주장에 맞는 근거인지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4308"/>
            <a:ext cx="3515258" cy="30540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6547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1909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88436"/>
            <a:ext cx="3186074" cy="1527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cause:cooler-fin-fouling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8863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88636"/>
            <a:ext cx="8412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64308"/>
            <a:ext cx="3515258" cy="30540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6547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81909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88436"/>
            <a:ext cx="3186074" cy="1527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fm:cooler-performance-loss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08863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08863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fm: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64308"/>
            <a:ext cx="3515258" cy="30540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6547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ropeller" descr="propelle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81909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88436"/>
            <a:ext cx="3186074" cy="1527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skill:sop-cool-11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 · 출처 HM-8.5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08863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088636"/>
            <a:ext cx="8412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skill: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대조: 적어 낸 근거가 호출 기록에 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호출 기록에 대응하는 근거라도, 반환값과 답의 의미가 일치하는지는 따로 확인해야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98521"/>
            <a:ext cx="5181447" cy="318566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9969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s" descr="check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5330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9969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기록에 있는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50081"/>
            <a:ext cx="4632807" cy="15854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답에 적힌 조회문이 실제로 실행한 조회와 같다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화면에 「근거 N개 확인」으로 보인다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2699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2699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보인다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98521"/>
            <a:ext cx="5181447" cy="318566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9969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zoom-question" descr="zoom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5330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9969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기록에 없는 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50081"/>
            <a:ext cx="4632807" cy="15854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답에 적힌 조회를 호출 기록에서 찾을 수 없다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「답할 수 없음」과 그 이유로 보이고, 낸 답은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「에이전트가 낸 답 (근거 확인 안 됨)」으로 접힌다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2699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26990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보이지 않는다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지지한 원인과 가설: 판정의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변한 값만으로 단정하지 않고 등록 기준으로 후보를 좁히며, 미확인은 가설로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834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art-dots" descr="chart-dot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37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함께 변한 값으로 단정한다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유온이 오르는 동안 냉각 효율이 떨어졌다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「쿨러가 원인이다」라고 적는다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불량이나 주변 온도 상승에서도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상승이 나타날 수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4327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4327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83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370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기준에 대어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0.575 mm/s는 기준 0.9 미만이므로 이 진동 기준에서는 정상 범위다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 온도 28 ℃는 기준 35 ℃에 못 미친다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모델에서는 쿨러 핀 오염이 지지된다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확인하지 못한 후보는 가설로 표시한다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43271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43271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확인과 가설을 가른다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나의 첫 업무 에이전트 구성하기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구성과 질문의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에이전트를 읽고 수업용 에이전트를 구성한 뒤, 질문의 호출 입력 · 결과 · 관측 시각을 답과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에이전트의 목표와 도구를 읽는다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근거와 추가 확인을 정리하는 지침을 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정의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message-question" descr="message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대조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대상에 질문한다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호출의 입력 · 결과 · 관측 시각을 답과 대조한다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61544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6154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 · 근거 · 호출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git-compare" descr="git-compar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근거가 확인되고 모르는 항목이 구분되었다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 에이전트와 다른 점 · 설정 · 결과를 저장한다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 기록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이상의 원인 추론과 점검 순서 결정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추론 에이전트의 입력과 점검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포털에서 본 도구 호출을 독립 에이전트로 구현해, 원인 후보 · 증거 · 다음 점검 순서를 근거와 함께 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32203"/>
            <a:ext cx="2485567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4687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19755"/>
            <a:ext cx="2339263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함수 연결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그래프 조회와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입력을 읽는 함수를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에이전트에 잇는다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132203"/>
            <a:ext cx="2485567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468702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119755"/>
            <a:ext cx="2339263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증거에 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입력을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 기준에 대고,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묵은 값과 도구 오류는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 필요로 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132203"/>
            <a:ext cx="2485567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zoom-check" descr="zoom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468702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119755"/>
            <a:ext cx="2339263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원인을 가른다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지지한 원인과 가설,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해당 없음을 구분한다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132203"/>
            <a:ext cx="2485567" cy="371830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3150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numbers" descr="list-number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468702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119755"/>
            <a:ext cx="2339263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계획을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 · 증거 · 점검 순서를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기록과 함께 저장하고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설비 사례에도 적용한다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품질 불량 접수의 후속 업무 연결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대응 카드의 항목과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점검의 실행 구조를 품질 접수에 옮겨, 접수 한 건을 정해진 항목의 품질 대응 카드로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ategory" descr="categor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유형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제공된 분류 기준으로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접수 내용의 유형을 정한다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확인 항목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판단에 모자란 정보를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 항목으로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uilding-factory-2" descr="building-factory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부서와 대응 초안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넘길 부서를 정하고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대응 초안을 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zoom-question" descr="zoom-questio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표현과 빠진 정보의 접수를 견준다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원인과 담당자를 지어내지 않는다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여러 센서의 이상 징후 탐색과 시각화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도표와 이상 구간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 값의 변화를 도표로 그리고, 이상 구간 · 관련 태그 · 조회 기간을 근거와 함께 요약하되 원인을 단정하지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art-line" descr="chart-l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온도와 압력의 시간 축을 맞추고 단위를 구분해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오르는 구간을 비교한다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시각화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notes" descr="not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요약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이상 구간, 관련 태그, 조회 기간을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근거와 함께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zoom-check" descr="zoom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점검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함께 변한 값을 고장 원인으로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단정하지 않았는지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94초를 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장면마다 누가 무엇을 했고 어떤 근거를 썼는지 가르면, 일하는 에이전트의 원리가 한 번에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장면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가를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평가가 네 후보의 점수를 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계산했나,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도구가 계산했나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모델은 이름과 입력을 적고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계산은 판단 도구가 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70 %와 46.2 %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다 지금의 값인가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70은 지식의 기준,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46.2는 그때 읽은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 · 팬 구동 불량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다 기준이 지지하는가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 기준에서 핀 오염은 지지,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불량은 불일치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제출과 팬 속도 명령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다 에이전트가 했나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에이전트는 제출까지,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명령은 승인 뒤 시스템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조회 0행과 조회 실패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뜻인가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0행은 일치 기록 없음,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실패는 조회 불가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학습한 내용을 바탕으로 응답을 만드는 대규모 언어 모델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Retrieval-Augmented Generation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검색한 자료를 답 생성의 근거로 제공하는 방식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 Agent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목표와 도구 결과에 따라 행동하며 완료 · 멈춤 조건에서 끝내는 시스템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이름과 입력을 적어 부르는 조회 · 계산 · 제출 기능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 Loop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해석 · 계획 · 호출 · 관찰을 되풀이하다 종료하는 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신선도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Freshness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관측된 값이 판단 시점에서 얼마나 오래됐는가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SUPPORTED · UNKNOWN · UNSUPPORTED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지지 · 미확인 · 지지 근거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Output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 형식을 갖춘 JSON 결과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Execution Log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 호출의 시각 · 입력 · 출력 · 걸린 시간을 남긴 기록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처리 기록의 한 장면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원인 진단을 부른 뒤, 그 결과에 든 원인과 고장 유형의 식별자를 넣어 대안 평가를 불렀다.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장면이 보여 주는 실행 고리의 단계는?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해석 — 맡은 업무와 입력을 읽은 것이다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관찰에 이은 다음 호출 — 앞의 결과가 다음 입력을 정했다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재시도 — 뜻대로 되지 않은 호출을 다시 부른 것이다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종료 — 산출물을 제출하고 끝낸 것이다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읽지 못한 값과 묵은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원인을 가리려는데 유온의 최신 값은 3분 전의 것이었고, 냉각 효율의 조회는 실패했다.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이때 에이전트의 올바른 동작은?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3분 전의 유온과 판별 기준 70 %를 써서 쿨러 핀 오염으로 제출한다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효율을 0 %로 적고 유온을 가장 많이 내리는 조치를 추천한다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후보에 올라 있는 쿨러 핀 오염을 확인된 원인으로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적지 않고, 확인하지 못한 값과 그 이유를 담아 보류한다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허용되지 않은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일을 끝내려면 허용 목록에 없는 도구가 필요하다고 판단했고, 유온은 계속 오르고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이때 일어나야 하는 일은?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허용된 도구를 여럿 조합해 같은 효과를 내는 길을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급한 상황이므로 한 번만 실행하고 그 사실을 기록에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실행하지 않고 사람에게 묻는다. 답을 받아도 실행 권한은 그대로이다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물은 뒤 답을 받으면 그 도구를 직접 실행한다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실행 고리의 단계, 지식과 값의 구분, 권한의 경계를 각각 올바른 기준으로 판단하는지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다른 도구를 이어 불렀고, 앞 호출의 결과가 뒤 호출의 입력이 되었다. 관찰이 다음 행동을 정한 것이다.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묵은 값과 실패한 조회로는 근거가 확인되지 않는다. 채우지 않고 이유와 함께 보류한다.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목록 밖의 도구는 실행되지 않는다. 사람의 답변도 상황의 급함도 실행 권한을 바꾸지 않는다.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