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부제(기대 행동을 시나리오로 · 실행으로 확인 · 과정을 하나로)</a:t>
            </a:r>
          </a:p>
          <a:p>
            <a:r>
              <a:t>· 이 회차: 에이전트가 정해 둔 대로 행동하는지, 그걸 어떻게 확인하는지</a:t>
            </a:r>
          </a:p>
          <a:p>
            <a:r>
              <a:t>· 지킬 것은 명세에 적어 두었지만, 적어 둔 것과 실제로 일어나는 건 다를 수 있다</a:t>
            </a:r>
          </a:p>
          <a:p>
            <a:r>
              <a:t>· 요구가 하나 더 붙으면 그전까지 잘 되던 동작이 그대로인지도 알아야 한다</a:t>
            </a:r>
          </a:p>
          <a:p>
            <a:r>
              <a:t>· 물음: 에이전트가 정말 명세대로 움직이는지 무엇을 보고 어떻게 확인하나</a:t>
            </a:r>
          </a:p>
          <a:p>
            <a:r>
              <a:t>· 답의 방향: 기대 행동을 시나리오로 적고 실행으로 되풀이해 확인. 끝에서 에이전트를 만들고 믿고 맡기기까지 더해 온 장치를 한 번에 정리</a:t>
            </a:r>
          </a:p>
          <a:p>
            <a:r>
              <a:t>[다음]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카드(정리) 강조</a:t>
            </a:r>
          </a:p>
          <a:p>
            <a:r>
              <a:t>· 1 행동 시나리오: 명세를 전제 · 행동 · 기대 결과(Given · When · Then)로 옮긴다. 기대 결과는 실행 결과를 보고 맞다 · 틀리다를 가릴 수 있는 사실</a:t>
            </a:r>
          </a:p>
          <a:p>
            <a:r>
              <a:t>· 2 실행 가능한 검증: 시나리오를 단언으로 잇고 시험을 네 종류로 구분. 실행마다 출력이 조금씩 달라지는 에이전트에서 무엇을 실패로 셀지(표현 차이 vs 계약 위반)</a:t>
            </a:r>
          </a:p>
          <a:p>
            <a:r>
              <a:t>· 3 실습: 시나리오 작성 → 되풀이 실행 → 실패 수정 → 전체 다시 확인. 여러 출처의 업무 데이터를 엮어 교대 인수인계서</a:t>
            </a:r>
          </a:p>
          <a:p>
            <a:r>
              <a:t>· 4 정리: 에이전트 · 스킬 · MCP · HITL · SDD · BDD를 쿨러 사건 위에 놓아 잇고, 활용마다 다른 목표 · 입력 · 판정, 새 업무를 맡길 조건</a:t>
            </a:r>
          </a:p>
          <a:p>
            <a:r>
              <a:t>[다음] 다섯 줄의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위 세 줄(이론) → 넷째 줄(실습) → 다섯째 줄(이론)</a:t>
            </a:r>
          </a:p>
          <a:p>
            <a:r>
              <a:t>· 위 세 줄은 행동을 검증하는 방법: ① 기대 행동을 시나리오로 ② 시나리오를 실행 가능한 시험으로, 중요한 경우를 고르는 네 종류의 시험 ③ 실행마다 출력이 달라지는 에이전트의 판정</a:t>
            </a:r>
          </a:p>
          <a:p>
            <a:r>
              <a:t>· 넷째 줄: 실습 넷(행동 기준 작성 · 반복 검증 · 오류 수정과 회귀 · 교대 인수인계)</a:t>
            </a:r>
          </a:p>
          <a:p>
            <a:r>
              <a:t>· 다섯째 줄: 에이전트를 만들고 믿기까지 지나온 과정을 쿨러 사건 위에서 묶고, 그동안 만든 여러 활용을 나란히 견준다</a:t>
            </a:r>
          </a:p>
          <a:p>
            <a:r>
              <a:t>· 첫 묶음: 위 세 줄과 이어질 네 실습의 할 일 소개까지</a:t>
            </a:r>
          </a:p>
          <a:p>
            <a:r>
              <a:t>[다음] 첫 단원, 기대 행동의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출발점은 명세에 적어 둔 약속: 승인 전에는 설비 명령을 내지 않는다, 결과는 정해진 항목으로 낸다</a:t>
            </a:r>
          </a:p>
          <a:p>
            <a:r>
              <a:t>· 물음: 이 약속을 어떻게 적어 둬야 에이전트가 실제로 지켰는지 실행 결과로 확인할 수 있나</a:t>
            </a:r>
          </a:p>
          <a:p>
            <a:r>
              <a:t>· 붙잡을 장면 하나: 쿨러 사건의 승인 단계에서 담당자가 추천안을 거절하는 장면</a:t>
            </a:r>
          </a:p>
          <a:p>
            <a:r>
              <a:t>· 목표: 통과와 실패를 실행 결과로 가를 수 있는 시나리오로 옮기기</a:t>
            </a:r>
          </a:p>
          <a:p>
            <a:r>
              <a:t>[다음] 명세와 실제의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문서의 네 칸(입력 계약 · 출력 계약 · 금지 조건 · 수용 기준) → 가운데 에이전트의 실행 → 오른쪽 실제 결과(추천안) → 아래 파란 선 · 돋보기(명세와 실제 결과의 대조)</a:t>
            </a:r>
          </a:p>
          <a:p>
            <a:r>
              <a:t>· 명세 = 무엇을 받고 · 내고 · 하면 안 되고 · 언제 다 됐다고 볼지 정한 문서</a:t>
            </a:r>
          </a:p>
          <a:p>
            <a:r>
              <a:t>· 실행하면 쿨러 사건에선 추천안이 나온다. 걸리는 점: 명세는 문서, 추천안은 실행해 봐야 나온다 → 아무리 잘 적어도 그대로 움직였는지는 결과를 보기 전엔 모른다</a:t>
            </a:r>
          </a:p>
          <a:p>
            <a:r>
              <a:t>· 명세가 「무엇을 지킬 것인가」에 답했다면 남은 물음은 「정말 지켰는가」</a:t>
            </a:r>
          </a:p>
          <a:p>
            <a:r>
              <a:t>· 그 답이 나오는 곳이 아래 대조 자리. 이번 회차의 시나리오와 시험은 모두 이 자리에서 쓰인다</a:t>
            </a:r>
          </a:p>
          <a:p>
            <a:r>
              <a:t>[다음] 손으로 한 번 확인하는 방식의 한계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 왼쪽부터, 강조한 셋째 카드 → 각 꼬리표(빠지는 경우 · 반복의 부담 · 기준의 부재)</a:t>
            </a:r>
          </a:p>
          <a:p>
            <a:r>
              <a:t>· 화면에서 직접 눌러 보면 사용자가 겪는 흐름을 볼 수 있다. 다만 「한 번 잘 됐다」는 기억만으로 변경을 판단하기는 어렵다</a:t>
            </a:r>
          </a:p>
          <a:p>
            <a:r>
              <a:t>· 1 경우가 여럿: 승인 단계 하나에도 승인 · 거절 · 무응답 · 권한 없는 요청. 한 번의 실행은 그중 한 경우</a:t>
            </a:r>
          </a:p>
          <a:p>
            <a:r>
              <a:t>· 2 바뀔 때마다 되풀이: 조건 하나를 더해도 기존 경우를 모두 다시 확인</a:t>
            </a:r>
          </a:p>
          <a:p>
            <a:r>
              <a:t>· 3 기록이 없으면 달라진다: 무엇을 넣었고 어떤 결과가 맞는지 남기지 않으면 확인하는 사람마다 판단이 갈린다</a:t>
            </a:r>
          </a:p>
          <a:p>
            <a:r>
              <a:t>· 손 시험도 입력 · 기대 결과를 기록할 수 있고, 새 문제 탐색이나 화면이 이해하기 쉬운지 보는 데는 사람의 확인이 필요</a:t>
            </a:r>
          </a:p>
          <a:p>
            <a:r>
              <a:t>· 초점: 반복할 조건을 명확히 남기고 자동으로 다시 확인 → 기억에만 기대던 확인을 다음 변경에도 쓸 기준으로</a:t>
            </a:r>
          </a:p>
          <a:p>
            <a:r>
              <a:t>[다음]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 줄 BDD(Behavior-Driven Development) → 행동 → 시나리오, 오른쪽 영문 꼬리표</a:t>
            </a:r>
          </a:p>
          <a:p>
            <a:r>
              <a:t>· BDD(행동 주도 개발): 업무를 아는 사람과 개발 · 검증하는 사람이 구체적 사례를 놓고 필요한 행동을 함께 정한다. 기대를 맞추고 → 사례를 시나리오로 → 실행 가능한 검증에 연결</a:t>
            </a:r>
          </a:p>
          <a:p>
            <a:r>
              <a:t>· 예: 「거절한다」는 말만 같아도 한 사람은 승인 화면만 닫힌다고, 다른 사람은 처리 건까지 종료된다고 생각할 수 있다. 「명령은 몇 건, 처리 상태는 무엇」으로 물으면 차이가 드러난다 → 코드를 만든 뒤에야 다른 기대를 발견하는 일을 줄인다</a:t>
            </a:r>
          </a:p>
          <a:p>
            <a:r>
              <a:t>· 행동: 시스템 밖에서 관찰할 수 있는 결과. 어떤 함수를 썼느냐보다 거절했을 때 설비 명령이 안 생기고 사유가 남는지</a:t>
            </a:r>
          </a:p>
          <a:p>
            <a:r>
              <a:t>· 시나리오: 한 상황에서 기대하는 행동 하나를 전제 · 행동 · 기대 결과로 적은 글</a:t>
            </a:r>
          </a:p>
          <a:p>
            <a:r>
              <a:t>· 이 회차는 이미 정리한 명세에서 시나리오를 만든다. 실제 개발에선 시나리오를 논의하다 빠진 요구를 찾아 명세를 보완하기도 한다</a:t>
            </a:r>
          </a:p>
          <a:p>
            <a:r>
              <a:t>[다음] Given · When · Then 세 부분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세 칸(Given · 강조한 When · Then) → 아래 세 칸 거절 사례</a:t>
            </a:r>
          </a:p>
          <a:p>
            <a:r>
              <a:t>· 세 부분으로 나누면 무엇을 준비하고 무엇을 확인할지 보인다</a:t>
            </a:r>
          </a:p>
          <a:p>
            <a:r>
              <a:t>· Given(전제): 추천안이 올라와 승인 단계가 열려 있다</a:t>
            </a:r>
          </a:p>
          <a:p>
            <a:r>
              <a:t>· When(행동): 승인 권한이 있는 담당자가 사유를 적어 거절</a:t>
            </a:r>
          </a:p>
          <a:p>
            <a:r>
              <a:t>· Then(기대 결과): 설비 명령과 후속 업무 처리가 없고, 처리 건은 거절로 닫힌다. 하나의 거절 행동에도 확인할 결과는 여럿</a:t>
            </a:r>
          </a:p>
          <a:p>
            <a:r>
              <a:t>· 시나리오마다 한 가지 업무 행동에 초점을 맞추면 실패 때 원인을 찾기 쉽다. 여러 단계 시나리오가 금지는 아니고, 준비 단계와 확인할 행동을 섞지 않고 무엇을 판단하려는지 드러내는 게 핵심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Feature → Scenario → Given · When · Then · And, 오른쪽 요소 → 강조한 Then · And</a:t>
            </a:r>
          </a:p>
          <a:p>
            <a:r>
              <a:t>· 앞의 거절을 구조가 보이는 글로 적은 예: 맨 위 기능 이름, 그 아래 시나리오 이름, 이어서 전제 · 행동 · 기대 결과</a:t>
            </a:r>
          </a:p>
          <a:p>
            <a:r>
              <a:t>· 이 서식의 이름이 Gherkin. Given은 승인 단계가 열린 상태까지, When은 거절 하나뿐</a:t>
            </a:r>
          </a:p>
          <a:p>
            <a:r>
              <a:t>· And: 앞줄과 같은 부분을 잇는다. 명령이 없다 + 업무 처리도 없다 + 거절로 닫힌다</a:t>
            </a:r>
          </a:p>
          <a:p>
            <a:r>
              <a:t>· 볼 점: 하지 않아야 할 일도 기대 결과로 적는다 → 금지 조건이 지켜지는지 확인</a:t>
            </a:r>
          </a:p>
          <a:p>
            <a:r>
              <a:t>· Gherkin은 BDD에서 널리 쓰는 표현 방법. 서식을 썼다고 자동 시험이 완성되진 않고 실행 · 대조를 맡을 코드에 연결해야 한다. 이어서 HYD의 파이썬 시험에서 같은 구조가 어떻게 이어지는지 본다</a:t>
            </a:r>
          </a:p>
          <a:p>
            <a:r>
              <a:t>[다음] Then을 적는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가릴 수 없는 Then(읽는 사람마다 다르다) → 오른쪽 강조한 가릴 수 있는 Then(실행 결과로 가려진다)</a:t>
            </a:r>
          </a:p>
          <a:p>
            <a:r>
              <a:t>· Then을 어떻게 적느냐에 시나리오의 쓸모가 갈린다</a:t>
            </a:r>
          </a:p>
          <a:p>
            <a:r>
              <a:t>· 왼쪽: 적절히 처리한다, 설비에 영향을 주지 않는다, 잘 알린다 — 틀린 말은 아니지만 통과 · 실패를 정할 수 없다(「적절」의 기준이 사람마다 다름)</a:t>
            </a:r>
          </a:p>
          <a:p>
            <a:r>
              <a:t>· 오른쪽: 설비 명령 0건, 업무 처리 0건, 거절로 닫히고 사유가 남아 있다 — 건수를 세거나 상태 · 값을 읽으면 바로 가려진다</a:t>
            </a:r>
          </a:p>
          <a:p>
            <a:r>
              <a:t>· 수용 기준을 판정할 수 있는 문장으로 적은 것과 같다. 「영향을 주지 않는다」를 쓰고 싶으면 그 영향이 무엇으로 나타나는지 찾아 「명령 0건」으로 바꿔 적는다</a:t>
            </a:r>
          </a:p>
          <a:p>
            <a:r>
              <a:t>· 주의: 명령 0건은 검사한 명령 생성 경로에 관한 결과. 설비의 모든 물리적 영향이 없었다는 뜻으로 넓혀 읽지 않는다. 확인할 업무 처리 · 발송 · 상태 기록의 범위를 함께 정한다</a:t>
            </a:r>
          </a:p>
          <a:p>
            <a:r>
              <a:t>[다음] SDD와 BDD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SDD(요구와 기준) → 오른쪽 강조한 BDD(사례와 확인)</a:t>
            </a:r>
          </a:p>
          <a:p>
            <a:r>
              <a:t>· SDD: 무엇을 만들고 지킬지 명세 중심으로 정하고, 구현과 검증에도 그 기준을 이어 간다. 명세는 변경에 맞춰 관리</a:t>
            </a:r>
          </a:p>
          <a:p>
            <a:r>
              <a:t>· BDD: 구체적 행동 사례를 함께 논의해 기대를 맞추고 그 사례를 실행 가능한 검증에 연결</a:t>
            </a:r>
          </a:p>
          <a:p>
            <a:r>
              <a:t>· 「구현 전 = SDD, 구현 후 = BDD」로 나누면 틀린다. 거절 시나리오는 구현 전에도 쓸 수 있고, 그때 「사유가 없으면 거절을 받나?」를 물으면 명세에서 빠진 조건을 찾는다. 구현 뒤엔 같은 시나리오로 실제 행동 확인</a:t>
            </a:r>
          </a:p>
          <a:p>
            <a:r>
              <a:t>· 수업에서 명세 → 시나리오 순서는 학습 순서일 뿐. 실제로는 명세와 사례를 오가며 기대를 구체화. 앞 실습에서 저장한 입력 · 조회 자료 · 기대 결과가 출발점</a:t>
            </a:r>
          </a:p>
          <a:p>
            <a:r>
              <a:t>· 지키겠다는 문장이 있으면 확인할 사례를 고를 수 있고, 사례가 구체적이면 문장의 모호함이 드러난다 → 서로 보완하며 변경의 기준을 남긴다</a:t>
            </a:r>
          </a:p>
          <a:p>
            <a:r>
              <a:t>[다음] 명세 항목이 시나리오에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머리(명세에 적은 것 · 시나리오에서 놓이는 자리 · 쿨러 사건의 예) → 네 줄, 강조한 금지 조건</a:t>
            </a:r>
          </a:p>
          <a:p>
            <a:r>
              <a:t>· 입력 계약 → Given · When의 입력값: HYD-01, 쿨러 성능 저하 경보</a:t>
            </a:r>
          </a:p>
          <a:p>
            <a:r>
              <a:t>· 출력 계약 → Then: 원인 · 추천 · 판단 번호 등 다섯 항목이 있는지</a:t>
            </a:r>
          </a:p>
          <a:p>
            <a:r>
              <a:t>· 금지 조건 → Then, 단 일어나지 않아야 하는 일로: 승인 전 설비 명령 0건</a:t>
            </a:r>
          </a:p>
          <a:p>
            <a:r>
              <a:t>· 수용 기준은 다르다: Then 한 줄이 아니라 시나리오 한 편 한 편이 통과하는 것으로 확인(「거절하면 명령도 업무 처리도 없다」는 관련 시나리오의 결과로)</a:t>
            </a:r>
          </a:p>
          <a:p>
            <a:r>
              <a:t>· 시나리오 내용은 새로 지어내는 게 아니다. 명세의 약속을 전제 · 행동 · 기대 결과로 나누고 기대 결과를 실행 결과로 가릴 사실로 옮긴다 → 단원 첫 물음(어떻게 적어야 확인할 수 있나)의 답</a:t>
            </a:r>
          </a:p>
          <a:p>
            <a:r>
              <a:t>· 주의: 항목이 있다는 것만이 아니라 값의 형식 · 뜻도 계약에 맞아야. 한 수용 기준을 여러 상황에서 확인할 수 있고, 거절 한 번의 통과가 모든 입력과 예외를 대신하지 않는다</a:t>
            </a:r>
          </a:p>
          <a:p>
            <a:r>
              <a:t>[다음] 단원 02, 실행 가능한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부제(정상 · 경계 · 예외 · 회귀)</a:t>
            </a:r>
          </a:p>
          <a:p>
            <a:r>
              <a:t>· Given · When · Then으로 적은 시나리오도 아직 글. 글로만 두면 사람이 읽고 손으로 확인해야 하고, 바꿀 때마다 다시 눌러 보는 반복의 부담이 남는다</a:t>
            </a:r>
          </a:p>
          <a:p>
            <a:r>
              <a:t>· 물음 1: 시나리오를 어떻게 바꿔야 실행으로 되풀이할 수 있나</a:t>
            </a:r>
          </a:p>
          <a:p>
            <a:r>
              <a:t>· 물음 2: 어떤 관점으로 경우를 골라야 중요한 상황을 덜 놓치나 → 네 종류의 시험</a:t>
            </a:r>
          </a:p>
          <a:p>
            <a:r>
              <a:t>· 순서: 물음 1(실행 연결 · 단언)부터</a:t>
            </a:r>
          </a:p>
          <a:p>
            <a:r>
              <a:t>[다음] 시나리오에서 실행 가능한 검증으로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Given · When · Then 세 줄 → 오른쪽 준비할 입력 · 실행할 행동 · 견줄 기대값 → 실제 결과 → 대조 → 통과/강조한 실패(어긋난 시나리오의 이름)</a:t>
            </a:r>
          </a:p>
          <a:p>
            <a:r>
              <a:t>· Given → 시험을 시작할 상태와 입력을 준비하는 코드, When → 그 상태에서 거절 같은 행동을 실행하는 코드, Then → 결과가 기대 조건을 만족하는지 검사하는 코드</a:t>
            </a:r>
          </a:p>
          <a:p>
            <a:r>
              <a:t>· 문장만으로 자동 실행되진 않는다. 사람이 확인하거나, 반복할 부분을 시험 코드 · 실행 도구에 연결. Gherkin 도구는 문장마다 실행 코드를 잇고, HYD 예는 같은 구조를 파이썬 시험으로 직접 작성</a:t>
            </a:r>
          </a:p>
          <a:p>
            <a:r>
              <a:t>· 반복 비교하려면 입력뿐 아니라 조회 자료 · 규칙 · 설정도 확인. 센서 값이 바뀌면 다른 결과가 맞을 수 있다 → 저장한 자료로 조건을 고정하면 코드 변경의 영향을 비교하기 쉽다. 실시간 자료라면 읽은 값과 시각을 함께 남긴다</a:t>
            </a:r>
          </a:p>
          <a:p>
            <a:r>
              <a:t>· HYD 규칙 판단 경로는 같은 사실 · 같은 규칙에서 같은 판정. 그래도 자료를 고정한다고 AI 설명까지 같아지진 않는다 → 대조는 그 상황의 값 · 허용 범위 · 일어나지 않아야 할 행동을 검사</a:t>
            </a:r>
          </a:p>
          <a:p>
            <a:r>
              <a:t>· 어긋나면 어느 시나리오의 어느 조건이 실패했는지 남겨 수정으로 잇는다</a:t>
            </a:r>
          </a:p>
          <a:p>
            <a:r>
              <a:t>[다음] 단언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위에서 세 군데(시험 이름 → reject_card 줄 → assert 두 줄), 오른쪽 강조한 assert</a:t>
            </a:r>
          </a:p>
          <a:p>
            <a:r>
              <a:t>· HYD에서 승인 단계를 확인하는 실제 시험 코드. 다 읽지 않고 세 곳만</a:t>
            </a:r>
          </a:p>
          <a:p>
            <a:r>
              <a:t>· 시험 이름 = 시나리오 문장: 「거절은 설비와 업무에 아무 일도 하지 않고 처리 건을 거절로 닫는다」</a:t>
            </a:r>
          </a:p>
          <a:p>
            <a:r>
              <a:t>· reject_card = When: 사유 「이번 주 생산 일정상 진행하지 않음」을 넣고 거절 실행</a:t>
            </a:r>
          </a:p>
          <a:p>
            <a:r>
              <a:t>· assert(단언, Assertion) = Then: 뒤의 식이 참이 아니면 시험 실패. 첫째: 명령 번호 없음 · 업무 처리 목록 빔. 둘째: 승인 값이 「반려」, 사유가 그대로 남음</a:t>
            </a:r>
          </a:p>
          <a:p>
            <a:r>
              <a:t>· 줄임표는 준비 부분과 나머지 단언(메일이 나가지 않았는지 등). 단언 하나라도 거짓이면 실패로 기록 → 시나리오의 기대가 검사 조건으로 연결됨</a:t>
            </a:r>
          </a:p>
          <a:p>
            <a:r>
              <a:t>· 주의: 준비한 상태와 실행 대역으로 돈다 — 실제 공장에 명령을 보내 본 결과와 구별. 기대 결과 한 줄이 단언 한 줄과 꼭 일대일은 아니고, 필요한 조건을 빠뜨리지 않는지가 중요</a:t>
            </a:r>
          </a:p>
          <a:p>
            <a:r>
              <a:t>[다음] 시험 이름으로 읽는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머리(전제와 행동 · 시험 이름 · 기대 결과) → 네 줄. 영어 이름은 읽지 않고 왼쪽 상황과 오른쪽 기대 결과를 잇게 한다</a:t>
            </a:r>
          </a:p>
          <a:p>
            <a:r>
              <a:t>· 1 담당자가 승인: 권한 있는 승인으로 정해진 실행 조건에서 끝까지 처리</a:t>
            </a:r>
          </a:p>
          <a:p>
            <a:r>
              <a:t>· 2 사유를 적고 거절: 설비 명령 · 업무 처리 0건, 거절로 종료</a:t>
            </a:r>
          </a:p>
          <a:p>
            <a:r>
              <a:t>· 3 사유 없이 거절: 거절이 받아들여지지 않는다(사유와 승인할 수 있는 역할이 필요)</a:t>
            </a:r>
          </a:p>
          <a:p>
            <a:r>
              <a:t>· 4 지연 알림 뒤 승인: 알림 뒤에도 승인이 정상 처리</a:t>
            </a:r>
          </a:p>
          <a:p>
            <a:r>
              <a:t>· 저장소의 승인 · 거절 시험은 냉각 대응 · 정기 정비 · 예비품 구매 세 흐름에 같은 시험을 적용 — 같은 승인 단계를 공유해서. 그렇다고 모든 시험이 세 흐름에서 똑같이 도는 건 아니고 업무별 실제 조치 · 별도 조건도 확인</a:t>
            </a:r>
          </a:p>
          <a:p>
            <a:r>
              <a:t>· 실패한 시험 이름은 조사의 출발점. 이름만으로 원인이 확정되진 않으니 그 시험의 입력과 실패한 단언을 함께 읽는다</a:t>
            </a:r>
          </a:p>
          <a:p>
            <a:r>
              <a:t>[다음] 한 시나리오는 한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승인 단계(추천안과 담당자) → 가운데 네 갈래(승인 · 거절 · 무응답 · 사유 없음 · 권한 없음) → 오른쪽 결과 네 칸</a:t>
            </a:r>
          </a:p>
          <a:p>
            <a:r>
              <a:t>· 승인 한 경우가 통과했다고 승인 단계 전체가 확인된 것은 아니다</a:t>
            </a:r>
          </a:p>
          <a:p>
            <a:r>
              <a:t>· 승인: 현재 실행 조건도 확인한 뒤 업무 진행(처리 건 정상 종료). 거절: 명령 · 업무 조치 없이 거절로 닫음. 무응답: 지연 알림 뒤에도 계속 대기. 사유 · 권한 부족: 요청 거부, 승인 단계는 진행 중</a:t>
            </a:r>
          </a:p>
          <a:p>
            <a:r>
              <a:t>· 하나만 실행하면 나머지 갈래는 확인 못 한다 → 갈래마다 입력과 기대를 준비. 한 시험 틀에 여러 입력을 넣을 수도 있지만 어떤 경우를 실제로 실행했는지는 구별해 남긴다</a:t>
            </a:r>
          </a:p>
          <a:p>
            <a:r>
              <a:t>· 네 갈래가 가능한 상황 전부는 아니다. 기준값 근처 · 자료 누락 · 변경의 영향까지 다른 관점으로 봐야 빠뜨리지 않는다</a:t>
            </a:r>
          </a:p>
          <a:p>
            <a:r>
              <a:t>[다음] 그 관점, 네 종류의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왼쪽 종류 칸 네 줄 → 확인하는 것 → 쿨러 사건의 예, 강조한 회귀</a:t>
            </a:r>
          </a:p>
          <a:p>
            <a:r>
              <a:t>· 확인하는 대상에 따라 넷으로 나누면 중요한 갈래를 고르기 쉽다</a:t>
            </a:r>
          </a:p>
          <a:p>
            <a:r>
              <a:t>· 정상: 기본 경로가 끝까지 가는가. 승인 · 실행 조건 충족 시 처리 건이 끝까지 처리</a:t>
            </a:r>
          </a:p>
          <a:p>
            <a:r>
              <a:t>· 경계: 기준값 바로 안팎에서 판정이 맞는가. 조치 뒤 유온을 다시 읽어 회복을 판정하는데 이 실습 설비의 회복 기준은 55 ℃ 미만 → 재관측 55.0 ℃는 회복으로 보지 않아야</a:t>
            </a:r>
          </a:p>
          <a:p>
            <a:r>
              <a:t>· 예외: 거절 · 누락 · 오류처럼 정상 경로를 벗어났을 때 정한 대로 다루나. 사유 없는 거절은 받지 않음</a:t>
            </a:r>
          </a:p>
          <a:p>
            <a:r>
              <a:t>· 회귀: 바꾼 뒤에도 기존 행동이 그대로인가. 긴급 조건을 더한 뒤에도 거절하면 명령 0건</a:t>
            </a:r>
          </a:p>
          <a:p>
            <a:r>
              <a:t>· 넷은 같은 결이 아니다: 앞 셋은 「무엇을」 확인하나, 회귀는 「언제」 확인하나에 가깝다 → 회귀 시험의 내용은 대개 이미 있던 정상 · 경계 · 예외 시험. 정상은 앞의 승인 시나리오가 예이니 나머지 셋을 차례로</a:t>
            </a:r>
          </a:p>
          <a:p>
            <a:r>
              <a:t>[다음] 경계값 분석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수평선 왼쪽 회복 구간(55 ℃ 미만) → 기준값 → 오른쪽 충족하지 않는 구간/아래 네 점: 51.5(실제 사건) → 강조한 54.9 · 55.0 → 55.1</a:t>
            </a:r>
          </a:p>
          <a:p>
            <a:r>
              <a:t>· 경계 시험은 판정이 갈리는 지점을 집중해 본다. 55 ℃보다 낮아야 충족, 정확히 55 ℃면 충족 안 함</a:t>
            </a:r>
          </a:p>
          <a:p>
            <a:r>
              <a:t>· 실제 사건 값 약 52 ℃(51.5)는 회복 구간 안. 그 한 번으로는 기준 바로 옆의 판정을 모른다 — 「미만」을 「이하」로 잘못 구현해도 안쪽 값에선 같은 결과</a:t>
            </a:r>
          </a:p>
          <a:p>
            <a:r>
              <a:t>· 그래서 소수 첫째 자리 예로 54.9 · 55.0 · 55.1을 비교. 54.9만 충족해야 한다. 바로 아래와 기준 자체를 견주면 등호 오류를, 위쪽 값으로 반대 구간을 확인</a:t>
            </a:r>
          </a:p>
          <a:p>
            <a:r>
              <a:t>· 0.1 ℃ 간격은 모든 센서의 공통 기준이 아니다. 실제 자료의 정밀도와 시스템이 다루는 단위에 맞춰 시험 값을 고른다</a:t>
            </a:r>
          </a:p>
          <a:p>
            <a:r>
              <a:t>· 예상과 다르면 비교 연산만이 아니라 단위 변환 · 반올림 · 읽은 값 자체도 의심. 기준에서 먼 값 하나보다 경계를 나눠 보는 이유</a:t>
            </a:r>
          </a:p>
          <a:p>
            <a:r>
              <a:t>[다음] 시간의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10분 직전 → 강조한 10분 기준 도달 뒤 → 알림 뒤 → 뒤늦은 승인</a:t>
            </a:r>
          </a:p>
          <a:p>
            <a:r>
              <a:t>· 숫자의 경계는 시간에도 있다. HYD 승인 흐름은 업무상 10분을 지연 알림 기준으로 쓴다</a:t>
            </a:r>
          </a:p>
          <a:p>
            <a:r>
              <a:t>· 직전엔 알림 없음, 기한에 도달해 확인하는 시점엔 알림 대상</a:t>
            </a:r>
          </a:p>
          <a:p>
            <a:r>
              <a:t>· 자동 시험은 시간을 진행시켜 기한 전후 상태를 확인 — 실제로 10분을 기다려야만 시험할 수 있는 건 아니다</a:t>
            </a:r>
          </a:p>
          <a:p>
            <a:r>
              <a:t>· 알림 뒤: HYD 정책은 늦었다고 자동 거절 · 자동 승인하지 않는다. 지연을 알리고 처리 건은 대기 유지. 저장소 시험엔 훨씬 뒤에도 계속 대기하는지 보는 경우가 있다</a:t>
            </a:r>
          </a:p>
          <a:p>
            <a:r>
              <a:t>· 뒤늦은 승인도 접수돼야 한다. 단 승인을 받은 것과 실행할 수 있는 것은 다르다 — 현재 조건 재검사도 통과해야 실행</a:t>
            </a:r>
          </a:p>
          <a:p>
            <a:r>
              <a:t>· 다른 업무는 기한 뒤 자동 종료 정책을 둘 수도 있다. 이 시험의 기준은 HYD에 정해 둔 대기 정책</a:t>
            </a:r>
          </a:p>
          <a:p>
            <a:r>
              <a:t>[다음] 예외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강조한 도구 오류 → 근거 부족 → 필수 정보 누락 → 권한 없음, 꼬리표(실패로 적는다 · 보류 · 묻는다 · 거부)</a:t>
            </a:r>
          </a:p>
          <a:p>
            <a:r>
              <a:t>· 예외 시험: 잘못된 입력이나 실패에서 정한 대로 대응하나</a:t>
            </a:r>
          </a:p>
          <a:p>
            <a:r>
              <a:t>· 도구 오류: 오류를 기록하고 읽지 못한 값을 만들어 넣지 않는다</a:t>
            </a:r>
          </a:p>
          <a:p>
            <a:r>
              <a:t>· 근거 부족: 관측값이 신선도 기준 60초(HYD 사례 기준)를 넘으면 원인을 고르지 않고 보류. 방금 조회했다고 오래된 관측값이 최신 값이 되지 않는다</a:t>
            </a:r>
          </a:p>
          <a:p>
            <a:r>
              <a:t>· 필수 정보 누락: 무엇이 부족한지 구별. 사람의 답으로 보완하는 흐름이면 질문, 근거 부족 보류 흐름이면 사유를 남김. 질문했다고 승인 권한이 생기지 않는다</a:t>
            </a:r>
          </a:p>
          <a:p>
            <a:r>
              <a:t>· 권한 없음: 거부. HYD는 실제 역할 구성원인지와 지정 승인 역할 또는 더 높은 등급인지를 함께 확인. 역할 이름을 직접 적거나 같은 등급이라는 이유로 다른 역할 권한을 얻지 못한다</a:t>
            </a:r>
          </a:p>
          <a:p>
            <a:r>
              <a:t>· 기대한 오류 · 보류가 나왔다면 시험은 통과. 업무가 정상 완료되지 않은 것과 시험 실패는 다르다 — 약속한 대응이 나왔는지를 본다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변경 전(기존 시나리오 넷) → 가운데 화살표 요구의 변경(긴급 조건) → 오른쪽 변경 후, 맨 아래 새 시나리오 → 파란 괄호 강조한 회귀 시험</a:t>
            </a:r>
          </a:p>
          <a:p>
            <a:r>
              <a:t>· 회귀 시험 = 무언가를 바꾼 뒤 기존 시나리오를 다시 실행하는 시험</a:t>
            </a:r>
          </a:p>
          <a:p>
            <a:r>
              <a:t>· 변경 전: 승인 · 거절 · 무응답 · 사유 없는 요청 시나리오 넷이 통과한 상태. 명세에 긴급 조건이 더해진다</a:t>
            </a:r>
          </a:p>
          <a:p>
            <a:r>
              <a:t>· 변경 후 새 시나리오(긴급 조건)가 하나 는다. 새 것만 돌려 통과하면 긴급 조건이 동작하는 건 알지만 거절 · 무응답 행동이 그대로인지는 모른다</a:t>
            </a:r>
          </a:p>
          <a:p>
            <a:r>
              <a:t>· 그래서 기존 넷도 전부 다시 실행. 「회귀」는 되돌아간다는 뜻 — 변경이 기존 행동에 의도하지 않은 영향을 냈는지 찾는다. 바꾼 곳만 확인해서는 못 잡는다</a:t>
            </a:r>
          </a:p>
          <a:p>
            <a:r>
              <a:t>[다음] HYD의 회귀 시험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시험 전체 → 강조한 쿨러 사건의 검사 → 펌프와 팬 사건의 검사, 꼬리표</a:t>
            </a:r>
          </a:p>
          <a:p>
            <a:r>
              <a:t>· 저장소에 남은 서로 다른 시점의 검증 기록. 이번 교재 수정에서 전체를 새로 실행했다는 뜻이 아니다 — 기록을 읽는 법을 본다</a:t>
            </a:r>
          </a:p>
          <a:p>
            <a:r>
              <a:t>· 전체 시험: 2,673개 통과, 16개 건너뜀, 실패 0. 건너뜀은 통과와 구별</a:t>
            </a:r>
          </a:p>
          <a:p>
            <a:r>
              <a:t>· 쿨러 사건: 경보가 처리 건 하나를 여는가, 권한 없는 승인이 거부되는가, 승인 뒤 명령 · 재관측 · 작업지시 · 종결 등 40항목. 펌프와 팬 사건: 별도 기록에서 43항목</a:t>
            </a:r>
          </a:p>
          <a:p>
            <a:r>
              <a:t>· 숫자는 그때 실행한 범위의 요약. 통과 수가 줄어도 곧 기능이 깨진 건 아니다(시험 목록 · 환경 변화, 건너뜀 증가 가능) → 실행 시점 · 버전 · 실패나 건너뜀 사유를 함께 본다</a:t>
            </a:r>
          </a:p>
          <a:p>
            <a:r>
              <a:t>· 기존 시험을 남기는 가치: 다음 변경에서 같은 기대를 다시 확인. 다만 지금의 요구 · 환경에 맞는지 관리해야 하고, 시험에 없던 상황까지 확인했다고는 말 못 한다</a:t>
            </a:r>
          </a:p>
          <a:p>
            <a:r>
              <a:t>[다음] 단원 03, 에이전트 출력의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부제(실패로 셀 것을 가르고 되풀이해 확인)</a:t>
            </a:r>
          </a:p>
          <a:p>
            <a:r>
              <a:t>· 앞에서는 「거절하면 명령이 없나」처럼 정해진 조건을 확인</a:t>
            </a:r>
          </a:p>
          <a:p>
            <a:r>
              <a:t>· 에이전트에도 같은 원칙을 쓰지만 설명 문장이나 실행 과정은 매번 같지 않을 수 있다</a:t>
            </a:r>
          </a:p>
          <a:p>
            <a:r>
              <a:t>· 물음: 무엇을 같은 것으로 비교하고 어떤 차이를 실패로 셀 것인가</a:t>
            </a:r>
          </a:p>
          <a:p>
            <a:r>
              <a:t>· 순서: 실제 두 기록 비교 → 허용할 차이와 계약 위반 나누기 → 항목별 검증 · 채점 → 여러 실행을 함께 해석 → 실패에서 고칠 곳 가리기</a:t>
            </a:r>
          </a:p>
          <a:p>
            <a:r>
              <a:t>[다음] 두 실행의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두 기록에서 같았던 것(판단의 일부) → 오른쪽 강조한 달랐던 것(표현과 과정)</a:t>
            </a:r>
          </a:p>
          <a:p>
            <a:r>
              <a:t>· 같은 종류의 쿨러 경보를 처리한 두 기록</a:t>
            </a:r>
          </a:p>
          <a:p>
            <a:r>
              <a:t>· 같았던 것: 원인 쿨러 핀 오염, 추천 팬 최대 운전, 조치 후보의 평가 점수. 규칙 판단은 같은 사실 · 규칙이면 같은 판정</a:t>
            </a:r>
          </a:p>
          <a:p>
            <a:r>
              <a:t>· 달랐던 것: 진행 중 남긴 문장, 도구 호출 흐름, 걸린 시간. 한 기록엔 업무 자료 조회와 조치 효과 예측이 나타남</a:t>
            </a:r>
          </a:p>
          <a:p>
            <a:r>
              <a:t>· 주의: 두 경보는 서로 다른 처리 건이고 한쪽의 전체 도구 호출을 모두 대조한 것은 아님 → 모든 입력을 고정한 반복 실험으로 읽지 않는다</a:t>
            </a:r>
          </a:p>
          <a:p>
            <a:r>
              <a:t>· 구별: HYD 규칙 판단 도구는 같은 사실 · 규칙이면 같은 판정을 내는 결정론적 경로. 에이전트는 자료를 찾고 설명하며 다른 선택을 할 수 있다. 실시간 값이 바뀌면 규칙 도구의 입력도 바뀐다</a:t>
            </a:r>
          </a:p>
          <a:p>
            <a:r>
              <a:t>· 그래서 차이를 모두 모델의 무작위성 탓으로 단정하지 않는다. 이 비교를 출발점으로 무엇이 달라도 되고 무엇은 지켜야 하는지 정한다</a:t>
            </a:r>
          </a:p>
          <a:p>
            <a:r>
              <a:t>[다음]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허용할 수 있는 차이(조건 안에서 허용) → 오른쪽 강조한 계약 위반(별도 실패로 기록)</a:t>
            </a:r>
          </a:p>
          <a:p>
            <a:r>
              <a:t>· 시험을 만들기 전에 달라도 되는 것과 지켜야 하는 것을 가른다</a:t>
            </a:r>
          </a:p>
          <a:p>
            <a:r>
              <a:t>· 설명 문장: 같은 사실을 다른 낱말로 전할 수 있다. 글자가 다르다고 실패로 세면 의미가 맞는 결과까지 탈락. 대신 근거와 결론은 확인</a:t>
            </a:r>
          </a:p>
          <a:p>
            <a:r>
              <a:t>· 조회 순서 · 소요 시간: 독립적인 조회의 순서는 바뀔 수 있지만 승인 전에 실행하거나 오래된 값을 최신처럼 쓰면 안 된다. 처리 시간 기준이 있으면 그것도 지킨다 → 의존 관계 · 권한 · 시간 조건 안에서만 허용</a:t>
            </a:r>
          </a:p>
          <a:p>
            <a:r>
              <a:t>· 계약 위반: 필수 결과 항목 누락, 승인 전 설비 · 업무 조치 실행, 요구한 근거 누락, 금지 조치 추천 — 한 번이라도 나오면 따로 실패로 남김. 판단 제출이나 진행 기록 쓰기까지 승인 위반으로 세지는 않는다 → 금지한 행동의 범위를 정확히 적는다</a:t>
            </a:r>
          </a:p>
          <a:p>
            <a:r>
              <a:t>· 너무 엄격(글자 대조)하면 의미 있는 차이를 놓치고, 너무 느슨하면 계약 위반을 놓친다 → 형식 · 의미 · 실제 행동 조건을 나눠 검사. 명세에서 빠진 중요한 조건을 발견하면 기준을 보완할 문제로</a:t>
            </a:r>
          </a:p>
          <a:p>
            <a:r>
              <a:t>[다음] Then이 견주는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출력 코드(cause · failure_mode · guide_card · decision · decision_id) → 오른쪽 네 요소, 강조한 cause · recommended. 긴 식별자는 외우는 게 아니라 확인 방식을 보는 것</a:t>
            </a:r>
          </a:p>
          <a:p>
            <a:r>
              <a:t>· 1 항목의 유무: 원인 · 고장 유형 · 진단 가이드 카드 · 판단 · 판단 번호 다섯 필수 항목이 있고 약속한 형식 · 뜻이 맞아야. 이름만 있는 빈 값은 불충분</a:t>
            </a:r>
          </a:p>
          <a:p>
            <a:r>
              <a:t>· 2 원인과 추천(예: 쿨러 핀 오염, 팬 최대 운전 skill:sop-cool-11): 정답표가 원인 하나를 정했으면 그 값과 대조, 여러 조치를 허용했으면 허용 목록 안인지. 같은 글자를 요구할지 허용 범위를 검사할지는 기대 행동에 따라 정한다</a:t>
            </a:r>
          </a:p>
          <a:p>
            <a:r>
              <a:t>· 3 explanation: 통째로 같은지가 아니라 선택한 원인 · 조치를 근거에 맞게 설명했는지. 인용 번호가 있다고 설명이 저절로 옳아지진 않는다</a:t>
            </a:r>
          </a:p>
          <a:p>
            <a:r>
              <a:t>· 4 decision_id: 제출마다 새로 생기니 이전 번호와 같을 필요 없다. 있고 형식이 맞는지 + 실제 저장된 그 판단을 가리키는지</a:t>
            </a:r>
          </a:p>
          <a:p>
            <a:r>
              <a:t>· HYD 실행 중 출력 검사는 필수 항목 · 형식을 확인하고 틀리면 정해진 횟수 안에서 수정 요청. 이 형식 검사와 의미 검증은 범위가 다르다 → 형식 통과를 정답으로 읽지 않으려고 채점을 따로 본다</a:t>
            </a:r>
          </a:p>
          <a:p>
            <a:r>
              <a:t>[다음] 판단 채점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항목(원인 적중 · 1순위 허용 · 금지 조치 미추천 · 근거 포함률) → 오른쪽 비중 30 · 30 · 20 · 20 → 강조한 채점 점수(0~100)</a:t>
            </a:r>
          </a:p>
          <a:p>
            <a:r>
              <a:t>· 형식이 맞아도 원인을 잘못 고를 수 있다. 판단 채점은 사람이 작성한 정답표와 결과를 대조. 조치 후보 순위를 매기는 평가 점수와 다른 것</a:t>
            </a:r>
          </a:p>
          <a:p>
            <a:r>
              <a:t>· 원인 적중: 원인과 고장 유형 둘 다 맞아야 충족</a:t>
            </a:r>
          </a:p>
          <a:p>
            <a:r>
              <a:t>· 1순위 허용: 1순위 추천이 허용한 조치 중 하나인가</a:t>
            </a:r>
          </a:p>
          <a:p>
            <a:r>
              <a:t>· 금지 조치 미추천: 후보에서 아예 제외해야 하는지, 1순위로만 안 내면 되는지를 정답표에서 구별(범위가 다름)</a:t>
            </a:r>
          </a:p>
          <a:p>
            <a:r>
              <a:t>· 근거 포함률: 요구한 근거 식별자가 얼마나 들었나. 인용 자료가 설명을 실제로 뒷받침하는지까지 증명하진 않는다</a:t>
            </a:r>
          </a:p>
          <a:p>
            <a:r>
              <a:t>· 30 · 30 · 20 · 20은 HYD 기본 가중치. 원인이 틀리면 첫 30점을 못 받고, 금지 조건 · 근거를 일부만 채우면 비율대로. 100점 만점이지만 정답일 확률이 아니다</a:t>
            </a:r>
          </a:p>
          <a:p>
            <a:r>
              <a:t>· 정답표는 사람이 상황별 기대 원인 · 허용 조치 · 금지 조건 · 근거를 검토해 넣는다. 설명 문장 품질은 점수에 안 들어가니 따로 검토 — 점수가 높은데 설명이 틀린 경우를 놓치지 않게</a:t>
            </a:r>
          </a:p>
          <a:p>
            <a:r>
              <a:t>[다음] 반복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평균 → 강조한 최저 → 결과 반복 비율(HYD 화면의 「흔들림」)</a:t>
            </a:r>
          </a:p>
          <a:p>
            <a:r>
              <a:t>· 한 번 좋은 결과가 나와도 다른 실행에서도 같은 기준을 지키는지는 남는다 → 같은 평가 항목을 여러 번 실행해 셋을 함께 본다</a:t>
            </a:r>
          </a:p>
          <a:p>
            <a:r>
              <a:t>· 평균: 관찰한 실행들의 전반적 점수. 최저: 그중 가장 낮은 점수 — 평균이 높아도 한 번 크게 틀리면 여기서 드러난다. 단 관찰한 최저가 가능한 모든 경우의 최악은 아님</a:t>
            </a:r>
          </a:p>
          <a:p>
            <a:r>
              <a:t>· 흔들림: 코드에선 원인 · 추천 조치 조합 중 최빈 조합의 비율. 클수록 일관. 100%여도 설명 · 근거 전체가 같다는 뜻은 아니고 같은 오답을 반복했을 수도 → 일관성과 정답 여부를 함께 본다</a:t>
            </a:r>
          </a:p>
          <a:p>
            <a:r>
              <a:t>· 위반(필수 항목 누락, 승인 전 조치 실행)은 평균에 섞지 않고 발생 여부 · 횟수 · 그 실행 기록을 따로. 다른 실행의 높은 점수가 위반을 없애 주지 않는다</a:t>
            </a:r>
          </a:p>
          <a:p>
            <a:r>
              <a:t>· 이 도구의 반복 상한은 최대 10번이지만 10번이 충분하다는 일반 기준은 아님. 규칙 경로는 같은 입력 단순 반복보다 경계값 · 다른 상황 확인이 유용. 모델 경로를 비교할 땐 입력 · 조회 자료 · 설정을 기록해 무엇이 바뀌었는지 구별</a:t>
            </a:r>
          </a:p>
          <a:p>
            <a:r>
              <a:t>[다음] 실패한 시험에서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머리(실패의 증상 · 먼저 대조할 것 · 다음 확인) → 다섯 줄, 강조한 마지막 줄. 가운데 칸은 고칠 곳의 정답이 아니라 먼저 대조할 자료</a:t>
            </a:r>
          </a:p>
          <a:p>
            <a:r>
              <a:t>· 단계 건너뜀 · 설명 부실: 지침과 호출 기록을 함께. 지침이 모호했나, 도구를 안 썼나, 호출했지만 실패했나에 따라 조치가 다르다</a:t>
            </a:r>
          </a:p>
          <a:p>
            <a:r>
              <a:t>· 기준값 불일치: 규칙과 그 버전, 실제 입력과 단위 · 값 처리</a:t>
            </a:r>
          </a:p>
          <a:p>
            <a:r>
              <a:t>· 결과 항목 누락: 명세에 요구돼 있나 먼저. 요구돼 있으면 출력 구현이나 검사가 놓친 것. 빠졌다고 명세에서 항목을 지우는 건 해결이 아니다</a:t>
            </a:r>
          </a:p>
          <a:p>
            <a:r>
              <a:t>· 기대값이 원래 요구와 다름: 시험에 옮겨 적다 틀렸을 수 있다 → 원래 요구 · 근거와 대조해 시험을 바로잡고 이유를 남김. 요구가 바뀌었다면 명세와 시나리오를 함께 갱신</a:t>
            </a:r>
          </a:p>
          <a:p>
            <a:r>
              <a:t>· 통과시키려고 기대값을 낮추기: 근거 없이 현재 결과를 정답으로 옮기면 같은 오류가 다음에도 통과</a:t>
            </a:r>
          </a:p>
          <a:p>
            <a:r>
              <a:t>· 절차: 실패 기록의 입력 · 기대 · 실제를 확인 → 원인을 고침 → 해당 시험과 기존 시험을 다시 실행</a:t>
            </a:r>
          </a:p>
          <a:p>
            <a:r>
              <a:t>[다음] 실습 넷의 시작, 행동 기준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제목(새 기능과 기존 기능의 행동 기준 작성) → 부제</a:t>
            </a:r>
          </a:p>
          <a:p>
            <a:r>
              <a:t>· 이론 연결: 세 단원에서 명세의 약속을 Given · When · Then으로 적고, 시험으로 바꾸고, 실행마다 달라지는 출력에서 실패로 셀 것을 가렸다 → 이제 직접</a:t>
            </a:r>
          </a:p>
          <a:p>
            <a:r>
              <a:t>· 실습은 넷이 이어진다. 첫 실습은 앞에서 이어 온 점검 요청 프로젝트: 이전 단계 기능이 완성된 시작본과 spec.md를 열고 다섯 경우의 행동 기준을 시나리오 문서로 적는다</a:t>
            </a:r>
          </a:p>
          <a:p>
            <a:r>
              <a:t>· 목적: 새 기능(긴급)과 기존 기능(일반 · 누락 · 거절 · 오류)의 기대 행동을 실행 전에 글로 고정</a:t>
            </a:r>
          </a:p>
          <a:p>
            <a:r>
              <a:t>· 이 문서가 다음 실습에서 실제 실행과 연결된다</a:t>
            </a:r>
          </a:p>
          <a:p>
            <a:r>
              <a:t>[다음] 다섯 경우의 시나리오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입력(출발점) → 다섯 경우(범위) → 시나리오 문서(산출물) → 강조한 성공 기준(판정)</a:t>
            </a:r>
          </a:p>
          <a:p>
            <a:r>
              <a:t>· 목표: 다섯 경우마다 Given · When · Then과 입력값 · 기대 상태 · 필수 출력 근거를 요구와 원자료에서 정한다</a:t>
            </a:r>
          </a:p>
          <a:p>
            <a:r>
              <a:t>· 입력: 이전 단계가 완성된 점검 요청 시작본, spec.md의 계약 · 금지 조건 · 수용 기준</a:t>
            </a:r>
          </a:p>
          <a:p>
            <a:r>
              <a:t>· 다섯 경우: 일반 요청, 긴급 요청, 필수 정보 누락, 승인 거절, 도구 오류</a:t>
            </a:r>
          </a:p>
          <a:p>
            <a:r>
              <a:t>· 결과물: 경우마다 Given · When · Then, 입력값, 기대 상태, 결과에 꼭 있어야 할 근거를 적은 시나리오 문서</a:t>
            </a:r>
          </a:p>
          <a:p>
            <a:r>
              <a:t>· 성공 기준: 기대값을 요구와 원자료에서 정했고, Then이 건수 · 값처럼 실행 결과로 가려지는 사실</a:t>
            </a:r>
          </a:p>
          <a:p>
            <a:r>
              <a:t>· 주의: 기대값을 현재 구현이 낸 답에서 베끼지 않는다 — 구현이 틀렸다면 틀린 답이 정답이 된다</a:t>
            </a:r>
          </a:p>
          <a:p>
            <a:r>
              <a:t>[다음] 실습: 에이전트 동작의 반복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제목(에이전트 동작의 반복 검증) → 부제</a:t>
            </a:r>
          </a:p>
          <a:p>
            <a:r>
              <a:t>· 목적: 첫 실습의 다섯 경우 시나리오로 에이전트 동작을 되풀이해 검증. 적어 둔 시나리오는 아직 글이라 정말 그렇게 움직이는지는 돌려 봐야 안다</a:t>
            </a:r>
          </a:p>
          <a:p>
            <a:r>
              <a:t>· 이론 연결: 시나리오 → 실행 가능한 검증(단언), 표현 차이와 계약 위반의 구분, 평균 · 최저 · 반복 비율과 위반의 별도 기록</a:t>
            </a:r>
          </a:p>
          <a:p>
            <a:r>
              <a:t>· 핵심: 허용할 과정의 차이인지 실제 조건을 어긴 것인지 근거를 붙인다. 조회 자료와 설정도 기록해 차이가 생긴 조건을 구별</a:t>
            </a:r>
          </a:p>
          <a:p>
            <a:r>
              <a:t>[다음] 실행 결과 로그와 위반 목록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연결과 반복 → 로그와 위반 목록 → 강조한 성공 기준</a:t>
            </a:r>
          </a:p>
          <a:p>
            <a:r>
              <a:t>· 목표: 내가 정한 입력 · 기대 결과 · 판정 코드를 제공 시험 골격에 잇고, 실제 에이전트 결과를 되풀이해 견준다</a:t>
            </a:r>
          </a:p>
          <a:p>
            <a:r>
              <a:t>· 입력: 다섯 경우의 시나리오 문서, 제공된 테스트 골격과 실행 환경</a:t>
            </a:r>
          </a:p>
          <a:p>
            <a:r>
              <a:t>· 결과물: 반복 실행 로그와 위반 목록(필수 근거 누락 · 상태 오류 · 승인 조건 위반), 반복 결과와 실패 원인</a:t>
            </a:r>
          </a:p>
          <a:p>
            <a:r>
              <a:t>· 성공 기준: 어긋남마다 모델의 표현 차이인지 내용 오류인지 갈려 있다. 미리 저장해 둔 결과의 재생인지 실제 도구 · 모델 호출인지 구분해 적는다 — 확인한 범위가 다르다</a:t>
            </a:r>
          </a:p>
          <a:p>
            <a:r>
              <a:t>· 주의: 조회 자료 · 설정을 함께 기록. 위반은 평균에 섞지 않고 따로</a:t>
            </a:r>
          </a:p>
          <a:p>
            <a:r>
              <a:t>[다음] 실습: 오류 수정과 전체 회귀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제목(오류 수정과 전체 회귀 검증) → 부제</a:t>
            </a:r>
          </a:p>
          <a:p>
            <a:r>
              <a:t>· 목적: 반복 검증에서 남긴 위반 목록을 출발점으로 오류를 고치고 기존 기능이 그대로인지 확인</a:t>
            </a:r>
          </a:p>
          <a:p>
            <a:r>
              <a:t>· 이론 연결: 실패한 시험에서 고칠 곳 가리기 표(입력 · 기대 · 실제 기록을 먼저 대조), 회귀 시험(바꾼 뒤 기존 시나리오 전부 재실행)</a:t>
            </a:r>
          </a:p>
          <a:p>
            <a:r>
              <a:t>· 위반 목록에서 실제로 실패한 시나리오만 골라 원인을 따라간다. 고칠 곳이 프롬프트 · 명세 · 코드 중 어디인지부터</a:t>
            </a:r>
          </a:p>
          <a:p>
            <a:r>
              <a:t>· 기대값을 낮춰 통과시키지 않는다</a:t>
            </a:r>
          </a:p>
          <a:p>
            <a:r>
              <a:t>[다음] 수정 기록과 전체 회귀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입력 → 원인과 수정 → 수정 · 회귀 기록 → 강조한 성공 기준</a:t>
            </a:r>
          </a:p>
          <a:p>
            <a:r>
              <a:t>· 목표: 실패한 시나리오만 원인을 따라가 고치고, 전체 회귀로 긴급 조건과 기존 조건이 함께 통과하는지 본다</a:t>
            </a:r>
          </a:p>
          <a:p>
            <a:r>
              <a:t>· 입력: 위반 목록에서 실제로 실패한 시나리오</a:t>
            </a:r>
          </a:p>
          <a:p>
            <a:r>
              <a:t>· 원인과 수정: 프롬프트 · 명세 · 코드 가운데 고칠 곳을 가려 고친 뒤 그 시나리오를 다시 돌린다. 기대값은 낮추지 않는다</a:t>
            </a:r>
          </a:p>
          <a:p>
            <a:r>
              <a:t>· 결과물: 무엇을 왜 고쳤는지 적은 수정 기록 + 다시 실행한 시나리오 전체의 결과</a:t>
            </a:r>
          </a:p>
          <a:p>
            <a:r>
              <a:t>· 성공 기준: 긴급 조건이 동작하면서 일반 요청, 필수 정보 누락 시 확정하지 않는 보류, 거절 조건이 그대로 통과</a:t>
            </a:r>
          </a:p>
          <a:p>
            <a:r>
              <a:t>· 주의: 실패가 없으면 억지로 오류를 만들거나 고치지 않고 확인한 범위와 남은 경우를 기록. 실패가 있으면 수정한 시험뿐 아니라 준비한 전체 시나리오를 다시 확인</a:t>
            </a:r>
          </a:p>
          <a:p>
            <a:r>
              <a:t>[다음] 실습: 교대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04, 구분 실습 → 제목(업무 데이터를 연결한 교대 인수인계서 작성) → 부제</a:t>
            </a:r>
          </a:p>
          <a:p>
            <a:r>
              <a:t>· 목적: 여러 출처를 연결해 교대 인수인계서를 만든다. 앞의 세 실습이 기대를 적고 · 실행하고 · 고치는 과정이라면, 여기선 결과의 바탕이 되는 업무 자료를 어떻게 함께 읽을지 확인</a:t>
            </a:r>
          </a:p>
          <a:p>
            <a:r>
              <a:t>· 다음 담당자가 알아야 할 완료 작업 · 남은 작업 · 주의 사항을 세 출처(설비 이벤트 · 정비 이력 · 부품 자료)에서 정리</a:t>
            </a:r>
          </a:p>
          <a:p>
            <a:r>
              <a:t>· 처음부터 새로 만들지 않고 앞에서 만든 조회 도구 · 출력 계약 · 검증 방식을 그대로 가져온다</a:t>
            </a:r>
          </a:p>
          <a:p>
            <a:r>
              <a:t>· 단순히 이어 붙이지 않는다: 같은 설비를 가리키는지, 같은 시점의 기록인지 맞춰 본다</a:t>
            </a:r>
          </a:p>
          <a:p>
            <a:r>
              <a:t>· 진행 순서: 시나리오 작성 → 반복 검증 → 수정 · 회귀 → 교대 인수인계</a:t>
            </a:r>
          </a:p>
          <a:p>
            <a:r>
              <a:t>[다음] 세 출처를 엮은 인수인계서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세 출처(입력) → 강조한 데이터 패브릭(범위) → 인수인계서(산출물) → 성공 기준(판정)</a:t>
            </a:r>
          </a:p>
          <a:p>
            <a:r>
              <a:t>· 목표: 앞의 조회 · 출력 계약 · 검증 방식을 재사용해 세 자료를 잇고 항목마다 출처와 근거 시각을 남긴다</a:t>
            </a:r>
          </a:p>
          <a:p>
            <a:r>
              <a:t>· 데이터 패브릭(Data Fabric): 여러 곳의 데이터를 연결 · 관리해 활용하는 넓은 접근. 데이터를 옮기지 않는 방식만 뜻하진 않는다. 이번엔 원천 자료를 연결해 읽고 출처를 추적하는 관점만, 새 데이터 플랫폼 구축은 아님</a:t>
            </a:r>
          </a:p>
          <a:p>
            <a:r>
              <a:t>· 결과물: 완료 · 미완료 · 주의 사항, 항목마다 근거 자료와 그 시각, 실제로 연결해 읽은 자료인지 준비된 파일인지 표시</a:t>
            </a:r>
          </a:p>
          <a:p>
            <a:r>
              <a:t>· 시각 주의: 방금 조회한 과거 기록일 수 있으니 조회 시각과 사건이 일어난 시각을 구별</a:t>
            </a:r>
          </a:p>
          <a:p>
            <a:r>
              <a:t>· 성공 기준: 자료 없음 · 조회 실패 · 출처끼리 서로 다른 기록을 가려 적는다. 한 출처를 못 읽었다면 관련 작업이 없다고 단정하지 않고 확인 못 한 범위를 적는다. 저장한 결과에서 원자료를 다시 찾아갈 수 있어야</a:t>
            </a:r>
          </a:p>
          <a:p>
            <a:r>
              <a:t>· 실제 포털에서의 교대 실행은 이 실습 범위가 아니다</a:t>
            </a:r>
          </a:p>
          <a:p>
            <a:r>
              <a:t>[다음] 단원 05, 제작부터 검증까지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05, 구분 이론 → 부제(쿨러 사건의 장치를 되짚고, 활용마다 다른 판정과 새 업무를 맡길 조건)</a:t>
            </a:r>
          </a:p>
          <a:p>
            <a:r>
              <a:t>· 네 실습에서 남긴 시나리오 · 실행 기록 · 수정 내역 · 인수인계서를 바탕으로 정리. 실패를 어떻게 고쳤는지, 아직 확인 못 한 조건은 무엇인지도 떠올리게 한다</a:t>
            </a:r>
          </a:p>
          <a:p>
            <a:r>
              <a:t>· 지나온 길: 목표와 도구로 에이전트의 일을 구성 → 스킬과 연결 규약으로 수행 방법 정리 → 사람의 개입과 명세로 지킬 기준 → 그 기준을 구체적 상황에서 검증</a:t>
            </a:r>
          </a:p>
          <a:p>
            <a:r>
              <a:t>· 순서: 쿨러 사건 하나에 역할을 차례로 놓기 → 여러 활용을 나란히(무엇을 옮겨 썼고 무엇을 새로 만들었나) → 새 업무를 맡길 때 정할 것</a:t>
            </a:r>
          </a:p>
          <a:p>
            <a:r>
              <a:t>· 새 기능을 더 배우는 시간이 아니라, 어느 장치가 무엇을 확인하고 그 결과가 다음 일로 어떻게 이어지는지 정리하는 시간</a:t>
            </a:r>
          </a:p>
          <a:p>
            <a:r>
              <a:t>[다음] 여섯 개념이 푼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영역(일을 해내게 한다: 에이전트 · 스킬 · MCP) → 오른쪽 영역(믿고 맡기게 한다: HITL · SDD · 강조한 BDD)</a:t>
            </a:r>
          </a:p>
          <a:p>
            <a:r>
              <a:t>· 에이전트: 목표에 맞춰 도구를 고르고 결과를 보며 다음 행동을 잇는다</a:t>
            </a:r>
          </a:p>
          <a:p>
            <a:r>
              <a:t>· 스킬: 반복할 절차와 판단 지침을 묶는다. 적었다고 실행 순서가 강제되진 않으니 실제 호출 기록도 확인</a:t>
            </a:r>
          </a:p>
          <a:p>
            <a:r>
              <a:t>· MCP: 도구와 자료를 연결하는 공통 규약, HYD는 이것으로 업무 시스템을 연결</a:t>
            </a:r>
          </a:p>
          <a:p>
            <a:r>
              <a:t>· HITL: 필요한 정보나 결정을 사람에게 받는 자리. SDD: 명세를 구현과 변경의 기준으로 유지. BDD: 구체적 행동 사례로 기대를 맞추고 검증에 연결</a:t>
            </a:r>
          </a:p>
          <a:p>
            <a:r>
              <a:t>· 실습 결과로 잇기: 스킬 = 회의록에서 후속 작업을 뽑는 방법을 다른 회의에도 같은 기준으로, MCP = 직접 만든 조회 도구와 자기 노트를 에이전트가 읽게, HITL = 빠진 정보만 묻고 같은 요청으로 돌아와 다시 처리, SDD = 긴급 표시를 더하며 지킬 것을 spec.md에, BDD = 그 약속을 시나리오와 회귀 결과로 확인</a:t>
            </a:r>
          </a:p>
          <a:p>
            <a:r>
              <a:t>· 여섯 이름을 모든 에이전트가 같은 순서로 갖춰야 하는 목록으로 외우지 않는다. 핵심은 수행 가능성에 더해 무엇을 지키고 · 누가 결정하고 · 어떻게 확인할지를 함께 설계</a:t>
            </a:r>
          </a:p>
          <a:p>
            <a:r>
              <a:t>[다음] 쿨러 사건 위에 놓인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 왼쪽부터(경보 11:13:08 → 스킬 → 도구 호출 → 추천안 → 검사 → 승인 11:14:56 → 설비 명령 팬 100 %) → 아래 묶음 이름표(스킬 · MCP 도구/가드레일 · 사람의 승인) → 강조한 시나리오와 회귀 시험</a:t>
            </a:r>
          </a:p>
          <a:p>
            <a:r>
              <a:t>· 왼쪽: 경보가 열리고 에이전트가 스킬을 읽어 도구를 호출하고 추천안을 제출. 오른쪽: 검사 · 담당자 승인 · 현재 조건 확인을 거쳐 설비 명령</a:t>
            </a:r>
          </a:p>
          <a:p>
            <a:r>
              <a:t>· 경보 11:13:08, 승인 11:14:56 — 두 시점 사이 약 2분. 전체 복구 시간이나 에이전트 혼자 일한 시간이 아니다</a:t>
            </a:r>
          </a:p>
          <a:p>
            <a:r>
              <a:t>· 도구 호출 중 대안 평가 응답이 커서 필요한 항목으로 좁혀 보겠다는 계획을 남겼다. 그 기록만으로 재조회가 성공해 모든 항목을 읽었다고 결론 내리지 않는다 → 계획과 수행 기록을 나눠 읽어야 근거가 끊긴 곳을 찾는다</a:t>
            </a:r>
          </a:p>
          <a:p>
            <a:r>
              <a:t>· 자동 검사는 정해진 조건을, 승인은 실행 결정을 남긴다. 둘을 통과해도 승인 시점의 설비 조건을 다시 확인. 그림은 역할을 묶은 것이고 실제로는 그 사이 검사들이 더 있다</a:t>
            </a:r>
          </a:p>
          <a:p>
            <a:r>
              <a:t>· 사건 한 건의 성공 기록은 그 사례의 근거, 여러 조건을 시험하는 건 별도 검증 → 둘을 함께 봐야 같은 방식으로 맡길 범위를 판단</a:t>
            </a:r>
          </a:p>
          <a:p>
            <a:r>
              <a:t>[다음] 목표 · 도구 · 멈춤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목표가 모호하다(완료 기준) → 근거 통로가 없다(자료의 통로) → 강조한 멈춤 조건이 없다(확인하지 못한 범위)</a:t>
            </a:r>
          </a:p>
          <a:p>
            <a:r>
              <a:t>· 「없으면 반드시 오답」이라는 예언이 아니라 설계할 때 확인할 질문</a:t>
            </a:r>
          </a:p>
          <a:p>
            <a:r>
              <a:t>· 목표: 무엇을 내면 끝인지. 쿨러 사건은 설명을 잘하는 것을 넘어 근거 있는 추천안을 약속한 형태로 제출하는 것. 모호하면 불필요한 조회를 잇거나 덜 한 채 끝난다</a:t>
            </a:r>
          </a:p>
          <a:p>
            <a:r>
              <a:t>· 도구: 현재 자료를 확인할 통로. 입력만으로 충분한 업무도 있지만 지금의 유온이나 납기 상황이 필요하면 경로가 있어야. 도구가 있어도 필요한 값을 실제로 읽었는지 확인</a:t>
            </a:r>
          </a:p>
          <a:p>
            <a:r>
              <a:t>· 멈춤 조건: 근거 부족 · 도구 실패 때 확인 못 한 값을 추정해 완성하지 않고 질문하거나 보류하고 사유를 남긴다. 중단 기록으로 무엇이 부족했는지까지 안다</a:t>
            </a:r>
          </a:p>
          <a:p>
            <a:r>
              <a:t>· 정리: 목표는 끝을, 도구는 근거의 통로를, 멈춤 조건은 확인 못 했을 때의 행동을 정한다 → 셋이 이어져야 성공한 결과와 보류한 결과를 모두 해석</a:t>
            </a:r>
          </a:p>
          <a:p>
            <a:r>
              <a:t>[다음] 근거가 놓인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회색 구획 지식(원인 후보 셋 → 고장 유형 → 조치 후보 SOP-COOL-11) → 아래 하늘색 구획 현재값(시계열 DB 냉각 효율 46.2 %, 업무 DB 납기 오더 MO-0930-0412) → 가운데 도구 호출 → 오른쪽 강조한 추천안</a:t>
            </a:r>
          </a:p>
          <a:p>
            <a:r>
              <a:t>· 물음: 추천안의 근거는 어디서 왔나 — 두 갈래</a:t>
            </a:r>
          </a:p>
          <a:p>
            <a:r>
              <a:t>· 지식: 쿨러 핀 오염 · 팬 구동 불량 · 주변 온도 상승이 쿨러 냉각 성능 상실을 일으키고, 그 고장 유형의 완화 후보 중 하나가 팬 최대 운전. 지식 그래프에 미리 정해 둔 관계. 원인 · 현재 조건에 따라 적용 가능한지는 따로 가린다</a:t>
            </a:r>
          </a:p>
          <a:p>
            <a:r>
              <a:t>· 현재값: 냉각 효율이 절반 아래(46.2 %)라는 값은 시계열 DB에서, 납기가 걸린 생산 오더는 업무 DB에서 도구로 읽었다. 조회 시각과 관측 시각도 확인</a:t>
            </a:r>
          </a:p>
          <a:p>
            <a:r>
              <a:t>· 서로가 필요하다: 지식엔 원인마다 어느 센서 값을 어떤 조건으로 볼지(핀 오염이면 냉각 효율 저하)가 있지만 그 값이 지금 몇인지는 없다 → 판단 순간 읽어 와야 이 사건에 맞는지 가린다. 그래서 도구 호출에서 모여 추천안이 된다</a:t>
            </a:r>
          </a:p>
          <a:p>
            <a:r>
              <a:t>· 지식의 규칙 · 관계도 개정되고 관측값은 시간에 따라 변한다 → 적용한 지식 버전과 관측 시점을 함께 남긴다. 추천안에 근거마다 출처가 남아 결과가 이상하면 어느 갈래가 틀렸는지 거슬러 간다</a:t>
            </a:r>
          </a:p>
          <a:p>
            <a:r>
              <a:t>[다음] 스킬과 MCP, 고칠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스킬을 고치는 경우(수행 방법) → 오른쪽 강조한 연결을 고치는 경우(실행 도구)</a:t>
            </a:r>
          </a:p>
          <a:p>
            <a:r>
              <a:t>· 일하는 방법을 바꾸는 것과 연결 범위를 바꾸는 것은 고칠 자리가 다르다</a:t>
            </a:r>
          </a:p>
          <a:p>
            <a:r>
              <a:t>· 스킬: 어떤 근거부터 확인하고 부족하면 어떻게 대응할지의 지침. 같은 자료를 읽되 확인 순서를 개선하려면 스킬을 검토</a:t>
            </a:r>
          </a:p>
          <a:p>
            <a:r>
              <a:t>· 연결: 어느 시스템의 어떤 기능을 쓸 수 있나. 새 업무 시스템 자료가 필요하면 도구 제공 · 연결 · 접근 권한을 확인. 호출은 됐는데 권한 오류라면 지침 문장을 길게 써서는 해결되지 않는다</a:t>
            </a:r>
          </a:p>
          <a:p>
            <a:r>
              <a:t>· 출력 항목을 바꿀 땐 스킬만 고치면 안 된다: 명세의 계약, 결과를 읽는 프로그램, 출력 검사를 함께. 스킬은 약속을 설명하는 자리, 실제 검사는 구현이 맡는다</a:t>
            </a:r>
          </a:p>
          <a:p>
            <a:r>
              <a:t>· MCP는 연결 규약. 그 이름이 모든 권한 통제나 실행 환경 격리를 뜻하진 않는다. 실제 허용 범위는 호스트 · 서버 설정, 계정 권한, 도구 구현이 결정 → 원하는 일을 못 했을 때 지침 · 연결 · 실제 응답을 구별해 본다</a:t>
            </a:r>
          </a:p>
          <a:p>
            <a:r>
              <a:t>[다음] 검사 통과와 승인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 흐름(에이전트 → 추천안 → 자동 검사 → 승인 대기 → 강조한 담당자의 승인 → 설비 명령), 아래 이름표(올려도 된다/강조한 실행 허락/결정 기록) → 왼쪽 아래 에이전트의 질문 · 멈춘 작업 닫기</a:t>
            </a:r>
          </a:p>
          <a:p>
            <a:r>
              <a:t>· 자동 검사: HYD 추천안의 형식 · 규칙 인용 · 승인 역할 같은 조건을 확인. 통과 = 정해진 검사에서 위반이 발견되지 않음(올려도 된다)</a:t>
            </a:r>
          </a:p>
          <a:p>
            <a:r>
              <a:t>· 담당자의 승인: 그 안의 실행을 허락한 결정. 승인 권한을 확인한 경로에서 사람 · 역할 · 선택한 안 · 시각을 기록. 에이전트가 승인자 이름을 결과에 써 넣는다고 이 기록이 생기지 않는다</a:t>
            </a:r>
          </a:p>
          <a:p>
            <a:r>
              <a:t>· 앞 실습의 다른 AI 초안 검토는 참고 의견 — 자동 검사 통과나 사람의 승인을 대신하지 않는다. 여러 AI가 같은 답을 해도 근거와 권한은 따로 확인</a:t>
            </a:r>
          </a:p>
          <a:p>
            <a:r>
              <a:t>· 왼쪽 아래 질문 · 작업 닫기도 사람의 개입이지만, 부족한 정보를 답하는 것과 실행을 허락하는 것은 역할이 다르다</a:t>
            </a:r>
          </a:p>
          <a:p>
            <a:r>
              <a:t>· 승인 뒤에도 현재 조건 재검사, 명령 뒤에는 실행 결과 확인. 「실행 허락」을 조치의 성공과 같은 뜻으로 읽지 않는다</a:t>
            </a:r>
          </a:p>
          <a:p>
            <a:r>
              <a:t>[다음] 네 장치가 걸리는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관계도 왼쪽 위 명세에서 출발 → 두 화살표(에이전트 · 시나리오) → 시나리오에서 에이전트로 → 가운데 강조한 추천안 → 오른쪽 위 가드레일 · 오른쪽 아래 담당자</a:t>
            </a:r>
          </a:p>
          <a:p>
            <a:r>
              <a:t>· 명세 → 에이전트: 지킬 기준. 명세 → 시나리오: 기대값. 같은 명세가 만드는 쪽엔 기준, 확인하는 쪽엔 기대값</a:t>
            </a:r>
          </a:p>
          <a:p>
            <a:r>
              <a:t>· 예(출력 계약): 원인부터 판단 번호까지 다섯 항목 약속 → 에이전트 쪽에선 작업에 붙은 결과 형식, 시나리오 쪽에선 「다섯 항목이 있고 원인과 추천이 이 식별자다」라는 Then</a:t>
            </a:r>
          </a:p>
          <a:p>
            <a:r>
              <a:t>· 시나리오 → 에이전트: 에이전트의 행동과 그 결과를 이어 받는 업무 흐름을 확인</a:t>
            </a:r>
          </a:p>
          <a:p>
            <a:r>
              <a:t>· 에이전트 → 추천안: 낸다. 가드레일 → 추천안: 검사, 담당자 → 추천안: 승인</a:t>
            </a:r>
          </a:p>
          <a:p>
            <a:r>
              <a:t>· 화살표가 닿는 곳의 차이: 시나리오는 에이전트와 연결된 업무 흐름을 검증하고, 가드레일과 승인은 에이전트가 낸 결과 하나하나에 닿는다</a:t>
            </a:r>
          </a:p>
          <a:p>
            <a:r>
              <a:t>[다음] 요구가 바뀔 때의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위에서부터, 각 칸 아래 줄은 실습의 긴급 조건 예 → 강조한 넷째 단계</a:t>
            </a:r>
          </a:p>
          <a:p>
            <a:r>
              <a:t>· 요구가 바뀌면 코드부터 고치지 않는다</a:t>
            </a:r>
          </a:p>
          <a:p>
            <a:r>
              <a:t>· 1 명세를 고친다: 새 조건의 계약 · 금지 조건 · 수용 기준. 긴급 조건을 더해도 「승인 없이 확정 금지」는 그대로. 다시 적는 까닭: 긴급은 「빨리」로 기울기 쉽고, 모호하게 덧붙인 기능이 기존 출력 · 승인 규칙을 흔들 수 있다 → 지킬 것을 남겨 둬야 전체 재실행 때 확인할 기준이 생긴다</a:t>
            </a:r>
          </a:p>
          <a:p>
            <a:r>
              <a:t>· 2 시나리오를 더한다: 긴급 요청의 Given · When · Then과 기대값</a:t>
            </a:r>
          </a:p>
          <a:p>
            <a:r>
              <a:t>· 3 구현한다: 스킬의 절차나 해당 기능의 코드를 명세에 맞춰</a:t>
            </a:r>
          </a:p>
          <a:p>
            <a:r>
              <a:t>· 4 전체를 다시 실행: 새 시나리오만이 아니라 일반 요청, 필수 정보 누락 시 확정하지 않는 보류, 거절의 기존 시나리오까지</a:t>
            </a:r>
          </a:p>
          <a:p>
            <a:r>
              <a:t>· 순서가 중요한 까닭: 구현 결과를 보고 기대값을 정하면 잘못된 행동도 정답으로 옮겨 적는다. 구현 뒤 시험을 보완하더라도 원래 요구와 근거에서 기대를 정한다</a:t>
            </a:r>
          </a:p>
          <a:p>
            <a:r>
              <a:t>[다음] 실행 때마다와 바꿀 때마다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실행할 때마다(실행 중의 방어) → 오른쪽 강조한 바꿀 때마다(변경 영향 확인)</a:t>
            </a:r>
          </a:p>
          <a:p>
            <a:r>
              <a:t>· 장치가 작동하는 때가 둘</a:t>
            </a:r>
          </a:p>
          <a:p>
            <a:r>
              <a:t>· 실행할 때마다: 출력 계약 검사 · 가드레일 · 사람의 승인. 추천안을 낼 때마다 그 한 건을 검사하고 걸러 정해 둔 조건을 어긴 결과를 막는다. 모든 잘못을 잡는 건 아님</a:t>
            </a:r>
          </a:p>
          <a:p>
            <a:r>
              <a:t>· 바꿀 때마다: 시나리오 실행 · 판단 채점 · 전체 회귀. 스킬 · 명세 · 코드뿐 아니라 모델 · 지식 · 중요한 설정을 바꿨을 때도. 찾는 것은 변경으로 달라진 행동</a:t>
            </a:r>
          </a:p>
          <a:p>
            <a:r>
              <a:t>· 판단 채점은 바꾸기 전후 실행을 나란히: 항목별 점수 변화와 그 사이 지식 그래프에서 끊기거나 새로 생긴 관계까지 → 점수가 떨어지면 원인 후보 변경을 좁힌다. 조회 자료도 함께 달라졌다면 지식 변경 탓으로 단정 말고 비교 조건을 맞춰 재확인</a:t>
            </a:r>
          </a:p>
          <a:p>
            <a:r>
              <a:t>· 한쪽이 있다고 다른 쪽을 빼지 않는다: 승인이 있으니 회귀 불필요 → 변경으로 떨어진 추천의 질을 사람이 매번 떠안음. 회귀를 다 통과했으니 승인 불필요 → 시험이 안 다룬 상황에서 잘못된 한 건이 그대로 실행</a:t>
            </a:r>
          </a:p>
          <a:p>
            <a:r>
              <a:t>[다음] 세 에이전트의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가운데 하늘색 구획 같은 틀(목표 · 스킬과 도구 · 출력 계약) → 왼쪽 세 사건 → 가운데 세 에이전트 → 오른쪽 강조한 세 산출물</a:t>
            </a:r>
          </a:p>
          <a:p>
            <a:r>
              <a:t>· 앞에서 승인 · 거절 시험을 적용한다던 세 흐름을 맡은 에이전트</a:t>
            </a:r>
          </a:p>
          <a:p>
            <a:r>
              <a:t>· 틀은 같다: 목표, 스킬과 도구, 출력 계약</a:t>
            </a:r>
          </a:p>
          <a:p>
            <a:r>
              <a:t>· 쿨러 성능 저하 경보 → 냉각 긴급 대응(cooling-emergency-response) → 추천안(팬 최대 운전과 대안 셋)</a:t>
            </a:r>
          </a:p>
          <a:p>
            <a:r>
              <a:t>· 정기 정비 도래 → 정기 정비 계획(pm-schedule-planning) → 정비 시간(언제 정비할지)</a:t>
            </a:r>
          </a:p>
          <a:p>
            <a:r>
              <a:t>· 예비품 재고 기준 이탈 → 예비품 구매(spare-purchase-planning) → 발주안(공급사 · 수량 · 금액)</a:t>
            </a:r>
          </a:p>
          <a:p>
            <a:r>
              <a:t>· 다른 건 스킬만이 아니라 도구도: 냉각은 원인 진단 · 조치 후보 평가 판단 도구, 정비는 정비 기한 · 허용 한계까지 남은 시간 · 예정된 야간 · 주말 정비 시간을 읽는 도구, 구매는 재고와 공급사 견적을 읽는 도구 → 읽을 값과 지킬 규칙이 달라 산출물 항목도 달라진다</a:t>
            </a:r>
          </a:p>
          <a:p>
            <a:r>
              <a:t>· 산출물이 다른 건 틀이 달라서가 아니라 그 자리에 넣은 게 달라서. 직접 만든 활용들도 같은 눈으로</a:t>
            </a:r>
          </a:p>
          <a:p>
            <a:r>
              <a:t>[다음] 일곱 활용의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머리(활용 · 목표 · 입력과 도구 · 결과 판정) → 일곱 줄 위에서부터, 강조한 자료 통합 → 마지막에 오른쪽 판정 칸을 위에서 아래로</a:t>
            </a:r>
          </a:p>
          <a:p>
            <a:r>
              <a:t>· 앞 장의 세 에이전트는 HYD 안의 업무, 이번엔 과정에서 직접 만든 활용 일곱</a:t>
            </a:r>
          </a:p>
          <a:p>
            <a:r>
              <a:t>· 원인 점검: 설비 그래프 · 센서 입력 → 원인 후보와 다음 점검 순서. 값이 오래됐거나 표본이 모자라면 「확인 필요」로 구분</a:t>
            </a:r>
          </a:p>
          <a:p>
            <a:r>
              <a:t>· 품질 접수: 불량 접수 메시지 · 분류 기준 → 품질 대응 카드. 원인 · 담당자를 지어내지 않았나. 분석 시각화: 센서 시계열 → 도표 · 이상 구간 요약. 시간 · 단위 · 결측 처리, 함께 움직였다는 것만으로 원인 단정 안 함</a:t>
            </a:r>
          </a:p>
          <a:p>
            <a:r>
              <a:t>· 회의 스킬: 회의록 · SKILL.md → 후속 작업 목록. 담당 · 기한이 없으면 미정, 항목마다 원문과 대조. 자기 자료 퀴즈: 자기 Notion 노트를 MCP로 읽어 출제 · 채점 · 재도전. 답하기 전 정답 숨김, 근거가 모자라면 채점 보류</a:t>
            </a:r>
          </a:p>
          <a:p>
            <a:r>
              <a:t>· 협업 검토: 작성 · 검토 두 역할로 점검 초안 검토 · 수정, 두 AI의 동의를 승인으로 읽지 않음. 자료 통합: 이벤트 · 정비 · 부품 자료로 교대 인수인계, 자료 없음과 조회 실패 구분, 원자료를 다시 찾음</a:t>
            </a:r>
          </a:p>
          <a:p>
            <a:r>
              <a:t>· 판정 기준은 줄마다 다르지만 공통점: 모르는 건 확정하지 않고 아는 것엔 출처를 붙인다. 받는 쪽(사람이든 시스템이든)은 적힌 대로 믿고 다음 일을 시작 → 미확정을 확정처럼 적으면 잘못이 그대로 넘어가고, 「확인 못 함」이 적혀 있으면 거기서 멈추고 확인할 수 있다</a:t>
            </a:r>
          </a:p>
          <a:p>
            <a:r>
              <a:t>[다음] 옮겨 쓴 것과 새로 만든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옮겨 쓴 실행 구조(재사용) → 오른쪽 강조한 새로 구현한 능력(새 구현)</a:t>
            </a:r>
          </a:p>
          <a:p>
            <a:r>
              <a:t>· 일곱 활용을 매번 처음부터 만든 게 아니다</a:t>
            </a:r>
          </a:p>
          <a:p>
            <a:r>
              <a:t>· 옮겨 쓴 것: 요청 해석 · 도구 호출 · 결과 관찰 · 종료 판단의 실행 고리는 처음 원인 점검에서 만든 그대로. 품질 접수는 그 구조에 입력과 판정 기준만 바꿔 얹음. 질문과 재처리 · 작성과 검토 · 긴급 표시의 명세 · 행동 검증은 같은 점검 요청 프로젝트에 한 기능씩 더함. 인수인계도 앞의 조회 도구 · 출력 계약 · 검증 방식을 다시 씀</a:t>
            </a:r>
          </a:p>
          <a:p>
            <a:r>
              <a:t>· 새로 구현한 것: 시간 축 · 단위 · 결측을 다루는 도표 생성, 다른 회의에도 같은 기준으로 쓰는 작업 지침(SKILL.md), 직접 만든 조회 도구를 MCP로 내놓기와 자기 노트 연결, 질문하고 같은 요청으로 돌아오는 상태, 작성 · 검토 역할 분리, 퀴즈의 채점 상태</a:t>
            </a:r>
          </a:p>
          <a:p>
            <a:r>
              <a:t>· 가르는 까닭: 새 업무가 왔을 때 무엇을 옮기고 무엇을 새로 만들지 알아야 이름과 자료만 바꾼 반복으로 끝나지 않는다. 옮겨 쓴 부분도 그대로 믿지 않고 새 입력과 판정 기준으로 다시 확인했다</a:t>
            </a:r>
          </a:p>
          <a:p>
            <a:r>
              <a:t>[다음] 새 업무를 맡기기 전에 정할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자료(입력) → 도구(연결) → 완료 조건(판정) → 강조한 사람 확인(책임)</a:t>
            </a:r>
          </a:p>
          <a:p>
            <a:r>
              <a:t>· 자료: 무엇을 근거로 읽나, 출처와 관측 시각. 센서 입력처럼 시각이 중요한 자료도, 회의록처럼 원문 위치가 중요한 자료도 있다</a:t>
            </a:r>
          </a:p>
          <a:p>
            <a:r>
              <a:t>· 도구: 어느 시스템을 어떤 권한으로 부르나, 조회 실패와 자료 없음을 어떻게 가르나(인수인계에서 못 읽은 출처를 「없음」으로 적지 않은 것처럼)</a:t>
            </a:r>
          </a:p>
          <a:p>
            <a:r>
              <a:t>· 완료 조건: 무엇을 내면 끝인가를 출력 계약 · 수용 기준 · 시나리오로. 예: 품질 대응 카드라면 품질 유형 · 확인 항목 · 담당 부서 · 대응 초안이 갖춰져야 끝</a:t>
            </a:r>
          </a:p>
          <a:p>
            <a:r>
              <a:t>· 사람 확인: 누가 어디서 결정하나. 조치는 승인 역할 담당자가 승인, 빠진 정보는 사람이 답, 검토를 거친 초안도 마지막 확인은 사람. AI끼리의 동의로 이 자리를 대신하지 않는다</a:t>
            </a:r>
          </a:p>
          <a:p>
            <a:r>
              <a:t>· 넷이 정해지지 않으면 아무리 그럴듯하게 답해도 맡길 범위를 말할 수 없다. 정한 범위 안에서 맡기고, 그 범위를 검증으로 넓혀 간다</a:t>
            </a:r>
          </a:p>
          <a:p>
            <a:r>
              <a:t>[다음] 산출물의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읽는 쪽(사람과 시스템) → 강조한 형식(문서와 구조) → 이어지는 일(다음 행동)</a:t>
            </a:r>
          </a:p>
          <a:p>
            <a:r>
              <a:t>· 완료 조건에는 산출물의 형식도 들어간다. 형식은 누가 읽고 그 뒤 어떤 일을 하는지에 맞춰 정한다</a:t>
            </a:r>
          </a:p>
          <a:p>
            <a:r>
              <a:t>· 읽는 쪽: 인수인계서는 다음 교대 담당자, 추천안은 승인 화면을 만드는 시스템과 승인할 사람이 함께</a:t>
            </a:r>
          </a:p>
          <a:p>
            <a:r>
              <a:t>· 형식: 사람에겐 맥락 · 근거 · 미확인 부분이 잘 보이는 문서와 도표. 시스템과는 항목의 이름 · 형식 · 값의 뜻을 약속. HYD는 JSON으로 전달하지만 모든 시스템이 같은 형식은 아님</a:t>
            </a:r>
          </a:p>
          <a:p>
            <a:r>
              <a:t>· 값에도 조건: 안을 구별하는 번호가 중복되면 사람이 고른 안과 시스템이 처리할 안을 연결 못 한다 → HYD 출력 계약은 안마다 다른 구분 값을 요구. 사람만 읽는 문서라도 이런 모호함을 넘기지 않는다</a:t>
            </a:r>
          </a:p>
          <a:p>
            <a:r>
              <a:t>· 이어지는 일: 추천안 → 승인과 실행 검토, 품질 대응 카드 → 조사, 인수인계서 → 다음 교대 작업. 그래서 형식 검사에 더해 내용과 근거도 확인. 출력 계약의 목적은 읽는 쪽이 필요한 결정을 정확히 이어 가게 하는 것</a:t>
            </a:r>
          </a:p>
          <a:p>
            <a:r>
              <a:t>[다음] 검증 실습의 산출물이 쓰이는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회색 구획(HITL · SDD 실습: 확인 질문과 전후 기록 → 강조한 spec.md와 기대 결과 → 초안 · 검토 의견 · 수정본) → 가운데 하늘색 구획(BDD · 회귀 실습: 시나리오 → 회귀 기록, 인수인계서) → 오른쪽 강조한 다음 변경의 기준 · 다음 교대의 담당자</a:t>
            </a:r>
          </a:p>
          <a:p>
            <a:r>
              <a:t>· 실습 산출물은 그 실습에서 끝나지 않고 다음 일로 이어진다</a:t>
            </a:r>
          </a:p>
          <a:p>
            <a:r>
              <a:t>· 확인 질문과 전후 기록 → 필수 정보가 빠진 경우의 시나리오</a:t>
            </a:r>
          </a:p>
          <a:p>
            <a:r>
              <a:t>· spec.md와 기대 결과 → 시나리오의 재료. 명세 실습에서 저장한 입력과 기대값이 그대로 시나리오의 Given과 Then</a:t>
            </a:r>
          </a:p>
          <a:p>
            <a:r>
              <a:t>· 시나리오는 실행돼 회귀 기록으로 남고, 그 기록이 다음에 요구가 바뀔 때 다시 실행할 기준</a:t>
            </a:r>
          </a:p>
          <a:p>
            <a:r>
              <a:t>· 초안 · 검토 의견 · 수정본: 에이전트끼리의 검토와 사람의 승인을 다른 항목에 남기는 연습 — AI 검토 의견을 자동 검사나 승인 기록과 혼동하지 않게</a:t>
            </a:r>
          </a:p>
          <a:p>
            <a:r>
              <a:t>· 인수인계서는 근거 시각과 함께 다음 교대 담당자에게. 값마다 어디서 언제 읽었는지 붙이는 건 근거가 놓인 자리에서 본 현재값의 원칙 그대로</a:t>
            </a:r>
          </a:p>
          <a:p>
            <a:r>
              <a:t>[다음] 운영 중 결과가 기대와 다를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머리(증상 · 먼저 살펴볼 곳 · 그 장치) → 네 줄, 강조한 마지막 줄</a:t>
            </a:r>
          </a:p>
          <a:p>
            <a:r>
              <a:t>· 증상이 가리키는 장치부터 보면 고치지 않아도 될 곳을 건드리지 않는다</a:t>
            </a:r>
          </a:p>
          <a:p>
            <a:r>
              <a:t>· 값이 실제와 다르다 → 도구와 실행 기록: 호출 기록의 입력 · 응답, 값의 신선도. 호출마다 입력 · 응답 · 시각 · 걸린 시간이 한 줄씩 남으므로, 도구가 애초에 그 값을 돌려줬는지 · 받은 값과 다르게 옮겨 적었는지가 여기서 갈린다 → 짐작으로 고치기 전에 기록부터</a:t>
            </a:r>
          </a:p>
          <a:p>
            <a:r>
              <a:t>· 필요한 값을 못 받았다 → MCP: 호출했는지부터, 서버 연결과 허용 목록 · 권한, 오류 응답 순서로</a:t>
            </a:r>
          </a:p>
          <a:p>
            <a:r>
              <a:t>· 묻지 않고 확정했다 → 명세와 HITL: 금지 조건과 사람의 개입 지점</a:t>
            </a:r>
          </a:p>
          <a:p>
            <a:r>
              <a:t>· 고친 뒤 기존 요청의 결과가 달라졌다 → 시나리오와 회귀 시험: 실패한 시나리오</a:t>
            </a:r>
          </a:p>
          <a:p>
            <a:r>
              <a:t>· 앞의 「실패한 시험에서 고칠 곳」 표는 시험 실패에서, 이 표는 운영 중 결과에서 출발. 생각하는 방식은 같다: 증상에서 출발해 기록을 대조하고 확인한 원인에 맞춰 고친다</a:t>
            </a:r>
          </a:p>
          <a:p>
            <a:r>
              <a:t>[다음] 사람이 정하는 기준과 에이전트가 정하는 과정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정한다(기준과 한계) → 오른쪽 강조한 에이전트가 정한다(실행 중의 과정)</a:t>
            </a:r>
          </a:p>
          <a:p>
            <a:r>
              <a:t>· 사람: 목표와 스킬의 절차, 연결할 도구와 권한 범위, 계약과 금지 조건, 시나리오의 기대값 — 맡기기 전에 합의하고 관리할 기준</a:t>
            </a:r>
          </a:p>
          <a:p>
            <a:r>
              <a:t>· 에이전트: 그 기준 안에서 이번에 부를 도구와 입력, 결과를 보고 고르는 다음 행동, 다시 시도할지 보류할지, 설명 문장. 독립 조회의 순서나 문장은 달라질 수 있지만 필요한 확인을 건너뛰거나 권한을 넘는 선택까지 허용되진 않는다</a:t>
            </a:r>
          </a:p>
          <a:p>
            <a:r>
              <a:t>· 왼쪽 기준도 영원하지 않다: 요구가 바뀌면 근거를 검토해 명세와 검사를 함께 바꾸고, 어느 버전에 어떤 기준을 적용했는지 남긴다. 실행 결과에 맞춰 설명 없이 기준을 바꾸는 것과는 다르다</a:t>
            </a:r>
          </a:p>
          <a:p>
            <a:r>
              <a:t>· 쿨러 기록에서 「재조회하겠다」는 말과 실제 확인된 호출을 구별한 것도 같은 이유: 계획만으로 수행을 인정하지 않고 기록이 보여 주는 범위에서 판단</a:t>
            </a:r>
          </a:p>
          <a:p>
            <a:r>
              <a:t>· 맡길 범위는 멋진 답변 한 번으로 정해지지 않는다. 기대와 권한을 정하고 → 실제 결과와 남은 불확실성을 확인하고 → 바꾼 뒤 다시 검사하며 근거를 쌓는다</a:t>
            </a:r>
          </a:p>
          <a:p>
            <a:r>
              <a:t>[다음] 금지 조건 한 줄에 대어 보는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칸(명세 → 시나리오 → 시험 → 회귀) 왼쪽부터 → 아래 띠(실행 중), 각 칸 꼬리표의 「언제」. 회귀와 실행 중 장치가 각각 언제 작동하는지 고르게 하고 20초 기다린다</a:t>
            </a:r>
          </a:p>
          <a:p>
            <a:r>
              <a:t>· 복습: 이번 회차의 흐름을 「거절하면 설비 명령이 없다」는 금지 조건 한 줄에 대어 본다</a:t>
            </a:r>
          </a:p>
          <a:p>
            <a:r>
              <a:t>· 명세: 금지 조건 · 수용 기준의 문장, 구현 전에 정한다</a:t>
            </a:r>
          </a:p>
          <a:p>
            <a:r>
              <a:t>· 시나리오: Then — 설비 명령 0건, 업무 처리 0건, 거절로 닫힌다. 실행 결과로 가릴 사실</a:t>
            </a:r>
          </a:p>
          <a:p>
            <a:r>
              <a:t>· 시험: 단언 — 명령 번호 없음, 업무 처리 목록 비어 있음. 시험을 돌릴 때마다</a:t>
            </a:r>
          </a:p>
          <a:p>
            <a:r>
              <a:t>· 회귀: 바꿀 때마다. 긴급 조건을 더한 뒤 기존 거절 시나리오를 다시 돌려 거절 행동이 달라지지 않았는지 찾는다</a:t>
            </a:r>
          </a:p>
          <a:p>
            <a:r>
              <a:t>· 실행 중: 가드레일 검사와 담당자의 승인 · 거절, 추천안이 나올 때마다. 지금 이 한 건이 잘못 실행되는 걸 막는다</a:t>
            </a:r>
          </a:p>
          <a:p>
            <a:r>
              <a:t>· 정답의 갈림: 회귀 = 바꿀 때마다 변경의 영향을, 실행 중 장치 = 추천안마다 그 한 건을. 같은 한 줄을 서로 다른 때에 지키는 두 장치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위에서부터. 영문 정식 명칭은 화면에 두고 뜻과 쓰임을 잇는다</a:t>
            </a:r>
          </a:p>
          <a:p>
            <a:r>
              <a:t>· BDD: 행동 사례로 기대를 함께 정하고 실행 가능한 검증에 연결하는 개발 방식</a:t>
            </a:r>
          </a:p>
          <a:p>
            <a:r>
              <a:t>· 시나리오: 한 상황에서 기대하는 행동 하나를 적은 글. Given · When · Then: 전제 · 행동 · 기대 결과로 나눈 구조. Gherkin: 그 시나리오를 적는 서식</a:t>
            </a:r>
          </a:p>
          <a:p>
            <a:r>
              <a:t>· 단언(Assertion): 실행 결과가 기대 조건을 만족하는지 확인하는 코드. 값 일치뿐 아니라 범위 · 항목 유무도 검사</a:t>
            </a:r>
          </a:p>
          <a:p>
            <a:r>
              <a:t>· 경계값 분석: 판정이 갈리는 기준값 바로 안팎을 입력으로 고르는 방법. 회귀 시험: 바꾼 뒤 기존 시나리오를 다시 실행해 의도하지 않은 영향을 찾는 시험</a:t>
            </a:r>
          </a:p>
          <a:p>
            <a:r>
              <a:t>· 결정론적: 같은 입력 · 조건에서 같은 결과. 데이터 패브릭: 여러 출처의 데이터를 연결 · 관리해 활용하는 접근, 이번 실습은 출처와 시각을 유지하며 함께 읽는 부분만</a:t>
            </a:r>
          </a:p>
          <a:p>
            <a:r>
              <a:t>· 이름보다 어떤 문제를 해결하려고 쓰는지로 기억하게 한다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뜻을 알았으면 그 개념으로 직접 판단할 수 있는지 확인 — 퀴즈 세 문제</a:t>
            </a:r>
          </a:p>
          <a:p>
            <a:r>
              <a:t>· 문제마다 보기를 읽고 잠깐 멈출 때 답을 고르게 한다</a:t>
            </a:r>
          </a:p>
          <a:p>
            <a:r>
              <a:t>· 정답과 까닭은 세 문제를 다 본 뒤 함께</a:t>
            </a:r>
          </a:p>
          <a:p>
            <a:r>
              <a:t>· 볼 관점: 통과가 알려 주는 범위, 허용할 차이와 계약 위반, 기대값을 정하는 쪽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상황(긴급 시나리오만 통과, 일반 요청 · 거절 시나리오는 아직 재실행 안 함) → 질문 → 보기 넷. 20초 기다린다</a:t>
            </a:r>
          </a:p>
          <a:p>
            <a:r>
              <a:t>· 묻는 것: 지금 내릴 수 있는 판단으로 가장 알맞은 것</a:t>
            </a:r>
          </a:p>
          <a:p>
            <a:r>
              <a:t>· 생각할 점: 통과한 시나리오가 알려 주는 범위는 어디까지인가</a:t>
            </a:r>
          </a:p>
          <a:p>
            <a:r>
              <a:t>· 1 새 기능이 통과했으니 내보낸다, 2 긴급 시나리오를 열 번 더 실행해 평균, 3 기존 시나리오를 모두 다시 실행한 뒤 판단, 4 일반 요청 기대값을 긴급 조건에 맞춰 고친다</a:t>
            </a:r>
          </a:p>
          <a:p>
            <a:r>
              <a:t>· 앞의 회귀 시험 그림(변경 뒤 기존 넷도 전부 다시)을 떠올리게 한다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상황(같은 종류 경보 두 건, 둘째 실행은 설명 문장 · 도구 순서가 다르고 decision_id가 없음. 의미 · 근거는 맞고 순서는 권한 · 의존 관계를 지킴) → 질문 → 보기 넷. 20초 기다린다</a:t>
            </a:r>
          </a:p>
          <a:p>
            <a:r>
              <a:t>· 묻는 것: 이 조건에서 시험이 실패로 세어야 하는 것</a:t>
            </a:r>
          </a:p>
          <a:p>
            <a:r>
              <a:t>· 생각할 점: 세 차이 가운데 출력 계약이 정한 것은 무엇인가</a:t>
            </a:r>
          </a:p>
          <a:p>
            <a:r>
              <a:t>· 1 decision_id 누락, 2 설명 문장이 다름, 3 도구 순서가 다름, 4 셋 모두</a:t>
            </a:r>
          </a:p>
          <a:p>
            <a:r>
              <a:t>· 앞의 「표현 차이와 계약 위반」 비교와 출력 다섯 항목을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상황(명세 「무응답이면 지연 알림만 보내고 기다린다」, 고친 뒤엔 10분 뒤 거절로 닫힘) → 질문 → 보기 넷. 20초 기다린다</a:t>
            </a:r>
          </a:p>
          <a:p>
            <a:r>
              <a:t>· 묻는 것: 무응답 시나리오가 실패했을 때 맞는 조치</a:t>
            </a:r>
          </a:p>
          <a:p>
            <a:r>
              <a:t>· 생각할 점: 기대값을 정하는 쪽(명세)과 고칠 쪽(구현)을 가른다</a:t>
            </a:r>
          </a:p>
          <a:p>
            <a:r>
              <a:t>· 1 기대값을 「거절로 닫힌다」로, 2 무응답 시나리오를 목록에서 뺀다, 3 지연 시간을 30분으로 늘려 재실행, 4 기대값은 두고 고친 기능에서 원인을 찾는다</a:t>
            </a:r>
          </a:p>
          <a:p>
            <a:r>
              <a:t>· 앞의 「실패한 시험에서 고칠 곳」 표 마지막 줄(통과시키려고 기대값을 낮추기)을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근거를 같이 대조하게 한다</a:t>
            </a:r>
          </a:p>
          <a:p>
            <a:r>
              <a:t>· Q1 정답 3번. 긴급 시나리오 통과는 긴급 조건이 동작한다는 것만 알려 준다. 일반 요청 · 거절이 그대로인지는 그 시나리오를 다시 돌려야 안다 = 회귀 시험. 1번은 기존 행동 미확인, 2번은 같은 긴급 시나리오만 반복해 몇 번을 돌려도 기존 행동은 모름, 4번은 통과시키려고 기존 기대값을 바꿈</a:t>
            </a:r>
          </a:p>
          <a:p>
            <a:r>
              <a:t>· Q2 정답 1번. 판단 번호는 출력 계약이 정한 항목이라 빠지면 계약 위반. 설명의 의미 · 근거가 맞고 순서도 필요한 조건을 지켰으니 그 차이는 실패가 아니다. 순서가 권한이나 선행 조건을 어겼다면 판단이 달라진다</a:t>
            </a:r>
          </a:p>
          <a:p>
            <a:r>
              <a:t>· Q3 정답 4번. 기대값은 명세에서 온다. 명세는 그대로 「기다린다」인데 기능이 거절로 닫았으니 고칠 것은 기능. 1 · 2번은 통과시키려고 기준을 바꾸거나 없앰, 3번은 명세에 없는 값으로 조건을 바꿈 → 시험은 통과해도 명세와 행동은 어긋난 채 남는다</a:t>
            </a:r>
          </a:p>
          <a:p>
            <a:r>
              <a:t>· 마무리 한 줄: 기대는 명세에서 정하고, 시나리오와 회귀로 실행해 확인하며, 실행 중 장치와 바꿀 때의 검증을 함께 유지한다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14.png"/><Relationship Id="rId6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Relationship Id="rId4" Type="http://schemas.openxmlformats.org/officeDocument/2006/relationships/image" Target="../media/image24.png"/><Relationship Id="rId5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34.png"/><Relationship Id="rId8" Type="http://schemas.openxmlformats.org/officeDocument/2006/relationships/image" Target="../media/image1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4.png"/><Relationship Id="rId4" Type="http://schemas.openxmlformats.org/officeDocument/2006/relationships/image" Target="../media/image16.png"/><Relationship Id="rId5" Type="http://schemas.openxmlformats.org/officeDocument/2006/relationships/image" Target="../media/image36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png"/><Relationship Id="rId4" Type="http://schemas.openxmlformats.org/officeDocument/2006/relationships/image" Target="../media/image37.png"/><Relationship Id="rId5" Type="http://schemas.openxmlformats.org/officeDocument/2006/relationships/image" Target="../media/image48.png"/><Relationship Id="rId6" Type="http://schemas.openxmlformats.org/officeDocument/2006/relationships/image" Target="../media/image2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요구가 바뀌어도 믿고 사용할 수 있는 에이전트 완성하기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요구가 바뀌어도 믿고 쓸 수 있는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행동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기대 행동을 시나리오로 적어 실행으로 확인하고, 에이전트를 만들어 온 과정을 하나로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hecklist" descr="checklis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epeat" descr="repea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명세대로 행동하는지 시나리오와 실행으로 확인하고, 에이전트를 만들고 믿기까지의 과정을 하나로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1644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시나리오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명세를 Given · When · Then 시나리오로 옮긴다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가릴 수 있는 사실로 적는다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74325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4325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ayer-play" descr="player-pla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1644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시나리오를 단언으로 연결하고 네 종류의 시험을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0108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1644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검증과 데이터 연결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되풀이해 실행하고 고친 뒤 전체 회귀로 확인한다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출처를 엮어 인수인계서를 만든다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809686"/>
            <a:ext cx="2567863" cy="43633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0108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1644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833814"/>
            <a:ext cx="2238679" cy="28362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제작부터 검증까지의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스킬 · MCP · HITL · SDD · BDD를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사건에 놓아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다른 목표 · 입력 · 판정과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업무를 맡길 조건을 말한다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7432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7432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 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 네 종류의 시험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 반복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 · 반복 검증 · 오류 수정과 회귀 · 교대 인수인계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 전체 과정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행동의 시나리오: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BDD와 Given · When · Then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명세에 적은 것을, 실행 결과로 통과와 실패를 가를 수 있는 시나리오로 옮긴다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것과 실제로 일어나는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지킬 것을 정할 뿐이고, 에이전트가 그대로 행동하는지는 실행 결과를 명세와 대어 보아야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명세와실행.svg" descr="illust_807515043345926390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2943" y="2464390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2943" y="3201872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2943" y="3934626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2943" y="4672108"/>
            <a:ext cx="272737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2478572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2138" y="4889571"/>
            <a:ext cx="349103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명세와 실제 결과의 대조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손으로 한 번 확인하는 방식의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확인은 한 경우를 보여 주므로 입력과 기대 결과를 기록하고 반복할 검증을 자동화한다.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" descr="arrows-spli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경우가 여럿이다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단계 하나에도 승인 · 거절 · 무응답 · 권한 없는 요청이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확인은 그 가운데 하나만 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빠지는 경우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바뀔 때마다 되풀이된다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하나를 더해도 기존의 경우를 모두 다시 확인해야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반복의 부담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question" descr="user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기록이 없으면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 결과를 기록하지 않으면 기억에 의존한다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기준을 공유해야 같은 조건을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기준의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BDD: 행동을 시나리오로 적고 실행으로 확인하는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BDD는 구체적인 행동 사례로 기대를 함께 정하고, 시나리오를 실행 가능한 검증에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· 개발 · 검증 관점에서 사례를 논의하고 기대를 맞춘다.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시나리오로 정리하고 실행 가능한 검증에 연결한다.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상황에서 시스템이 내놓는, 밖에서 관찰할 수 있는 결과이다.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거절하면 설비 명령이 만들어지지 않는다.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전제, 행동, 기대 결과의 세 부분으로 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Then: 시나리오의 세 부분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Given, 행동 When, 기대 결과 Then으로 나누어 적으면 준비할 것과 확인할 것이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세부분.svg" descr="illust_333454014316969893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2932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전제: 행동 전의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행동: 확인할 행동 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176945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결과: 관찰할 수 있는 사실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2027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· 승인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권한이 있는 담당자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3199" y="4653198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명령도 업무 처리도 없다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승인 단계의 거절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지켜지는지를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기능(Feature) 아래에 시나리오를 Given · When · Then · And로 적는 이 서식의 이름이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단계가 열린 상태까지가 전제이다.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행동은 거절 하나뿐이다.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 · And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 결과를 한 줄에 하나씩 적는다. And는 앞줄과 같은 부분을 잇는다.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Then의 조건: 실행 결과로 가릴 수 있는 사실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Then을 「적절히 처리한다」처럼 적으면 통과와 실패를 가를 수 없어서, 세거나 읽어 낼 수 있는 사실로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없는 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거절을 적절히 처리한다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설비에 영향을 주지 않는다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담당자에게 잘 알린다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사람마다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" descr="ey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가릴 수 있는 Then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명령이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처리가 0건이다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건이 거절로 닫히고 사유가 남아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결과로 가려진다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SDD와 BDD: 정하는 일과 확인하는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SDD와 BDD는 구현과 변경의 기준을 구체화하며, 명세와 행동 사례를 오가면서 서로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 · 명세 중심 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만들고 지킬지 명세로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구현과 검증에도 같은 기준을 유지한다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명세는 변경에 맞춰 관리한다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요구와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행동 사례와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구체적인 사례로 기대를 함께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 전에도 시나리오를 작성한다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결과를 확인하고 변경 뒤 다시 검증한다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사례와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적은 것이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계약과 금지 조건을 구체적인 입력과 관찰 가능한 기대로 연결하고, 필요한 여러 상황을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명세에 적은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시나리오에서 놓이는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Given과 When에 넣는 입력값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항목 · 형식 · 뜻의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원인, 추천, 판단 번호 등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Then: 일어나지 않아야 하는 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상황별 기대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명령도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처리도 없다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가능한 검증과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실행에 연결하고 정상 · 경계 · 예외 · 회귀를 확인한다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시나리오에서 실행 가능한 검증으로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Given은 준비할 입력으로, When은 실행할 행동으로, Then은 견줄 기대값으로 옮겨져 실행 가능한 검증이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시나리오연결.svg" descr="illust_93050973445667583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2549484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단계가 열려 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303" y="3825895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303" y="5102306"/>
            <a:ext cx="229099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0건, 거절로 종료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8562" y="2478572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준비할 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고정한 경보와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694" y="43931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행동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694" y="5693237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견줄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8593" y="3187689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1322" y="5385953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기대값과 실제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347" y="4251365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0515" y="5754694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어긋난 시나리오의 이름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기대값과 실제 결과를 대어 보는 한 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준비한 상태와 실행 대역에서 행동을 실행하고, Then의 기대 조건을 단언으로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def test_rejection_does_nothing_to_plant_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or_business_and_closes_the_case_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as_rejected(world, did):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rt.reject_card(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inc.cmd_id is None and out.calls == []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assert (v["approval"], v["approval_reason"]) ==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("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설비와 업무에 아무 일도 하지 않고 처리 건을 거절로 닫는다는 시나리오 문장이다.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reject_card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When이다. 사유를 넣어 거절을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단언(Assertion)이다. 뒤의 식이 참이 아니면 시험이 실패한다.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단언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번호가 없고 업무 처리 목록이 비어 있다. 승인 값은 「반려」이고 사유가 남는다.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이름으로 읽는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단계의 시험은 이름이 시나리오 문장이어서, 실패한 시험의 이름만 보아도 어느 행동이 깨졌는지를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전제와 행동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승인한다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approval_carries_the_approval_value_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and_the_case_is_processed_to_its_normal_end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값이 실리고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rejection_does_nothing_to_plant_or_business_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and_closes_the_case_as_rejected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명령과 업무 처리 0건,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종료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a_rejection_needs_a_reason_and_a_role_that_may_approve_the_card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 뒤에 승인한다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the_person_can_still_approve_after_the_overdue_notice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처리된다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시나리오가 확인하는 것은 한 경우이다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하나의 통과가 다른 입력과 예외를 대신하지 않으므로 승인 단계의 대표 갈래를 각각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갈래.svg" descr="illust_236699027334205322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224220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86708" y="26440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6708" y="375498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6708" y="4865933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1233" y="5953246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없음 · 권한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009" y="20294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충족 시 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정상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5009" y="31404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· 업무 처리 0건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거절 종료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5009" y="425136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· 계속 대기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5009" y="5362315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단계 · 진행 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종류의 시험: 정상, 경계, 예외,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종류는 확인하는 대상이 달라서 정상은 기본 경로를, 경계는 기준값 근처를, 예외는 실패를, 회귀는 변경 뒤를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경로가 끝까지 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실행 조건 충족 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기준값의 바로 안팎에서 판정이 맞는가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유온 55.0 ℃는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회복으로 보지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거절, 누락, 오류를 정한 대로 다루는가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없는 거절은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받아들여지지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뒤에도 기존 행동이 그대로인가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조건을 더한 뒤에도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거절하면 명령 0건이다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분석: 기준값의 바로 안쪽과 바깥쪽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소수 첫째 자리 시험 입력으로 유온 55 ℃ 미만의 경계를 아래 · 기준 · 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경계값.svg" descr="illust_160267399204831011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2714945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기준을 충족하는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4068" y="219492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2714945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충족하지 않는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895" y="4629561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사건의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9476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54.9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안쪽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3163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55.0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850" y="4629561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55.1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바깥쪽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시간의 경계: 승인 지연 시간의 직전과 직후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시간에도 경계가 있어, 업무상 10분인 지연 알림 기준의 직전 · 직후와 알림 뒤의 대기를 따로 시험해야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ock" descr="c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10분이 되기 직전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나가지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10분 기준 도달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지연」 알림이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나간다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알림이 나간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단계는 열려 있고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계속 기다린다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충족하면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이어진다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예외 시험: 잘못되었을 때 정한 대로 행동하는가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예외 시험은 일이 잘못되었을 때 실패로 적거나 보류하거나 묻는 것처럼 미리 정한 행동이 나오는지를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06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42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오류를 돌려준다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실패로 적고 값을 채우지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23497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23497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적는다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hand-stop" descr="hand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8423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관측값이 신선도 기준 60초를 넘었다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원인을 고르지 않고 보류로 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elp-circle" descr="help-circ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8423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정보 누락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정보가 없고 도구로도 확인할 수 없다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확정하지 않고 사람에게 묻는다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2349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2349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29446"/>
            <a:ext cx="2567863" cy="31238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3061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8423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53574"/>
            <a:ext cx="2238679" cy="15967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권한이 없는 역할로 요청한다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요청이 거부된다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2349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2349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거부한다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변경 뒤에 다시 실행하는 기존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변경 뒤 새 조건과 기존 시나리오를 함께 실행해 의도하지 않은 영향을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회귀.svg" descr="illust_789797409742749652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62963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500775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시나리오 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· 무응답 · 사유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8518" y="4180453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요구의 변경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9556" y="224220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455" y="3329513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455" y="451137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회귀 시험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다른 시점의 기록이므로 통과 수와 함께 실행 버전 · 범위 · 건너뜀 사유를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전체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2,673개 통과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16개 건너뜀 · 실패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회귀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처리 건 하나를 여는가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 없는 승인이 거부되는가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 명령, 재관측, 작업지시, 종결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40항목 통과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펌프와 팬 사건의 검사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43항목을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12100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12100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43항목 통과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출력의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실행마다 달라지는 출력에서 실패로 셀 것을 가르고, 되풀이해 확인한다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종류의 경보를 처리한 두 실행의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실제 기록의 일부 판단과 과정을 비교하되, 모든 입력을 고정한 반복 실험으로 해석하지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qual" descr="equ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같았던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원인: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추천: 팬 최대 운전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후보의 평가 점수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판단: 같은 사실 · 규칙이면 같은 판정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일부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기록에서 달랐던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 중에 남긴 문장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확인된 도구 호출의 흐름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시간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처리 건 · 전체 입력 동일성은 미확인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표현과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설명의 의미와 근거, 도구의 권한 · 선행 조건 · 시간 기준을 지키는 범위에서 과정의 차이를 허용한다.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허용할 수 있는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사실을 전하는 낱말과 말투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의존 관계를 지키는 조회 순서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결과 항목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 설비 · 업무 조치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요구한 근거 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금지된 조치 추천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별도 실패로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Then이 견주는 것: 문장이 아니라 계약이 정한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항목의 형식과 의미를 확인하고, 새 번호와 설명 문장은 성격에 맞는 기준으로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"decision_id": "DEC-1010-056-0972"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항목의 유무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항목의 유무 · 형식 · 뜻을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recommended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 또는 허용 목록에 맞는지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explanation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 전체의 일치보다 의미와 근거를 확인한다.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번호의 형식과 실제 저장된 판단의 대응을 확인한다.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채점: 정답표와 견주는 네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 기본 가중치로 정답표와 채점하되, 설명의 타당성은 별도로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채점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적중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고른 원인과 고장 유형이 정답표와 같은가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허용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1순위로 추천한 조치가 정답표가 허용한 조치인가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조치 미추천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정답표의 제외 · 1순위 금지 조건을 지켰는가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포함률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요구한 근거 식별자를 얼마나 포함했는가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채점 점수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항목을 비중대로 더한다 · 설명 문장은 들어가지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 ~ 100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실행: 한 번의 통과로는 모자란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관찰한 점수와 원인 · 추천 조합의 반복 비율을 함께 보고, 일관성을 정답의 보장으로 읽지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557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실행들의 채점 평균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평가의 전반적 수준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수준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195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557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최저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관찰한 실행 중 가장 낮은 점수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위반은 평균과 별도로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215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215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관찰한 최저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0790"/>
            <a:ext cx="3515258" cy="2961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195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rrows-exchange" descr="arrows-exchan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557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4918"/>
            <a:ext cx="3186074" cy="14340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반복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HYD의 ‘흔들림’ 표시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최빈 원인 · 추천 조합의 비율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문장의 동일성은 아니다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215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215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일관성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실패한 시험에서 고칠 곳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증상에서 출발해 입력 · 기대 · 실제 기록을 대조하고, 원인이 확인된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실패의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대조할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단계를 건너뛰거나 설명이 부실하다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지침과 호출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미호출 · 오류 · 지침 누락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판정의 기준값이 맞지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 · 버전 · 실제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단위와 값의 처리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항목이 빠졌다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구현 · 검사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계약을 지운 것으로 해결하지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기대값이 원래 요구와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업무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기준의 오류 정정 · 이유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통과시키려고 기대값을 낮춘다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요구는 그대로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 결과를 정답으로 옮기지 않음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새 기능과 기존 기능의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 기준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경우의 Given · When · Then을 요구와 원자료에서 정한다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경우마다 Given · When · Then과 입력값 · 기대 상태 · 필수 출력 근거를 요구와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534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이전 단계가 완성된 점검 요청 시작본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spec.md의 계약 · 금지 조건 · 수용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534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· 긴급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 누락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거절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5172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534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문서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경우마다 Given · When · Then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입력값 · 기대 상태 · 필수 출력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50554"/>
            <a:ext cx="2567863" cy="36816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5172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534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4682"/>
            <a:ext cx="2238679" cy="21545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기대값을 구현의 답에서 베끼지 않고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요구와 원자료에서 정했다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Then이 실행 결과로 가려진다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238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238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 동작의 반복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에이전트 결과를 되풀이해 견주고 위반을 기록한다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 로그와 위반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내가 정한 입력 · 기대 결과 · 판정 코드를 제공 시험 골격에 잇고, 실제 에이전트 결과를 되풀이해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다섯 경우의 시나리오 문서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테스트 골격과 실행 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연결과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기대 결과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코드를 골격에 잇고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에이전트 결과를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되풀이해 비교한다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로그와 위반 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근거 · 상태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조건의 위반을 찾는다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결과와 실패 원인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표현 차이와 내용 오류가 갈려 있다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결과 재생과 실제 도구 · 모델 호출이 구분된다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오류 수정과 전체 회귀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고치고 기존 조건까지 회귀 검증한다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 기록과 전체 회귀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실패한 시나리오만 원인을 따라가 고치고, 전체 회귀로 긴급 조건과 기존 조건이 함께 통과하는지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위반 목록에서 실제로 실패한 시나리오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수정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프롬프트 · 명세 · 코드 가운데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곳을 가려 고친다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기대값은 낮추지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수정·회귀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무엇을 왜 고쳤는지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실행한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전체의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조건이 동작한다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일반 요청 · 보류(필수 정보 누락) · 거절 조건이 그대로 통과한다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데이터를 연결한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출처를 같은 대상 · 시점으로 대조해 인수인계서를 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출처를 엮은 인수인계서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조회 · 출력 계약 · 검증 방식을 재사용해 세 자료를 잇고, 항목마다 출처와 근거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출처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이벤트 · 정비 이력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 자료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앞에서 만든 조회 도구 ·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 · 검증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패브릭(Data Fabric)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출처의 데이터를 연결 · 관리하는 접근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실습: 같은 대상 · 시점인지 대조하고 출처를 추적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플랫폼 구축은 제외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24612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309981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09981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· 미완료 · 주의 사항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항목마다 출처와 근거 시각</a:t>
            </a:r>
          </a:p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연결 자료와 준비 파일을 표시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4462272"/>
            <a:ext cx="3099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49240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03520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없음 · 조회 실패 · 서로 다른 기록을 가른다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저장한 결과에서 원자료를 다시 찾을 수 있다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제작부터 검증까지의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장치를 되짚고, 활용마다 다른 판정과 새 업무를 맡길 조건을 정리한다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여섯 개념이 차례로 푼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방법과 연결, 사람의 결정, 명세와 행동 검증이 어떤 문제를 다루는지 수업의 흐름으로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일을 해내게 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믿고 맡기게 한다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목표에 따라 도구와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행동을 선택한다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반복할 절차와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지침을 묶는다</a:t>
            </a:r>
          </a:p>
        </p:txBody>
      </p:sp>
      <p:sp>
        <p:nvSpPr>
          <p:cNvPr id="19" name="Chevron 18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plug-connected" descr="plug-connecte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시스템의 값을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읽는다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실행의 결정을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내린다</a:t>
            </a:r>
          </a:p>
        </p:txBody>
      </p:sp>
      <p:sp>
        <p:nvSpPr>
          <p:cNvPr id="27" name="Chevron 26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먼저 적어 둔다</a:t>
            </a:r>
          </a:p>
        </p:txBody>
      </p:sp>
      <p:sp>
        <p:nvSpPr>
          <p:cNvPr id="31" name="Oval 30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checklist" descr="checklis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사례로 기대를 맞추고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실행으로 확인한다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 위에 놓인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기록으로 수행 흐름을 확인하고, 추천안 검사 · 승인 · 현재 조건 확인의 역할을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사건위장치.svg" descr="illust_618333098619362759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0252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7577" y="2573121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4898" y="2573121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4050" y="2573121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6828" y="1934916"/>
            <a:ext cx="141823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7799" y="2431298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0250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MCP 도구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6774" y="4062267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· 사람의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5892" y="5433227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 회귀 시험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명령까지 전체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목표, 도구, 멈춤 조건: 하나가 빠졌을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목표는 완료 기준을, 도구는 근거의 통로를, 멈춤 조건은 확인하지 못했을 때의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" descr="targe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목표가 모호하다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끝인지 불분명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일을 덜 하거나 불필요한 일을 이어 갈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ools" descr="tool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통로가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자료가 필요한데 얻을 수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있어도 실제 조회 여부를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자료의 통로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and-stop" descr="hand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· 근거 부족 때 행동이 불명확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보류와 사유 기록을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못한 범위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놓인 자리: 지식과 현재값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후보와 판단 기준을 관측값에 적용하며, 규칙 버전과 관측 시각도 함께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근거자리.svg" descr="illust_135789047345130290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242200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그래프의 관계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705" y="3234964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외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6672" y="2880405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1269" y="306950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384" y="4558649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714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1233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오더 MO-0930-0412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4964" y="3873169"/>
            <a:ext cx="98185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2329" y="4629561"/>
            <a:ext cx="207280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스킬과 MCP: 바꾸려는 것에 따라 고칠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지침과 연결 · 권한을 구별하고, 출력 변경은 소비자와 검사 구현까지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9976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533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스킬을 고치는 경우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도구를 부르는 순서를 바꾼다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없을 때의 행동을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계약을 지침에 반영한다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997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5338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연결을 고치는 경우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시스템의 값을 읽게 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부를 수 있는 도구의 범위를 좁힌다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호스트 · 서버의 권한을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2691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2691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도구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검사를 통과한 것과 승인된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 결과 · AI 검토 의견 · 사람의 승인을 구별하고, 현재 조건과 실행 결과도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pic>
        <p:nvPicPr>
          <p:cNvPr id="6" name="삽화:두문.svg" descr="illust_283485386718352891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8384" y="219492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2990" y="2454935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5754" y="1769455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형식, 규칙의 인용,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1229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올려도 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8571" y="363679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883" y="1769455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담당자의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2262" y="427500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5972" y="3802258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5409590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64" y="5385953"/>
            <a:ext cx="169097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166" y="538595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명세, 시나리오, 가드레일, 승인이 추천안에 걸리는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구현과 검증의 기준이 되며, 시나리오는 연결된 업무 흐름을 확인하고 추천안은 검사와 승인을 거친다.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Oval 5"/>
          <p:cNvSpPr/>
          <p:nvPr/>
        </p:nvSpPr>
        <p:spPr>
          <a:xfrm>
            <a:off x="1319150" y="201936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file-check" descr="fi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105" y="2224186"/>
            <a:ext cx="351129" cy="3511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21562" y="2604576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</a:t>
            </a:r>
          </a:p>
        </p:txBody>
      </p:sp>
      <p:sp>
        <p:nvSpPr>
          <p:cNvPr id="9" name="Oval 8"/>
          <p:cNvSpPr/>
          <p:nvPr/>
        </p:nvSpPr>
        <p:spPr>
          <a:xfrm>
            <a:off x="1319150" y="4500311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checklist" descr="checklis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105" y="4705136"/>
            <a:ext cx="351129" cy="3511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1562" y="5085527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기대값</a:t>
            </a:r>
          </a:p>
        </p:txBody>
      </p:sp>
      <p:sp>
        <p:nvSpPr>
          <p:cNvPr id="12" name="Oval 11"/>
          <p:cNvSpPr/>
          <p:nvPr/>
        </p:nvSpPr>
        <p:spPr>
          <a:xfrm>
            <a:off x="4208562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517" y="3464661"/>
            <a:ext cx="351129" cy="35112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097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5" name="Oval 14"/>
          <p:cNvSpPr/>
          <p:nvPr/>
        </p:nvSpPr>
        <p:spPr>
          <a:xfrm>
            <a:off x="6520092" y="3259836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6047" y="3464661"/>
            <a:ext cx="351129" cy="35112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22505" y="3845052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Oval 17"/>
          <p:cNvSpPr/>
          <p:nvPr/>
        </p:nvSpPr>
        <p:spPr>
          <a:xfrm>
            <a:off x="9024250" y="208464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shield-check" descr="shield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0205" y="2289474"/>
            <a:ext cx="351129" cy="35112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26662" y="2669865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</a:t>
            </a:r>
          </a:p>
        </p:txBody>
      </p:sp>
      <p:sp>
        <p:nvSpPr>
          <p:cNvPr id="21" name="Oval 20"/>
          <p:cNvSpPr/>
          <p:nvPr/>
        </p:nvSpPr>
        <p:spPr>
          <a:xfrm>
            <a:off x="9024250" y="443502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아이콘:user-check" descr="user-check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0205" y="4639848"/>
            <a:ext cx="351129" cy="35112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26662" y="5020238"/>
            <a:ext cx="1258214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64873" y="3057500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2958580" y="2999947"/>
            <a:ext cx="10483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8580" y="2999947"/>
            <a:ext cx="10483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된다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50670" y="3528120"/>
            <a:ext cx="0" cy="89903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2142110" y="3831335"/>
            <a:ext cx="1194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42110" y="3831335"/>
            <a:ext cx="119443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기대값을 준다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2764873" y="4308797"/>
            <a:ext cx="1435799" cy="61641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2812530" y="4251244"/>
            <a:ext cx="13404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12530" y="4251244"/>
            <a:ext cx="134048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확인한다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17322" y="3991356"/>
            <a:ext cx="7296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5798921" y="3625596"/>
            <a:ext cx="5664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8921" y="3625596"/>
            <a:ext cx="5664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낸다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80057" y="3146370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8086848" y="3032175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86848" y="3032175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7980057" y="4333211"/>
            <a:ext cx="1072101" cy="50313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8086848" y="4219016"/>
            <a:ext cx="858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6848" y="4219016"/>
            <a:ext cx="858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요구가 바뀔 때의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요구가 바뀌면 코드를 먼저 고치지 않고 명세를 고친 다음, 새 시나리오를 더하고 구현한 뒤에 전체를 다시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588895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계약과 금지 조건, 수용 기준을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조건을 더하고 「승인 없이 확정 금지」는 그대로 둔다</a:t>
            </a:r>
          </a:p>
        </p:txBody>
      </p:sp>
      <p:sp>
        <p:nvSpPr>
          <p:cNvPr id="10" name="Oval 9"/>
          <p:cNvSpPr/>
          <p:nvPr/>
        </p:nvSpPr>
        <p:spPr>
          <a:xfrm>
            <a:off x="4274705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4705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5395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시나리오를 더한다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조건의 Given · When · Then과 기대값을 적는다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긴급 요청의 시나리오 한 편</a:t>
            </a:r>
          </a:p>
        </p:txBody>
      </p:sp>
      <p:sp>
        <p:nvSpPr>
          <p:cNvPr id="13" name="Oval 12"/>
          <p:cNvSpPr/>
          <p:nvPr/>
        </p:nvSpPr>
        <p:spPr>
          <a:xfrm>
            <a:off x="7048309" y="2172843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8309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8999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지침이나 코드를 명세에 맞추어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스킬의 절차나 해당 기능의 코드</a:t>
            </a:r>
          </a:p>
        </p:txBody>
      </p:sp>
      <p:sp>
        <p:nvSpPr>
          <p:cNvPr id="16" name="Oval 15"/>
          <p:cNvSpPr/>
          <p:nvPr/>
        </p:nvSpPr>
        <p:spPr>
          <a:xfrm>
            <a:off x="9821913" y="2172843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1913" y="2172843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603" y="3224403"/>
            <a:ext cx="2627299" cy="2585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시나리오가 모두 통과하는지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일반 요청, 보류(필수 정보 누락), 거절의 시나리오까지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 작동하는 장치와 바꿀 때마다 하는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중 조건 검사와 변경 뒤 검증은 확인 범위가 다르므로 함께 유지한다.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계약의 검사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 둔 조건의 위반을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방어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채점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회귀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찾는 것: 변경으로 달라진 행동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영향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세 에이전트가 내는 산출물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계약이라는 틀은 세 에이전트가 같고, 그 자리에 넣은 것이 달라서 서로 다른 산출물이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산출물.svg" descr="illust_383536339329871063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41189" y="1627632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목표, 스킬과 도구, 출력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824" y="304586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824" y="4464100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824" y="5882335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재고 기준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1189" y="302222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cooling-emergency-response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1189" y="444046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pm-schedule-planning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1189" y="581142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spare-purchase-planning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221" y="2384023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운전과 대안 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221" y="3802258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언제 정비할 것인가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221" y="5220492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공급사, 수량, 금액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활용의 목표 · 입력 · 결과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목표와 입력, 쓴 도구가 달라서 결과가 맞았는지 가르는 기준도 활용마다 따로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· 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후보와 다음 점검 순서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입력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오래된 값 · 표본 부족은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필요로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메시지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원인과 담당자를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시간 · 단위 · 결측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상관으로 원인 단정 안 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스킬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후속 작업 목록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SKILL.md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 · 기한이 없으면 미정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근거와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출제 · 채점 · 재도전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Notion 노트 · MCP 읽기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답하기 전 정답을 숨김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협업 검토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초안의 검토와 수정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원자료 · 작성과 검토 두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AI의 동의를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읽지 않음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 통합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· 정비 · 부품 자료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 없음과 조회 실패 구분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원자료를 다시 찾음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구조와 새로 구현한 능력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업무마다 처음부터 만들지 않고 실행 구조를 옮겨 쓰되, 그 업무에 없던 능력만 새로 구현했다.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cycle" descr="recy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옮겨 쓴 실행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 · 도구 호출 · 관찰 · 종료의 고리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점검의 구조를 품질 접수에 적용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점검 요청 프로젝트에 질문 · 검토 · 명세 ·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앞의 조회 도구와 출력 계약을 인수인계에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ircle-plus" descr="circle-plu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구현한 능력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시간 · 단위 · 결측을 다루는 도표 생성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회의에도 쓰는 작업 지침(SKILL.md)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만든 조회 도구와 자기 노트 연결(MCP)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질문과 재개, 작성 · 검토 역할, 채점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구현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업무를 맡기기 전에 정할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업무를 맡기기 전에 읽을 자료, 쓸 도구와 권한, 완료 조건, 사람이 확인할 자리를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읽는가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출처와 관측 시각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-connected" descr="plug-connecte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어떤 권한으로 부르는가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실패와 자료 없음의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lag-check" descr="flag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내면 끝인가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출력 계약과 수용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확인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어디서 결정하는가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검토 · 답변의 자리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산출물의 형식을 정하는 것: 읽는 쪽과 이어지는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산출물의 형식은 누가 읽고 무슨 일이 이어지는가로 정해지며, 시스템이 읽는 것은 항목의 이름까지 정해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s" descr="us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담당자가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단계가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code" descr="file-cod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사람: 근거가 보이는 문서와 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시스템: 합의한 이름 · 형식 ·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HYD는 JSON으로 전달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이어지는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품질 대응 카드는 조사 요청으로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인수인계서는 다음 교대의 작업으로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행동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실습의 산출물이 쓰이는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 실습의 확인 질문과 기대 결과는 시나리오의 재료가 되었고, 시나리오와 회귀 기록은 다음 변경의 기준으로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산출물이음.svg" descr="illust_246256801172020856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 · SDD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21273" y="1745818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· 회귀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656" y="3022229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질문과 전후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4511375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spec.md와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656" y="5811423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초안, 검토 의견, 수정본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1246" y="4275002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입력값과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4050" y="4275002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기록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8509" y="5220492"/>
            <a:ext cx="152732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인수인계서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근거 시각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958" y="427500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다음 변경의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8682" y="590597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교대의 담당자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 중 결과가 기대와 다를 때 먼저 살펴볼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운영 중 결과가 기대와 다를 때에는 증상이 가리키는 장치부터 살펴보아야 고치지 않아도 될 곳을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살펴볼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장치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실제와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기록의 입력과 응답, 값의 신선도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필요한 값을 받지 못했다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서버의 연결과 허용 목록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묻지 않고 확정했다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사람의 개입 지점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HITL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기존 요청의 결과가 달라졌다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회귀 시험에서 실패한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시나리오와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기준과 에이전트가 정하는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기준 안에서 과정을 선택하고, 기준 변경은 근거와 버전을 남기며 결과는 수행 기록으로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" descr="us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목표와 스킬의 절차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연결할 도구와 권한의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계약과 금지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시나리오의 기대값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한계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이번에 부를 도구와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보고 고르는 다음 행동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시도할지, 보류할지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설명의 문장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과정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 한 줄이 지켜지는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금지 조건은 변경 검증의 네 단계를 잇고, 실행 중에는 승인 단계가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거절하면 설비 명령과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처리가 없다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구현 전에 정한다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Then: 명령·업무 처리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결과로 가린다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단언: 명령 번호 없음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처리 목록이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비어 있음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시험할 때마다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조건을 더한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뒤에도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거절 시나리오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바꿀 때마다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64008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 검사와 담당자의 승인·거절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추천안마다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행동 사례로 기대를 함께 정하고 실행 가능한 검증에 연결하는 개발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Scenario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가지 상황에서 기대하는 행동 하나를 적은 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시나리오의 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시나리오를 전제 · 행동 · 기대 결과로 나눈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 시나리오를 적는 서식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Assertion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결과가 기대 조건을 만족하는지 확인하는 코드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안팎을 입력으로 고르는 방법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뒤에 기존 시나리오를 다시 실행해 행동이 그대로인지 확인하는 시험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결정론적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Deterministic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조건에서 같은 결과를 내는 성질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패브릭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Fabric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출처의 데이터를 연결 · 관리해 활용하는 접근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새 시나리오만 통과한 변경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더한 뒤 긴급 시나리오는 통과했고, 일반 요청과 거절의 시나리오는 아직 다시 실행하지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내릴 수 있는 판단으로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통과했으므로 변경을 내보낸다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시나리오를 열 번 더 실행해 평균을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시나리오를 모두 다시 실행한 뒤에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기대값을 긴급 조건에 맞추어 고친다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두 실행의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설명과 호출 순서는 필요한 의미 · 근거 · 권한 · 선행 조건을 지켰으나 필수 decision_id 항목이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시험이 실패로 세어야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decision_id 항목이 빠진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첫 실행과 다른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도구를 부른 순서가 다른 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가지 모두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실패한 무응답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명세는 「무응답이면 지연 알림만 보내고 기다린다」인데, 기능을 고친 뒤에는 10분 뒤 처리 건이 거절로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시나리오의 기대값을 「거절로 닫힌다」로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무응답 시나리오를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시간을 30분으로 늘려 다시 실행한다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고친 기능에서 원인을 찾는다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통과가 알려 주는 범위, 표현 차이와 계약 위반의 구분, 기대값을 정하는 쪽을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시나리오의 통과는 새 행동만 알려 준다. 기존 행동은 기존 시나리오를 다시 실행해야 확인된다.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의미 · 근거 · 실행 조건을 지킨 차이는 허용한다. 필수 판단 번호 누락은 계약 위반이다.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명세가 그대로이면 기대값을 바꾸지 않고 구현을 고친다.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