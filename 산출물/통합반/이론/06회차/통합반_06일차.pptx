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큰 제목 → 부제</a:t>
            </a:r>
          </a:p>
          <a:p>
            <a:r>
              <a:t>· 이번 회차의 두 물음: 쿨러 성능 저하 경보를 맡은 에이전트가 매번 같은 방법으로 일하려면 그 방법을 어디에 적어 두나, 그 방법에 적힌 도구는 어떻게 지식 그래프 · 업무 DB까지 닿나</a:t>
            </a:r>
          </a:p>
          <a:p>
            <a:r>
              <a:t>· 답의 이름: 일하는 방법은 스킬이라는 지침, 도구는 MCP라는 표준으로 안전하게 연결</a:t>
            </a:r>
          </a:p>
          <a:p>
            <a:r>
              <a:t>· 흐름: 스킬 원문 → SOP · 프롬프트와 구분 → MCP 구성 · 호출 · 연결 방식 → 스킬과 MCP의 몫 → 권한 · 파일 · 비밀값 · 불완전한 응답 → 실습 넷</a:t>
            </a:r>
          </a:p>
          <a:p>
            <a:r>
              <a:t>[다음] 이번 회차에 할 수 있게 될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에이전트 스킬: SKILL.md를 원문으로 읽고 SOP, 한 번 쓰는 프롬프트와 구분</a:t>
            </a:r>
          </a:p>
          <a:p>
            <a:r>
              <a:t>· MCP 연결: 호스트 · 클라이언트 · 서버 · 도구의 관계, 도구 목록 → 입력을 맞춰 호출 → 응답 읽기</a:t>
            </a:r>
          </a:p>
          <a:p>
            <a:r>
              <a:t>· 연결의 안전 기준: 읽기 · 쓰기 권한, 파일 범위, 비밀값, 실패 · 잘린 응답</a:t>
            </a:r>
          </a:p>
          <a:p>
            <a:r>
              <a:t>· 실습: 포털에서 준비된 에이전트의 호출 기록 대조, VS Code에서 외부 MCP와 직접 만든 조회 도구 연결, 회의록 스킬, 내 학습노트 퀴즈 에이전트</a:t>
            </a:r>
          </a:p>
          <a:p>
            <a:r>
              <a:t>[다음] 밟아 갈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줄 → 셋째~다섯째 줄 → 여섯 · 일곱째 줄 → 마지막 실습 줄</a:t>
            </a:r>
          </a:p>
          <a:p>
            <a:r>
              <a:t>· 1~2 스킬: 원문 읽기, SOP · 프롬프트와 가르기, 실제 재사용</a:t>
            </a:r>
          </a:p>
          <a:p>
            <a:r>
              <a:t>· 3~5 MCP: 구성 → 발견 · 호출 · 연결 방식 → 한 실행 안에서 스킬과 MCP의 몫</a:t>
            </a:r>
          </a:p>
          <a:p>
            <a:r>
              <a:t>· 6~7 안전 기준: 부를 수 있는 도구를 정하는 장치, 파일 범위 · 비밀값 · 불완전한 응답</a:t>
            </a:r>
          </a:p>
          <a:p>
            <a:r>
              <a:t>· 8 실습 넷: 호출 기록 확인, 도구 직접 연결, 스킬 · 퀴즈 에이전트 만들기</a:t>
            </a:r>
          </a:p>
          <a:p>
            <a:r>
              <a:t>[다음] 첫 단원, 에이전트 스킬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같은 종류의 일을 맡길 때마다 필요한 절차를 빠뜨리지 않게 하려면 무엇을 어디에 적어 두나</a:t>
            </a:r>
          </a:p>
          <a:p>
            <a:r>
              <a:t>· 오늘 경보와 내일 같은 경보를 다르게 처리하면 믿고 맡기기 어렵다</a:t>
            </a:r>
          </a:p>
          <a:p>
            <a:r>
              <a:t>· 다룰 것: 목표 · 도구만 받은 에이전트의 문제, 지침을 실행 앞에 두기, 스킬의 정의, 작업 폴더, SKILL.md 원문(머리말 · 절차 · 결과), 여섯 가지, 예외 지침</a:t>
            </a:r>
          </a:p>
          <a:p>
            <a:r>
              <a:t>[다음] 목표와 도구만 줬을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넷째(강조)</a:t>
            </a:r>
          </a:p>
          <a:p>
            <a:r>
              <a:t>· 목표: 원인 진단 → 조치 후보 비교 → 추천안. 앞에 놓인 도구: 판단 엔진 19개 + 업무 DB 14개</a:t>
            </a:r>
          </a:p>
          <a:p>
            <a:r>
              <a:t>· 판단 엔진 = 원인 진단 · 조치 비교를 정해 둔 규칙대로 계산하는 프로그램</a:t>
            </a:r>
          </a:p>
          <a:p>
            <a:r>
              <a:t>· 무엇부터: 원인 진단 · 생산 오더 · 시계열 중 첫 호출 고르기. 순서: 원인을 모르면 조치 비교 불가, 바뀌면 근거가 빠진다</a:t>
            </a:r>
          </a:p>
          <a:p>
            <a:r>
              <a:t>· 예외: 값을 못 읽었는데 원인을 고르면 지어낸 답. 결과: 모양이 실행마다 다르면 승인을 받는 다음 단계가 값을 못 찾는다</a:t>
            </a:r>
          </a:p>
          <a:p>
            <a:r>
              <a:t>· 매번 그럴듯하게 정할 수는 있다. 문제는 같은 경보인데 실행마다 과정과 결과의 모양이 달라지는 것</a:t>
            </a:r>
          </a:p>
          <a:p>
            <a:r>
              <a:t>[다음] 사람의 작업은 이 문제를 어떻게 풀었나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경보 → 에이전트 → 오른쪽 지식 그래프 · 시계열 DB · 업무 DB → 아래 추천안 → 맨 위 지침</a:t>
            </a:r>
          </a:p>
          <a:p>
            <a:r>
              <a:t>· 사람의 작업은 SOP로 이미 풀었다. 에이전트에게도 같은 방법</a:t>
            </a:r>
          </a:p>
          <a:p>
            <a:r>
              <a:t>· 실행 고리: 도구 호출 → 결과 관찰 → 다음 호출 → 추천안. 고리 자체는 그대로</a:t>
            </a:r>
          </a:p>
          <a:p>
            <a:r>
              <a:t>· 달라진 것: 맨 위 지침(순서, 예외, 결과의 모양)을 일을 시작할 때 먼저 읽는다</a:t>
            </a:r>
          </a:p>
          <a:p>
            <a:r>
              <a:t>· 실제 기록: 처리 건이 열리자 먼저 지침 파일을 읽고 그 뒤에 원인 진단을 불렀다</a:t>
            </a:r>
          </a:p>
          <a:p>
            <a:r>
              <a:t>· 지침이 생겨도 실행이 강제로 같아지지는 않는다. 지켰는지는 실행 기록으로 확인</a:t>
            </a:r>
          </a:p>
          <a:p>
            <a:r>
              <a:t>[다음] 이 지침의 이름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파일 → 셋째 줄 실제 예</a:t>
            </a:r>
          </a:p>
          <a:p>
            <a:r>
              <a:t>· 에이전트 스킬(Agent Skill): 업무 지침과 필요한 자료를 이름을 붙여 한 묶음으로 관리하고 같은 종류의 일에 다시 쓰는 것</a:t>
            </a:r>
          </a:p>
          <a:p>
            <a:r>
              <a:t>· 핵심 낱말은 「이름」: 이름이 있어야 같은 일이 다시 왔을 때 꺼내 쓴다. 한 번 쓰고 버리는 메모가 아니다</a:t>
            </a:r>
          </a:p>
          <a:p>
            <a:r>
              <a:t>· SKILL.md: 이름과 같은 폴더 안, 머리말(이름 · 설명) + 본문(수행 방법). 참고 문서 · 실행 스크립트(작은 프로그램)를 함께 둘 수 있다</a:t>
            </a:r>
          </a:p>
          <a:p>
            <a:r>
              <a:t>· HYD 예: 냉각 긴급 대응 스킬. 에이전트를 정하는 항목(목표 · 도구 · 업무 지침) 중 업무 지침의 파일</a:t>
            </a:r>
          </a:p>
          <a:p>
            <a:r>
              <a:t>[다음] 이 파일이 놓이는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폴더 모양 위 → 가운데 → 아래, 오른쪽 짚을 점</a:t>
            </a:r>
          </a:p>
          <a:p>
            <a:r>
              <a:t>· 작업 폴더(작업 공간): 에이전트가 한 번의 실행 동안 쓰는 전용 폴더</a:t>
            </a:r>
          </a:p>
          <a:p>
            <a:r>
              <a:t>· context/task.json: 이번 일의 입력(어느 설비, 어떤 경보)</a:t>
            </a:r>
          </a:p>
          <a:p>
            <a:r>
              <a:t>· 스킬 폴더: 배정된 스킬이 폴더째, 폴더 이름 = 스킬 이름, 안에 SKILL.md</a:t>
            </a:r>
          </a:p>
          <a:p>
            <a:r>
              <a:t>· output/result.json: 결과를 쓸 자리. 구조화 출력(JSON)이 담기고, 자리가 하나라 시스템이 늘 같은 곳에서 꺼내 검사</a:t>
            </a:r>
          </a:p>
          <a:p>
            <a:r>
              <a:t>· 스킬 본문은 포털 DB에 보관, 실행이 시작될 때마다 이 자리에 파일로 써진다. 지시문에 스킬 이름 · 경로를 알린다</a:t>
            </a:r>
          </a:p>
          <a:p>
            <a:r>
              <a:t>· 경로는 이 환경의 배치. 원리는 입력 · 재사용할 지침 · 남길 결과를 구분하는 것</a:t>
            </a:r>
          </a:p>
          <a:p>
            <a:r>
              <a:t>[다음] SKILL.md 원문 앞부분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원문: 위 구분선 두 줄 사이 머리말 → 본문 요약 문단 → 마지막 두 줄</a:t>
            </a:r>
          </a:p>
          <a:p>
            <a:r>
              <a:t>· 머리말: name(폴더 이름과 같은 스킬 이름), description(어떤 경우에 쓰는지 한 줄)</a:t>
            </a:r>
          </a:p>
          <a:p>
            <a:r>
              <a:t>· 원문의 「쿨러 과열 경보」 = 우리가 부르는 쿨러 성능 저하 경보</a:t>
            </a:r>
          </a:p>
          <a:p>
            <a:r>
              <a:t>· 요약: 경보 한 건에서 원인 진단 → 냉각 조치 후보 비교 → 추천 카드 한 장과 지는 대안. 원문의 추천 카드가 곧 추천안</a:t>
            </a:r>
          </a:p>
          <a:p>
            <a:r>
              <a:t>· 마지막 두 줄: 승인 전에는 조회 · 계산만, 설비 명령은 사람 승인 뒤 시스템이 낸다 — 하지 않을 일을 적는 것도 지침의 몫</a:t>
            </a:r>
          </a:p>
          <a:p>
            <a:r>
              <a:t>[다음] 이름과 설명의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name → 둘째 줄 description → 셋째 줄 HYD의 배정</a:t>
            </a:r>
          </a:p>
          <a:p>
            <a:r>
              <a:t>· name = 스킬을 구별하는 식별자. 소문자 · 숫자 · 하이픈, 폴더 이름과 일치, HYD 저장 검사는 64자 이내. 고른 이름이 실제로 읽을 파일과 맞아야 한다</a:t>
            </a:r>
          </a:p>
          <a:p>
            <a:r>
              <a:t>· description = 어떤 일에 필요한지 판단할 단서. 언제 쓰고 무엇을 내는지 함께(「경보 처리」만으로는 쿨러 · 정기 정비를 못 가른다)</a:t>
            </a:r>
          </a:p>
          <a:p>
            <a:r>
              <a:t>· 스킬이 많으면 짧은 이름 · 설명을 먼저 보고 필요한 본문만 나중에 읽는다 — 다 읽으면 관련 없는 내용이 섞인다</a:t>
            </a:r>
          </a:p>
          <a:p>
            <a:r>
              <a:t>· HYD: 에이전트 · 업무 단계에 지정된 스킬만 작업 폴더에 넣고 지시문에 알린다. 설명을 적었다고 자동 배정되지 않는다 — 배정과 읽기를 구분</a:t>
            </a:r>
          </a:p>
          <a:p>
            <a:r>
              <a:t>[다음] 원문의 절차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단계 1 → 2(끝 문장) → 3 → 4 · 5, 오른쪽 짚을 점</a:t>
            </a:r>
          </a:p>
          <a:p>
            <a:r>
              <a:t>· 번호 = 권장 수행 순서</a:t>
            </a:r>
          </a:p>
          <a:p>
            <a:r>
              <a:t>· 1단계: 입력 파일에서 설비 · 경보 종류 · 경보 번호 · 사건 번호를 읽는다</a:t>
            </a:r>
          </a:p>
          <a:p>
            <a:r>
              <a:t>· 2단계: hyd-dmn diagnose — 원인 1순위 · 고장 유형 · 가이드 카드(원인 후보 · 근거 · 권장 조치를 정리한 결과). 끝 문장: withheld면 원인을 지어내지 말고 보류</a:t>
            </a:r>
          </a:p>
          <a:p>
            <a:r>
              <a:t>· 3단계: 「필요하면」 업무 DB로 납기 오더 · 출하 대기 로트, 「조회만」 — 낱말로 필수 여부와 범위를 정함</a:t>
            </a:r>
          </a:p>
          <a:p>
            <a:r>
              <a:t>· 4단계: evaluate_cards에 2단계의 원인 · 고장 유형을 넘긴다. 추천 안이 왜 이기고 다른 안이 어디서 지는지 한 줄씩. 5단계: submit_decision, 돌려받은 번호 = decision_id</a:t>
            </a:r>
          </a:p>
          <a:p>
            <a:r>
              <a:t>· 에이전트는 무엇을 어떤 순서로 부를지 추측하지 않는다. 값이 제대로 넘어갔는지 확인할 기준도 여기서</a:t>
            </a:r>
          </a:p>
          <a:p>
            <a:r>
              <a:t>[다음] 원문을 여섯 가지로 묶기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SKILL.md 그림, 오른쪽 라벨 위에서 아래로</a:t>
            </a:r>
          </a:p>
          <a:p>
            <a:r>
              <a:t>· 호출 조건 = 머리말 description(언제 쓰나)</a:t>
            </a:r>
          </a:p>
          <a:p>
            <a:r>
              <a:t>· 작업 목적 = 본문 첫 요약 문단(무엇을 내는 일인가)</a:t>
            </a:r>
          </a:p>
          <a:p>
            <a:r>
              <a:t>· 입력 = 절차 1단계, 예외 지침 = 2단계 끝 문장, 순서 = 단계 번호</a:t>
            </a:r>
          </a:p>
          <a:p>
            <a:r>
              <a:t>· 출력 = 결과 절(내놓을 항목 이름)</a:t>
            </a:r>
          </a:p>
          <a:p>
            <a:r>
              <a:t>· 실제 파일에 「호출 조건」 「예외」라는 절은 따로 없다. 여섯 가지는 칸이 아니라 스킬 한 편이 빠짐없이 답해야 할 물음 — 직접 쓸 때 점검표</a:t>
            </a:r>
          </a:p>
          <a:p>
            <a:r>
              <a:t>[다음] 예외 지침이 쓰이는 장면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근거가 확인된 응답 → 오른쪽 확인되지 않은 응답(강조)</a:t>
            </a:r>
          </a:p>
          <a:p>
            <a:r>
              <a:t>· 원인 진단 응답의 withheld 항목 = 근거를 확인했는가</a:t>
            </a:r>
          </a:p>
          <a:p>
            <a:r>
              <a:t>· withheld false: 신선도 ok(관측 시각이 허용 범위 안), 원인 1순위 쿨러 핀 오염, 다음 단계로</a:t>
            </a:r>
          </a:p>
          <a:p>
            <a:r>
              <a:t>· withheld true: 값이 오래됐거나 증거가 어느 원인과도 맞지 않음 → 원인을 고르지 않고 보류. 보류는 상태 · 이유 · 증거를 담아 낸다</a:t>
            </a:r>
          </a:p>
          <a:p>
            <a:r>
              <a:t>· 까닭: 에이전트는 어떻게든 답을 만드는 쪽으로 움직이기 쉽다. 잘못된 출발점 위에 조치 비교 · 추천이 쌓인다</a:t>
            </a:r>
          </a:p>
          <a:p>
            <a:r>
              <a:t>· 막혔을 때의 행동을 정해 두는 것 = 보류도 정상 결과로 인정</a:t>
            </a:r>
          </a:p>
          <a:p>
            <a:r>
              <a:t>[다음] 결과 절과 실제 출력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결과 절 → 아래 result.json(위 두 항목 → guide_card → decision → decision_id)</a:t>
            </a:r>
          </a:p>
          <a:p>
            <a:r>
              <a:t>· 결과 절이 정한 다섯 항목이 파일에 그대로</a:t>
            </a:r>
          </a:p>
          <a:p>
            <a:r>
              <a:t>· cause · failure_mode: 지식 그래프 식별자(쿨러 핀 오염, 쿨러 냉각 성능 상실)</a:t>
            </a:r>
          </a:p>
          <a:p>
            <a:r>
              <a:t>· guide_card: 원인 진단이 돌려준 것 그대로. decision: 추천 · 설명 · 순위. 추천 값 skill:sop-cool-11은 조치 방법(팬 최대 운전)이지 에이전트 스킬이 아니다</a:t>
            </a:r>
          </a:p>
          <a:p>
            <a:r>
              <a:t>· 설명: 원인 · 추천한 안 · 다른 안이 지는 까닭을 두세 문장 — 승인자가 고르지 않은 안의 까닭까지 보게</a:t>
            </a:r>
          </a:p>
          <a:p>
            <a:r>
              <a:t>· decision_id: 같은 스킬로 두 번 처리된 쿨러 경보 중 둘째 건의 번호</a:t>
            </a:r>
          </a:p>
          <a:p>
            <a:r>
              <a:t>· 다음 단계가 값을 항목 이름으로 읽는다 → 이름이 바뀌면 못 찾는다. 결과 절 = 에이전트의 일과 사람의 일을 잇는 약속</a:t>
            </a:r>
          </a:p>
          <a:p>
            <a:r>
              <a:t>[다음] 스킬과 비슷해 보이는 두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같은 쿨러 사건에 쓰인 SOP(팬 최대 운전)와 에이전트 스킬은 무엇이 다른가. 방법을 매번 프롬프트로 주는 것과 스킬로 남기는 것은 어떻게 다른가</a:t>
            </a:r>
          </a:p>
          <a:p>
            <a:r>
              <a:t>· 프롬프트 = 모델에게 일을 시킬 때 써 넣는 요청 글</a:t>
            </a:r>
          </a:p>
          <a:p>
            <a:r>
              <a:t>· 다룰 것: 한 사건의 두 절차, SOP와 스킬, 「Skill」의 두 쓰임, 스킬에 적는 것과 아닌 것, 재사용, 프롬프트와의 비교, 세 스킬, 쓸 때 지킬 넷</a:t>
            </a:r>
          </a:p>
          <a:p>
            <a:r>
              <a:t>[다음] 시간 순서로 본 쿨러 사건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경보(11:13:08) → 하늘색 구획 아래 줄(SKILL.md → 에이전트 → 추천안) → 운전원의 승인(11:14:56) → 오른쪽 회색 구획(SOP-COOL-11 → 팬 100 %)</a:t>
            </a:r>
          </a:p>
          <a:p>
            <a:r>
              <a:t>· 경보에서 승인까지 2분이 채 안 걸렸다</a:t>
            </a:r>
          </a:p>
          <a:p>
            <a:r>
              <a:t>· 승인 전: 에이전트가 스킬을 읽고 조회 · 계산해 추천안</a:t>
            </a:r>
          </a:p>
          <a:p>
            <a:r>
              <a:t>· 승인 뒤: SOP가 설비에 할 일(팬 속도 100 %)을 정하고, 명령은 승인을 받은 시스템이 낸다</a:t>
            </a:r>
          </a:p>
          <a:p>
            <a:r>
              <a:t>· 두 절차는 사람의 승인을 사이에 두고 갈린다. 스킬 원문의 「승인 전에는 조회 · 계산만」이 이 경계</a:t>
            </a:r>
          </a:p>
          <a:p>
            <a:r>
              <a:t>[다음] 두 문서의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SOP → 오른쪽 에이전트 스킬</a:t>
            </a:r>
          </a:p>
          <a:p>
            <a:r>
              <a:t>· SOP: 현장 작업자가 참고하는 표준 작업 절차. 순서 · 안전 조건 · 금지 사항. 예: 팬 최대 운전</a:t>
            </a:r>
          </a:p>
          <a:p>
            <a:r>
              <a:t>· 에이전트 스킬: AI가 업무를 수행할 때 읽는 지침. 어떤 도구로 확인하고, 근거가 부족하면 어떻게 멈추고, 어떤 항목으로 추천안을 낼지</a:t>
            </a:r>
          </a:p>
          <a:p>
            <a:r>
              <a:t>· 승인 전후 구분은 HYD가 이 업무에 정한 역할 배분. SOP도 작업 전 확인을 담을 수 있고, 스킬도 다양한 업무를 담을 수 있다</a:t>
            </a:r>
          </a:p>
          <a:p>
            <a:r>
              <a:t>· 누가 읽는지, 무엇을 수행하는지, 실행 권한이 어디 있는지를 함께 본다. 문서에 썼다고 권한이 생기지 않는다</a:t>
            </a:r>
          </a:p>
          <a:p>
            <a:r>
              <a:t>[다음] 이름 때문에 헷갈리는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가운데 열(조치 방법) → 오른쪽 열(에이전트 스킬), 네 줄</a:t>
            </a:r>
          </a:p>
          <a:p>
            <a:r>
              <a:t>· 지식 그래프의 조치 방법 클래스 이름이 Skill. 결과 파일의 추천 값도 이 클래스의 노드(팬 최대 운전)</a:t>
            </a:r>
          </a:p>
          <a:p>
            <a:r>
              <a:t>· 조치 방법: SOP 한 편을 옮긴 노드(skill:sop-cool-11), 작업 단계 · 승인 역할 · 근거 매뉴얼과 관계, 조치 후보로 추천 · 승인된다</a:t>
            </a:r>
          </a:p>
          <a:p>
            <a:r>
              <a:t>· 에이전트 스킬: 에이전트가 읽는 지침 파일(cooling-emergency-response), 도구 순서 · 결과 모양, 판단할 때 읽힌다</a:t>
            </a:r>
          </a:p>
          <a:p>
            <a:r>
              <a:t>· 이 스킬 본문에는 팬 최대 운전이 적혀 있지 않다. 조치 후보는 도구가 그래프에서 읽어 돌려준다</a:t>
            </a:r>
          </a:p>
          <a:p>
            <a:r>
              <a:t>· 이 과정의 부름: 그래프 쪽 = 조치 방법, 지침 파일 쪽 = 에이전트 스킬</a:t>
            </a:r>
          </a:p>
          <a:p>
            <a:r>
              <a:t>[다음] 사건의 정보는 어디서 오나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2 × 2 카드: 왼쪽 위 → 오른쪽 위 → 왼쪽 아래 → 오른쪽 아래</a:t>
            </a:r>
          </a:p>
          <a:p>
            <a:r>
              <a:t>· 스킬에 적힌 것: 호출 순서 · 보류 조건 · 결과 항목 = 방법만</a:t>
            </a:r>
          </a:p>
          <a:p>
            <a:r>
              <a:t>· 대상과 사건(HYD-01 · 경보 종류 · 번호): 입력 파일 context/task.json</a:t>
            </a:r>
          </a:p>
          <a:p>
            <a:r>
              <a:t>· 원인과 조치 후보(쿨러 핀 오염 · 팬 최대 운전 등 넷): 도구가 지식 그래프에서</a:t>
            </a:r>
          </a:p>
          <a:p>
            <a:r>
              <a:t>· 지금의 값(냉각 효율 46.2 % · 납기 5.98시간): 도구가 조회하는 시점에 원천에서, 기준 시각 확인</a:t>
            </a:r>
          </a:p>
          <a:p>
            <a:r>
              <a:t>· 사건마다 달라지는 것은 스킬에 적지 않는다 = 재사용의 조건. 스킬에 냉각 효율을 적어 두면 다음 경보에서 묵은 값이 판단에 들어간다</a:t>
            </a:r>
          </a:p>
          <a:p>
            <a:r>
              <a:t>· 다른 사건에 쓰기 전에 대상 설비가 같은 진단을 지원하는지, 도구 · 규칙이 맞는지 확인</a:t>
            </a:r>
          </a:p>
          <a:p>
            <a:r>
              <a:t>[다음] 실제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스킬 한 편 → 오른쪽 위 첫째 경보 → 그 아래 둘째 경보 → 맨 아래 흐린 다음 경보</a:t>
            </a:r>
          </a:p>
          <a:p>
            <a:r>
              <a:t>· 번호가 다른 쿨러 경보 두 건(첫째 판단 DEC-…408b, 둘째 DEC-…0972)이 같은 스킬로 처리</a:t>
            </a:r>
          </a:p>
          <a:p>
            <a:r>
              <a:t>· 같은 스킬이라도 한 글자까지 같지는 않았다: 둘째 실행은 지침에 없던 조치 효과 예측을 더 불렀다</a:t>
            </a:r>
          </a:p>
          <a:p>
            <a:r>
              <a:t>· 스킬이 주는 것은 함께 참고할 절차의 뼈대와 결과 형식. 지켰는지는 호출 · 출력으로 확인</a:t>
            </a:r>
          </a:p>
          <a:p>
            <a:r>
              <a:t>· 반대 면: 지침의 잘못도 모든 실행에 따라간다 → 실행 기록과 대조하며 고쳐 가는 자산</a:t>
            </a:r>
          </a:p>
          <a:p>
            <a:r>
              <a:t>[다음] 프롬프트와의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이번 요청의 프롬프트 → 오른쪽 스킬로 관리하는 지침</a:t>
            </a:r>
          </a:p>
          <a:p>
            <a:r>
              <a:t>· 둘 다 에이전트가 읽는 지침. 차이는 반복할 방법을 어떻게 보관 · 적용하느냐</a:t>
            </a:r>
          </a:p>
          <a:p>
            <a:r>
              <a:t>· 프롬프트: 이번 입력 · 목적(오늘 받은 회의록 한 편 정리). 반복 절차를 매번 복사하면 수정판과 옛판이 섞이거나 예외가 빠진다. 프롬프트도 템플릿으로 재사용할 수 있다</a:t>
            </a:r>
          </a:p>
          <a:p>
            <a:r>
              <a:t>· 스킬: 공통 방법(담당자 · 기한이 없으면 미정)을 이름 있는 지침으로 보관하고, 요청에는 이번 회의록과 추가 조건만</a:t>
            </a:r>
          </a:p>
          <a:p>
            <a:r>
              <a:t>· HYD: 보관본을 실행 준비 때 작업 폴더에 써 준다. 수정하면 이후 준비되는 실행부터 반영, 진행 중 실행이 즉시 바뀌지 않는다. 어느 실행에 어느 판이 제공됐는지 남긴다</a:t>
            </a:r>
          </a:p>
          <a:p>
            <a:r>
              <a:t>[다음] HYD의 세 스킬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칸 에이전트 → 가운데 칸 둘째 줄 description → 오른쪽 칸 첫 줄 · 둘째 줄</a:t>
            </a:r>
          </a:p>
          <a:p>
            <a:r>
              <a:t>· 냉각 긴급 대응(쿨러 과열 경보 → 원인 진단 · 냉각 조치 카드), 정기 정비 계획(정기 정비 도래 → 언제 정비할지 카드), 예비품 구매(재고 기준 이탈 → 발주 카드)</a:t>
            </a:r>
          </a:p>
          <a:p>
            <a:r>
              <a:t>· 세 스킬 모두 머리말 · 절차 · 결과의 같은 틀, 다른 것은 절차의 업무와 부르는 도구</a:t>
            </a:r>
          </a:p>
          <a:p>
            <a:r>
              <a:t>· 서버 = 도구를 모아 내주는 프로그램. 지식 그래프 · 판단 엔진 서버는 셋 공통, 업무 DB 쪽은 전체(enterprise) · 정비(enterprise-maint) · 구매(enterprise-purchase)로 다르다 — 까닭은 안전 기준에서</a:t>
            </a:r>
          </a:p>
          <a:p>
            <a:r>
              <a:t>· 스킬은 배정 목록 · 업무 단계 지정에 있어야 실행에 제공된다. 새 업무: 같은 틀에 절차 쓰기 → 에이전트에 붙이기 → 도구 연결</a:t>
            </a:r>
          </a:p>
          <a:p>
            <a:r>
              <a:t>[다음] 직접 쓸 때 지킬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description: 어떤 요청 한 건에서 무엇을 내는지 한 줄. 배정과 절차 찾기의 단서</a:t>
            </a:r>
          </a:p>
          <a:p>
            <a:r>
              <a:t>· 도구 이름: 연결된 도구의 실제 이름을 그대로. 지어내면 없는 도구를 찾다 멈춘다</a:t>
            </a:r>
          </a:p>
          <a:p>
            <a:r>
              <a:t>· 막혔을 때: 근거나 남는 후보가 없으면 지어내지 않고 그대로(예: 규칙이 후보를 다 빼면 빈 목록 + 안마다 빠진 이유)</a:t>
            </a:r>
          </a:p>
          <a:p>
            <a:r>
              <a:t>· 결과 항목: 이름을 정해 두고 바꾸지 않는다</a:t>
            </a:r>
          </a:p>
          <a:p>
            <a:r>
              <a:t>· 까닭: 스킬은 에이전트가 읽는다. 모호한 문장은 의도와 다른 도구 선택으로, 재사용되니 다음 실행에도 이어진다</a:t>
            </a:r>
          </a:p>
          <a:p>
            <a:r>
              <a:t>· 회의록 스킬 실습에서 이 넷을 그대로 쓴다</a:t>
            </a:r>
          </a:p>
          <a:p>
            <a:r>
              <a:t>[다음] 스킬이 부르는 도구는 어디에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스킬에 이름만 적힌 도구는 어디에 있고, 에이전트는 어떤 약속을 따라 그걸 부르나</a:t>
            </a:r>
          </a:p>
          <a:p>
            <a:r>
              <a:t>· 이름을 적었다고 도구가 실행되지 않는다</a:t>
            </a:r>
          </a:p>
          <a:p>
            <a:r>
              <a:t>· 다룰 것: 스킬 밖의 도구, 따로 잇기와 표준, MCP 정의, 네 구성요소, HYD의 서버 다섯</a:t>
            </a:r>
          </a:p>
          <a:p>
            <a:r>
              <a:t>[다음] 절차 2단계 한 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큰 한 줄 → 아래 칸 셋 왼쪽부터</a:t>
            </a:r>
          </a:p>
          <a:p>
            <a:r>
              <a:t>· hyd-dmn: 도구를 내주는 프로그램(판단 엔진 앞), 원인 진단은 여기서 실행</a:t>
            </a:r>
          </a:p>
          <a:p>
            <a:r>
              <a:t>· diagnose: 그 프로그램이 내주는 도구 이름</a:t>
            </a:r>
          </a:p>
          <a:p>
            <a:r>
              <a:t>· asset, pattern, alert_id: 넘길 값 — 1단계에서 입력 파일로 읽은 설비 · 경보 종류 · 경보 번호</a:t>
            </a:r>
          </a:p>
          <a:p>
            <a:r>
              <a:t>· 세 이름이 답하는 것: 어느 프로그램에, 무엇을, 무엇에 대해</a:t>
            </a:r>
          </a:p>
          <a:p>
            <a:r>
              <a:t>· 스킬은 이름을 적은 글일 뿐. 원인 진단 계산은 스킬 밖 프로그램에서 일어난다</a:t>
            </a:r>
          </a:p>
          <a:p>
            <a:r>
              <a:t>[다음] 바깥 시스템을 잇는 두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따로 잇는 방식 → 오른쪽 표준을 거치는 방식 → 가운데 파란 띠</a:t>
            </a:r>
          </a:p>
          <a:p>
            <a:r>
              <a:t>· 따로: 애플리케이션 셋 × 시스템 셋 = 조합 9개마다 별도 구현</a:t>
            </a:r>
          </a:p>
          <a:p>
            <a:r>
              <a:t>· 표준: 애플리케이션은 규약으로 요청 · 결과 읽기, 시스템은 규약에 맞는 서버 → 구현할 쪽 3 + 3 = 6</a:t>
            </a:r>
          </a:p>
          <a:p>
            <a:r>
              <a:t>· 숫자는 구현 주체를 세는 개념도. 실제 연결선 · 접속 수가 아니다(앱 하나가 서버 셋을 쓰면 연결 셋). 파란 띠는 중앙 서버가 아니라 공통 약속</a:t>
            </a:r>
          </a:p>
          <a:p>
            <a:r>
              <a:t>· 표준이 줄이는 것: 반복되는 연결 형식의 차이. 데이터 구조 · 권한 · 업무 의미까지 같게 만들지는 않는다</a:t>
            </a:r>
          </a:p>
          <a:p>
            <a:r>
              <a:t>[다음] 그 표준, 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MCP → 둘째 줄 JSON-RPC 2.0 → 셋째 줄 비유</a:t>
            </a:r>
          </a:p>
          <a:p>
            <a:r>
              <a:t>· MCP(Model Context Protocol): AI 애플리케이션이 외부 도구 · 데이터에 연결하는 방식을 하나로 정한 개방형 프로토콜. 개방형 = 누구나 규약에 맞춰 만들 수 있다</a:t>
            </a:r>
          </a:p>
          <a:p>
            <a:r>
              <a:t>· 실제 연결에는 규약 판 · 전송 방식 · 지원 기능 · 인증 조건이 맞아야 한다</a:t>
            </a:r>
          </a:p>
          <a:p>
            <a:r>
              <a:t>· HYD 예: 지식 그래프 서버는 공개된 서버를 가져다 붙임, 판단 엔진 · 업무 DB 서버는 HYD가 만듦 — 에이전트 쪽 연결 방식은 같다</a:t>
            </a:r>
          </a:p>
          <a:p>
            <a:r>
              <a:t>· JSON-RPC 2.0: 원격 기능 호출을 JSON으로 적은 메시지 형식. 요청 = 기능 이름 + 넘길 값, 응답 = 결과나 오류. 업무 결과의 항목 이름까지 정하지는 않는다</a:t>
            </a:r>
          </a:p>
          <a:p>
            <a:r>
              <a:t>· 비유 규격 단자: 닮은 점 만든 곳이 달라도 꽂힌다, 다른 점 연결 뒤 기능을 맞추고 서버가 무엇을 내주는지 물어 알아낸다(도구 목록 발견)</a:t>
            </a:r>
          </a:p>
          <a:p>
            <a:r>
              <a:t>[다음] 네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큰 하늘색 구획(호스트, 안의 모델 · 작은 상자 셋) → 가운데 흰 상자(서버) → 오른쪽 끝 시스템, 가로 줄로 읽기</a:t>
            </a:r>
          </a:p>
          <a:p>
            <a:r>
              <a:t>· 호스트: HYD에서는 에이전트 프로그램. 안에 모델(LLM)과 클라이언트</a:t>
            </a:r>
          </a:p>
          <a:p>
            <a:r>
              <a:t>· 클라이언트: 서버 하나와 일대일 → 서버가 셋이면 셋</a:t>
            </a:r>
          </a:p>
          <a:p>
            <a:r>
              <a:t>· 서버: 위부터 neo4j(지식 그래프), hyd-dmn(판단 엔진 · 도구 19개), enterprise(업무 DB · 도구 14개). 상자 안 톱니 = 도구</a:t>
            </a:r>
          </a:p>
          <a:p>
            <a:r>
              <a:t>· 그림은 서버의 주된 대상을 한 줄씩. 한 서버가 여러 시스템 값을 모으는 구성도 가능</a:t>
            </a:r>
          </a:p>
          <a:p>
            <a:r>
              <a:t>· 서버를 하나 빼면 그 줄(클라이언트 포함)이 통째로 사라진다</a:t>
            </a:r>
          </a:p>
          <a:p>
            <a:r>
              <a:t>[다음] 정의와 HYD의 대응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줄, 칸마다 윗줄 정의 → 아랫줄 HYD</a:t>
            </a:r>
          </a:p>
          <a:p>
            <a:r>
              <a:t>· 호스트(Host): 모델로 사용자의 일을 수행하는 애플리케이션, 클라이언트를 만들고 관리. HYD: 처리 건마다 띄워지는 에이전트 프로그램. 작업 폴더를 마련하고 띄우는 워커와 구분</a:t>
            </a:r>
          </a:p>
          <a:p>
            <a:r>
              <a:t>· 클라이언트(Client): 서버 하나와 일대일 연결 유지. HYD: 작업 폴더의 서버 설정 파일에 적힌 서버마다 하나</a:t>
            </a:r>
          </a:p>
          <a:p>
            <a:r>
              <a:t>· 서버(Server): 시스템 기능을 도구로 내주는 프로그램(neo4j, hyd-dmn, enterprise)</a:t>
            </a:r>
          </a:p>
          <a:p>
            <a:r>
              <a:t>· 도구(Tool): 호출할 수 있는 기능, 이름 · 설명 · 입력 스키마(넘길 값의 모양)를 가진다(diagnose, evaluate_cards, mes_orders)</a:t>
            </a:r>
          </a:p>
          <a:p>
            <a:r>
              <a:t>· 포털의 도구 시험 화면도 클라이언트를 가진다: 등록된 서버의 도구 목록 · 결과 확인. 수업에서는 서버를 새로 추가하지 않는다</a:t>
            </a:r>
          </a:p>
          <a:p>
            <a:r>
              <a:t>· 서버는 읽을 자료 · 프롬프트도 줄 수 있다. 모델(무엇을 부를지 고름) ≠ 호스트(실제 연결 관리) — 안전 기준에서 다시</a:t>
            </a:r>
          </a:p>
          <a:p>
            <a:r>
              <a:t>[다음] HYD의 서버 다섯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둘째 줄(강조)</a:t>
            </a:r>
          </a:p>
          <a:p>
            <a:r>
              <a:t>· neo4j: 지식 그래프, 구조 읽기 · 조회문 실행 두 도구만 허용</a:t>
            </a:r>
          </a:p>
          <a:p>
            <a:r>
              <a:t>· hyd-dmn: 판단 엔진과 시계열 DB, diagnose · evaluate_cards · timeseries_query 등 19개. 쿨러 사건에서 가장 많이 불림, 측정값까지 직접 읽어 시계열 조회가 여기에</a:t>
            </a:r>
          </a:p>
          <a:p>
            <a:r>
              <a:t>· enterprise: 업무 DB 전체 14개. enterprise-maint: 정비 쪽 4개(정비 이력 · 정기 정비 상태), enterprise-purchase: 구매 쪽 3개(예비품 재고 · 부품 견적)</a:t>
            </a:r>
          </a:p>
          <a:p>
            <a:r>
              <a:t>· 표는 확인한 코드 기준</a:t>
            </a:r>
          </a:p>
          <a:p>
            <a:r>
              <a:t>· 쿨러 경보 에이전트에 연결한 것은 위의 셋. 호스트는 서버마다 둔 클라이언트를 거쳐 MCP 약속대로 도구를 부른다</a:t>
            </a:r>
          </a:p>
          <a:p>
            <a:r>
              <a:t>[다음] 메시지가 오가는 과정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호스트는 서버에 어떤 도구가 있는지 어떻게 아나, 부를 때 무엇을 넘기고 무엇을 받나, 클라이언트와 서버는 어떤 길로 잇나</a:t>
            </a:r>
          </a:p>
          <a:p>
            <a:r>
              <a:t>· 다룰 것: 초기화 · 발견 · 호출, 목록을 묻는 까닭, 도구 정의 한 건, 요청 · 응답 한 건, 호출이 지나는 길, stdio와 Streamable HTTP, 서버 설정</a:t>
            </a:r>
          </a:p>
          <a:p>
            <a:r>
              <a:t>[다음] 세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셋 왼쪽부터</a:t>
            </a:r>
          </a:p>
          <a:p>
            <a:r>
              <a:t>· 초기화: initialize 요청 · 응답으로 규약 판 · 지원 기능 확인(도구 제공 여부 포함), initialized 알림 → 준비 완료. 판이 맞아야 다음 요청</a:t>
            </a:r>
          </a:p>
          <a:p>
            <a:r>
              <a:t>· 발견: tools/list — 이름 · 설명 · 입력 스키마, 크면 나눠 이어 받기</a:t>
            </a:r>
          </a:p>
          <a:p>
            <a:r>
              <a:t>· 호출: tools/call — 도구 이름 + 입력 값, 응답과 오류 확인. 목록 요청과 업무 실행 요청은 다르다</a:t>
            </a:r>
          </a:p>
          <a:p>
            <a:r>
              <a:t>· HYD 포털의 연결 검사는 초기화 + 목록 받기까지. 통과 = 그 설정으로 대화하고 목록을 읽었다. 업무 입력의 성공 · 업무상 옳음은 호출에서 따로 확인</a:t>
            </a:r>
          </a:p>
          <a:p>
            <a:r>
              <a:t>[다음] 목록을 매번 묻는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고정된 목록 → 오른쪽 서버에서 발견(강조)</a:t>
            </a:r>
          </a:p>
          <a:p>
            <a:r>
              <a:t>· 호스트에 미리 적어 두면: 서버 도구가 바뀔 때마다 호스트도 고쳐야, 잊으면 실제와 어긋난다</a:t>
            </a:r>
          </a:p>
          <a:p>
            <a:r>
              <a:t>· 연결할 때 물으면: 지금 내주는 이름 · 설명 · 입력 스키마를 그대로 받아 옮겨 적는 수고가 준다</a:t>
            </a:r>
          </a:p>
          <a:p>
            <a:r>
              <a:t>· 실제 예: 판단 엔진 서버에 구매 판단 도구 셋이 더해져도 에이전트 설정은 주소 그대로. 포털 시험 화면도 부르기 직전에 목록을 다시 받는다</a:t>
            </a:r>
          </a:p>
          <a:p>
            <a:r>
              <a:t>· 목록 변경 = 새 기능 발견이지 자동 허용이 아니다. 권한 · 호환성 · 허용 목록을 검토</a:t>
            </a:r>
          </a:p>
          <a:p>
            <a:r>
              <a:t>[다음] 목록의 항목 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위에서 아래로(name → description → inputSchema → annotations), 오른쪽 둘째 항목</a:t>
            </a:r>
          </a:p>
          <a:p>
            <a:r>
              <a:t>· part_quotes: 구매 쪽 업무 DB 서버의 부품 견적 조회 도구</a:t>
            </a:r>
          </a:p>
          <a:p>
            <a:r>
              <a:t>· description: 부품별 공급사의 단가 · 불량률 · 납기 · 승인 여부를 읽는다</a:t>
            </a:r>
          </a:p>
          <a:p>
            <a:r>
              <a:t>· inputSchema: 부품 번호 하나(문자열), 생략하면 이 구현은 펌프 축 씰 키트(P-PMP-SEAL). JSON Schema 형식. 기본값 표시는 안내이고 실제 처리는 구현이 한다</a:t>
            </a:r>
          </a:p>
          <a:p>
            <a:r>
              <a:t>· annotations: readOnlyHint true(읽기만)</a:t>
            </a:r>
          </a:p>
          <a:p>
            <a:r>
              <a:t>· 모델이 부를지 정할 때 읽는 것은 설명과 입력 스키마. 설명이 모호하면 엉뚱한 도구를 고르거나 필요한 도구를 지나친다 — 스킬 설명처럼 도구 설명도 고르는 기준</a:t>
            </a:r>
          </a:p>
          <a:p>
            <a:r>
              <a:t>[다음] 실제 요청 한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첫 줄(전체 이름) → 아래 입력 JSON, 오른쪽 짚을 점</a:t>
            </a:r>
          </a:p>
          <a:p>
            <a:r>
              <a:t>· 둘째 쿨러 경보 실행 기록의 원인 진단 요청 원형</a:t>
            </a:r>
          </a:p>
          <a:p>
            <a:r>
              <a:t>· mcp__hyd-dmn__diagnose: MCP 표시 + 서버 이름 + 도구 이름. 이 실행 환경의 표기이고 MCP 공통 규칙은 아니다</a:t>
            </a:r>
          </a:p>
          <a:p>
            <a:r>
              <a:t>· 입력: 스키마가 정한 설비 · 경보 종류 · 경보 번호를 이름 · 형에 맞춘 JSON. 스킬 한 줄의 세 이름 중 둘은 전체 이름으로, 넘길 값은 입력 JSON으로</a:t>
            </a:r>
          </a:p>
          <a:p>
            <a:r>
              <a:t>· 서버 이름을 붙이는 까닭: part_quotes가 enterprise와 enterprise-purchase 둘에 있다</a:t>
            </a:r>
          </a:p>
          <a:p>
            <a:r>
              <a:t>· 포털 시험 화면은 스키마를 어긴 입력을 서버에 보내기 전에 거절. 형식이 맞아도 다른 설비 번호일 수 있다 — 스키마 통과 ≠ 업무 대상 정확</a:t>
            </a:r>
          </a:p>
          <a:p>
            <a:r>
              <a:t>[다음] 돌아온 응답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위에서 아래(result → system · as_of → facts → records), 오른쪽 넷째 항목</a:t>
            </a:r>
          </a:p>
          <a:p>
            <a:r>
              <a:t>· HYD의 업무 결과 본문(생산 오더 조회). 항목 이름은 HYD 사례이지 MCP 공통이 아니다</a:t>
            </a:r>
          </a:p>
          <a:p>
            <a:r>
              <a:t>· result ok: 이 업무 조회를 처리했다는 상태. system MES · as_of 기준 시각, facts 오더 MO-0930-0412 · 납기까지 5.98시간 · 남은 수량 1500, records 원래 행</a:t>
            </a:r>
          </a:p>
          <a:p>
            <a:r>
              <a:t>· 바깥 MCP 응답: 프로토콜 오류와 도구 실행 오류(isError)를 따로. 결과가 돌아왔다 ≠ 업무 성공</a:t>
            </a:r>
          </a:p>
          <a:p>
            <a:r>
              <a:t>· 업무 결과를 얻어도 어느 설비 · 조건을 조회했는지, 기준 시각이 판단에 충분히 가까운지 대조</a:t>
            </a:r>
          </a:p>
          <a:p>
            <a:r>
              <a:t>[다음] 호출 한 번이 지나는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다섯 칸 왼쪽부터, 칸 사이 글자(요청 · 확인 · tools/call · 조회), 둘째 칸(강조)</a:t>
            </a:r>
          </a:p>
          <a:p>
            <a:r>
              <a:t>· 모델: 어느 도구를 어떤 값으로 부를지 요청을 내는 데까지</a:t>
            </a:r>
          </a:p>
          <a:p>
            <a:r>
              <a:t>· 호스트: 이 에이전트에 허용된 도구인지 확인</a:t>
            </a:r>
          </a:p>
          <a:p>
            <a:r>
              <a:t>· 클라이언트: tools/call로 서버에 전달. 서버: 시스템(지식 그래프 · 시계열 DB · 업무 DB)에서 값을 읽어 응답 → 같은 길로 돌아온다</a:t>
            </a:r>
          </a:p>
          <a:p>
            <a:r>
              <a:t>· 에이전트는 DB에 직접 접속하지 않는다: 모델(왼쪽 끝)과 DB(오른쪽 끝) 사이에 세 역할. 모든 프로그램이 이 구조라는 뜻은 아니다</a:t>
            </a:r>
          </a:p>
          <a:p>
            <a:r>
              <a:t>· 모델과 실행 사이의 호스트에서 실행될 도구를 가른다 — 여기에 허용 목록</a:t>
            </a:r>
          </a:p>
          <a:p>
            <a:r>
              <a:t>[다음] 클라이언트와 서버를 잇는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stdio(클라이언트 ↔ 서버 프로세스, 표준 입력 · 출력, 아래 같은 실행 환경) → 오른쪽 Streamable HTTP(클라이언트 둘 → 떠 있는 서버)</a:t>
            </a:r>
          </a:p>
          <a:p>
            <a:r>
              <a:t>· stdio(standard input/output): 호스트가 서버 프로그램을 하위 프로세스(실행 중인 프로그램 하나)로 직접 띄우고, 표준 입력으로 요청 · 표준 출력으로 응답. 같은 실행 환경. 서버가 접속하는 DB까지 같은 PC일 필요는 없다</a:t>
            </a:r>
          </a:p>
          <a:p>
            <a:r>
              <a:t>· Streamable HTTP: 서버가 먼저 떠 있고 클라이언트가 주소로 HTTP 요청. HTTP = 웹 브라우저가 웹 사이트와 주고받는 통신 규약 → 여러 클라이언트가 한 서버를 함께</a:t>
            </a:r>
          </a:p>
          <a:p>
            <a:r>
              <a:t>· 고르는 기준: 내 PC에서 나만 쓰면 stdio, 여러 에이전트가 함께 쓰는 공용 서버는 HTTP. 데이터 접근 권한은 별도</a:t>
            </a:r>
          </a:p>
          <a:p>
            <a:r>
              <a:t>· HYD: 지식 그래프 서버만 stdio, 나머지 넷은 HTTP</a:t>
            </a:r>
          </a:p>
          <a:p>
            <a:r>
              <a:t>[다음] 설정에서 보는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설정 위 neo4j(command · args) → 아래 hyd-dmn(url)</a:t>
            </a:r>
          </a:p>
          <a:p>
            <a:r>
              <a:t>· mcpServers: 서버 이름마다 연결 설정 한 건</a:t>
            </a:r>
          </a:p>
          <a:p>
            <a:r>
              <a:t>· stdio 서버는 실행할 명령과 인자(명령에 덧붙여 넘기는 값)로, HTTP 서버는 접속할 주소로 적힌다</a:t>
            </a:r>
          </a:p>
          <a:p>
            <a:r>
              <a:t>· 실제 설정의 접속 계정 · 비밀번호 칸은 화면에서 뺐다 — 비밀값은 안전 기준에서</a:t>
            </a:r>
          </a:p>
          <a:p>
            <a:r>
              <a:t>· 실제 기록: 포털 백엔드에서 지식 그래프 서버를 시험하다 띄울 명령을 못 찾아 실패. 에이전트 프로그램 쪽에서 띄워지게 되어 있었다 → stdio 서버는 띄우는 쪽 환경에 명령 · 패키지가 있어야 한다</a:t>
            </a:r>
          </a:p>
          <a:p>
            <a:r>
              <a:t>· 설정 한 줄이 연결의 길과 서버가 도는 자리를 정한다</a:t>
            </a:r>
          </a:p>
          <a:p>
            <a:r>
              <a:t>[다음] 스킬과 MCP를 한 실행에 놓기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스킬이 있는데 왜 서버를 따로 연결하나, 서버가 있는데 왜 스킬이 필요한가</a:t>
            </a:r>
          </a:p>
          <a:p>
            <a:r>
              <a:t>· 다룰 것: 두 역할의 구분, 하나만 있을 때, 한 실행의 단계와 서버의 응답</a:t>
            </a:r>
          </a:p>
          <a:p>
            <a:r>
              <a:t>[다음] 나란히 놓은 두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스킬 → 오른쪽 MCP(강조)</a:t>
            </a:r>
          </a:p>
          <a:p>
            <a:r>
              <a:t>· 스킬: 수행 방법을 적은 지침, 사람이 읽고 고친다. 지침 문장이 호출을 실행하지 않는다. 실행 스크립트가 있어도 실행 주체와 권한이 따로 필요. 예: 「diagnose로 원인 1순위를 얻는다」</a:t>
            </a:r>
          </a:p>
          <a:p>
            <a:r>
              <a:t>· MCP: 도구를 내주고 호출을 받는 연결. 일은 서버가 한다. 어떤 순서로 부를지는 정하지 않는다. 예: hyd-dmn이 diagnose를 실행해 응답</a:t>
            </a:r>
          </a:p>
          <a:p>
            <a:r>
              <a:t>· 한 문장: 스킬은 무엇을 어떤 순서로, MCP는 그 도구를 실제로 부를 수 있게 이어 준다</a:t>
            </a:r>
          </a:p>
          <a:p>
            <a:r>
              <a:t>· 방법을 바꾸면 지침을, 접속 위치를 바꾸면 연결 설정을 먼저. 도구 이름 · 입력이 바뀌면 둘 다</a:t>
            </a:r>
          </a:p>
          <a:p>
            <a:r>
              <a:t>[다음] 하나만 있을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필요한 도구가 없다: 지침에 원인 진단이 있어도 현재 설비 값을 가져올 길이 없으면 끝낼 수 없다. 글만으로 되는 일까지 MCP가 필요한 것은 아니다</a:t>
            </a:r>
          </a:p>
          <a:p>
            <a:r>
              <a:t>· 수행 기준이 없다: 호출은 되지만 순서 · 제출물을 모델이 그때그때 정할 부분이 커진다. 방법은 스킬 · 프롬프트 · 고정 프로그램으로 줄 수 있고, 재사용하려고 스킬로</a:t>
            </a:r>
          </a:p>
          <a:p>
            <a:r>
              <a:t>· 둘 다 갖췄다: 재료가 마련될 뿐, 권한 · 입력 · 응답과 지침 준수는 기록으로 검증. 연결만으로 정답 보장 안 됨</a:t>
            </a:r>
          </a:p>
          <a:p>
            <a:r>
              <a:t>· 예: 지정한 생산 오더 조회 도구의 서버가 연결 안 됨 → 호출 경로부터, 연결 · 입력은 정상인데 순서가 엉뚱 → 지침부터. 문제 자리를 가려 고친다</a:t>
            </a:r>
          </a:p>
          <a:p>
            <a:r>
              <a:t>[다음] 실제 실행 한 건의 대응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왼쪽 칸(스킬) → 가운데 · 오른쪽 칸(서버의 몫), 마지막 줄(강조)</a:t>
            </a:r>
          </a:p>
          <a:p>
            <a:r>
              <a:t>· 둘째 쿨러 경보의 기록. 표 순서는 절차 번호이고 실제 시간순은 원인 진단 → 후보 비교 → 업무 값 확인</a:t>
            </a:r>
          </a:p>
          <a:p>
            <a:r>
              <a:t>· 2단계 diagnose(hyd-dmn) → 원인 1순위 쿨러 핀 오염, 보류 표시 없음</a:t>
            </a:r>
          </a:p>
          <a:p>
            <a:r>
              <a:t>· 3단계 mes_orders · qms_lots(enterprise) → 납기 오더 · 출하 대기 로트</a:t>
            </a:r>
          </a:p>
          <a:p>
            <a:r>
              <a:t>· 4단계 evaluate_cards → 응답 128,468자, 본문을 받지 못함. 절차 밖 forecast_actions 세 번 → 조치 안마다 예측 유온</a:t>
            </a:r>
          </a:p>
          <a:p>
            <a:r>
              <a:t>· 5단계 submit_decision은 서버 안에서 후보 비교를 다시 해 순위 묶음을 제출, 판단 번호 · 추천 · 설명 반환. 에이전트는 이 설명과 예측 값으로 지는 안의 까닭을 적었다</a:t>
            </a:r>
          </a:p>
          <a:p>
            <a:r>
              <a:t>· 위→아래는 스킬의 방법, 왼→오른은 그 방법이 어느 서버의 실행이 됐는지. 더 부를지는 에이전트, 값은 서버</a:t>
            </a:r>
          </a:p>
          <a:p>
            <a:r>
              <a:t>[다음] 연결한 도구를 어디까지 허락하나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서버를 하나 더 연결하면 할 수 있는 일과 잘못했을 때의 일이 함께 는다. 연결한 도구 가운데 어디까지 에이전트에게 허락하나</a:t>
            </a:r>
          </a:p>
          <a:p>
            <a:r>
              <a:t>· 다룰 것: 읽는 도구와 쓰는 도구, readOnlyHint, 등록 서버가 지나는 세 겹, 연결 검사의 실패 분류, 허용 목록, 쓰기의 세 층, 최소 권한 원칙</a:t>
            </a:r>
          </a:p>
          <a:p>
            <a:r>
              <a:t>[다음] 읽기와 쓰기의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읽는 도구 → 오른쪽 쓰는 도구</a:t>
            </a:r>
          </a:p>
          <a:p>
            <a:r>
              <a:t>· 읽는 도구(예: 생산 오더 조회): 기록을 바꾸지 않지만 영향이 없지는 않다 — 필요 없는 계약 · 개인정보를 가져오면 노출, 잘못된 설비의 값이면 추천이 틀어진다 → 대상과 범위를 제한</a:t>
            </a:r>
          </a:p>
          <a:p>
            <a:r>
              <a:t>· 쓰는 도구(예: 메일 발송): 기록 변경 · 명령 · 발송. 보낸 메일은 취소해도 받은편지함에서 사라지지 않는다 → 어떤 변경인지, 누가 허락하는지, 중복 호출을 어떻게 다룰지</a:t>
            </a:r>
          </a:p>
          <a:p>
            <a:r>
              <a:t>· 읽기 · 쓰기 표시를 보고, 실제 구현과 접근 계정이 그 범위에 맞는지도 본다</a:t>
            </a:r>
          </a:p>
          <a:p>
            <a:r>
              <a:t>[다음] 읽기 전용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 위에서부터, 넷째 줄</a:t>
            </a:r>
          </a:p>
          <a:p>
            <a:r>
              <a:t>· readOnlyHint: 도구 정의 annotations에 붙는 표시, true = 시스템을 바꾸지 않는다</a:t>
            </a:r>
          </a:p>
          <a:p>
            <a:r>
              <a:t>· hyd-dmn 19개 중 17개 true, 판단 제출 둘(submit_decision 조치 추천안 · submit_purchase 구매 추천안)만 false. enterprise 14개 모두 true</a:t>
            </a:r>
          </a:p>
          <a:p>
            <a:r>
              <a:t>· 표시는 서버가 스스로 적은 힌트: 잘못 적거나 속일 수 있다</a:t>
            </a:r>
          </a:p>
          <a:p>
            <a:r>
              <a:t>· HYD 포털: 표시 + 도구 이름도 검사, true인데 이름이 쓰기 · 삭제를 뜻하면 읽기로 자동 인정하지 않는다. 이름 검사도 증명은 아니다</a:t>
            </a:r>
          </a:p>
          <a:p>
            <a:r>
              <a:t>· false인 판단 제출 도구는 포털 시험 화면에서 못 부르고 처리 건 안 에이전트만 부른다. 업무 DB · 시계열 DB를 읽는 서버는 읽기 전용 계정으로 접속 — 실제로 막는 장치는 서버 뒤에</a:t>
            </a:r>
          </a:p>
          <a:p>
            <a:r>
              <a:t>[다음] 이 표시가 쓰이는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위쪽 번호 띠 셋(① 표시 → ② 연결 검사 → ③ 허용 목록) → 왼쪽 도구 셋 → 오른쪽 에이전트</a:t>
            </a:r>
          </a:p>
          <a:p>
            <a:r>
              <a:t>· 포털에 서버를 새로 등록하면 도구는 세 겹을 지나야 에이전트에 닿는다. 수업에서는 포털에 서버를 추가하지 않고 원리로 본다, 외부 서버 직접 연결은 VS Code 실습에서</a:t>
            </a:r>
          </a:p>
          <a:p>
            <a:r>
              <a:t>· ① 표시: part_quotes true, send_mail false, 표시 없음</a:t>
            </a:r>
          </a:p>
          <a:p>
            <a:r>
              <a:t>· ② 연결 검사: 실제로 목록을 받아, 읽기 표시 + 이름도 쓰기 아님만 통과. 쓰기 표시 · 표시 없음은 걸러진다. 표시만 빠진 도구를 강사가 읽기로 확인하는 별도 절차가 있으나, 쓰기 표시 · 쓰기 이름에는 적용 안 함. 그림은 기본 판정</a:t>
            </a:r>
          </a:p>
          <a:p>
            <a:r>
              <a:t>· ③ 허용 목록: 통과한 이름만, 에이전트는 목록의 도구만 → 끝까지 가는 것은 부품 견적 도구 하나</a:t>
            </a:r>
          </a:p>
          <a:p>
            <a:r>
              <a:t>· 설정을 고치면 통과 기록이 사라져 다시 검사. 설정 지문(설정 내용으로 계산)이 같을 때만 통과 인정. 서버 내부 동작 · 이후 변경까지 보증하지 않는다</a:t>
            </a:r>
          </a:p>
          <a:p>
            <a:r>
              <a:t>[다음] 검사가 실패하면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위에서부터, 왼쪽 분류 → 오른쪽 다음에 확인할 곳</a:t>
            </a:r>
          </a:p>
          <a:p>
            <a:r>
              <a:t>· 원칙: 목록을 못 받으면 빈 목록을 성공처럼 돌려주지 않고 분류 + 사람이 읽는 사유로 실패를 알린다</a:t>
            </a:r>
          </a:p>
          <a:p>
            <a:r>
              <a:t>· refused 접속 거절 → 서버가 켜졌나 · 주소 · 포트(주소에 붙는 번호). unreachable → 이름 해석(서버 이름으로 주소 찾기) · 네트워크 경로</a:t>
            </a:r>
          </a:p>
          <a:p>
            <a:r>
              <a:t>· timeout → 정해진 몇 초 안에 응답 없음(부를 때를 조금 더 길게), 서버가 느리거나 방화벽</a:t>
            </a:r>
          </a:p>
          <a:p>
            <a:r>
              <a:t>· auth → 자격 증명(토큰 · 비밀번호)이 없거나 만료, 필요한 권한. not_mcp → 주소의 경로가 MCP 끝점이 아님. exec → stdio 명령을 띄우는 쪽 환경에서 못 찾음</a:t>
            </a:r>
          </a:p>
          <a:p>
            <a:r>
              <a:t>· 「연결 실패」 한마디면 서버 · 주소 · 토큰 · 경로를 다 의심해야 한다. 분류가 고칠 곳을 좁힌다</a:t>
            </a:r>
          </a:p>
          <a:p>
            <a:r>
              <a:t>[다음] 셋째 겹, 허용 목록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목록 맨 위 두 줄 → 별표 네 줄 → 맨 아래 줄 → 오른쪽 셋째 항목(강조)</a:t>
            </a:r>
          </a:p>
          <a:p>
            <a:r>
              <a:t>· 사전 허용 범위를 넘는 요청은 호스트의 권한 검사가 다룬다. 추가 확인인지 차단인지는 실행 정책에 따라</a:t>
            </a:r>
          </a:p>
          <a:p>
            <a:r>
              <a:t>· neo4j: 조회 도구 둘만 이름으로. 서버도 읽기 전용으로 띄워 그래프를 고치는 도구를 막았다</a:t>
            </a:r>
          </a:p>
          <a:p>
            <a:r>
              <a:t>· 별표 = 그 서버의 도구 전부, 미리 검사한 기준 서버에만. hyd-dmn의 별표 안에 판단 제출 도구 둘도 있다</a:t>
            </a:r>
          </a:p>
          <a:p>
            <a:r>
              <a:t>· Read · Glob · Grep · Skill: 호스트 자신의 도구(파일 읽기, 스킬 읽기)</a:t>
            </a:r>
          </a:p>
          <a:p>
            <a:r>
              <a:t>· 새로 등록한 서버에는 별표를 쓰지 않는다: 읽기로 인정된 이름만, 아니면 실행을 막는다. 모델의 요청 ≠ 실행 권한</a:t>
            </a:r>
          </a:p>
          <a:p>
            <a:r>
              <a:t>· 이 목록 = 에이전트가 쓰는 도구의 범위</a:t>
            </a:r>
          </a:p>
          <a:p>
            <a:r>
              <a:t>[다음] 별표 안의 쓰기 도구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왼쪽부터(첫째 강조)</a:t>
            </a:r>
          </a:p>
          <a:p>
            <a:r>
              <a:t>· 판단의 제출: submit_decision · submit_purchase, 사람이 고를 추천안을 기록. 설비 명령 · 발주 · 작업지시 실행과 구별. 이 사례에서 에이전트에 연결된 MCP 쓰기는 이 둘(작업 폴더의 결과 파일은 따로 작성)</a:t>
            </a:r>
          </a:p>
          <a:p>
            <a:r>
              <a:t>· 설비 명령: 팬 속도 변경은 담당자 승인 뒤에야 만들어진다</a:t>
            </a:r>
          </a:p>
          <a:p>
            <a:r>
              <a:t>· 업무 기록과 메일: 작업지시 등록 · 메일 발송도 승인 뒤 시스템. send_mail은 에이전트에 연결하지 않는다</a:t>
            </a:r>
          </a:p>
          <a:p>
            <a:r>
              <a:t>· 추천은 에이전트, 승인은 사람, 실행은 시스템 — 이 경계가 도구 연결에도 놓인다. 스킬에 실수로 메일 발송이 적혀도 이 MCP 경로에는 실행할 도구가 없다. 다른 경로까지 없는지는 전체 권한에서 확인</a:t>
            </a:r>
          </a:p>
          <a:p>
            <a:r>
              <a:t>[다음] 범위를 제한하는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정비 → 셋째 줄 구매</a:t>
            </a:r>
          </a:p>
          <a:p>
            <a:r>
              <a:t>· 최소 권한 원칙(Principle of Least Privilege): 맡은 일에 필요한 권한만 주고 나머지는 주지 않는다. 읽기 도구라도 그 일에 안 쓰이면 연결하지 않는다</a:t>
            </a:r>
          </a:p>
          <a:p>
            <a:r>
              <a:t>· 정기 정비 계획 에이전트: enterprise-maint만, 정비 도구 4개(pm_status 등)</a:t>
            </a:r>
          </a:p>
          <a:p>
            <a:r>
              <a:t>· 예비품 구매 에이전트: enterprise-purchase만, 구매 도구 3개(part_quotes 등)</a:t>
            </a:r>
          </a:p>
          <a:p>
            <a:r>
              <a:t>· 두 서버의 도구는 겹치지 않고, SQL을 자유롭게 쓰는 도구를 두지 않았다(다른 표까지 읽을 수 있어서)</a:t>
            </a:r>
          </a:p>
          <a:p>
            <a:r>
              <a:t>· 범위를 좁혀 두면 잘못 판단해도 닿는 곳이 좁다</a:t>
            </a:r>
          </a:p>
          <a:p>
            <a:r>
              <a:t>[다음] 도구 권한 밖에서 새는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허용 목록 · 연결 검사 밖에서 새는 곳은 없나, 도구가 답을 다 주지 못하면 무엇을 남기나</a:t>
            </a:r>
          </a:p>
          <a:p>
            <a:r>
              <a:t>· 다룰 것: 파일 접근 범위, 인증 비밀값과 자리표시자, 잘린 응답의 실제 사례, 값 없음 · 실패 · 시간 초과 · 잘림의 구분, 근거 표시</a:t>
            </a:r>
          </a:p>
          <a:p>
            <a:r>
              <a:t>[다음] 파일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범위: 실행마다 작업 폴더 하나, 「작업 디렉터리 밖의 파일을 읽거나 수정하지 마세요」(지시 원문)</a:t>
            </a:r>
          </a:p>
          <a:p>
            <a:r>
              <a:t>· 금지: 「홈 디렉터리를 찾아보지 마세요」. 홈 = 사용자 계정마다 있는 개인 폴더, 프로그램 설정 · 로그인 정보가 있다</a:t>
            </a:r>
          </a:p>
          <a:p>
            <a:r>
              <a:t>· 결과: output/result.json 한 경로</a:t>
            </a:r>
          </a:p>
          <a:p>
            <a:r>
              <a:t>· 폴더 구분과 지시는 운영체제가 강제로 막는 격리가 아니다. 실제 접근 통제는 실행 계정 권한 · 허용 경로 검사 · 격리 환경 같은 별도 장치</a:t>
            </a:r>
          </a:p>
          <a:p>
            <a:r>
              <a:t>· 그래서 에이전트가 닿을 수 있는 곳에 비밀을 두지 않는다</a:t>
            </a:r>
          </a:p>
          <a:p>
            <a:r>
              <a:t>[다음] 비밀값의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설정의 Authorization 줄 → 왼쪽 아래 가린 비밀번호 → 오른쪽 넷째 항목</a:t>
            </a:r>
          </a:p>
          <a:p>
            <a:r>
              <a:t>· 토큰을 설정에 그대로 적으면 설정을 보는 누구에게나 드러난다</a:t>
            </a:r>
          </a:p>
          <a:p>
            <a:r>
              <a:t>· 자리표시자 ${SECRET:이름}: 값 대신 이름, 실제 값은 따로 보관했다 실행 직전에만 채운다. 값이 없으면 빈 토큰으로 연결하지 않고 그 서버를 실행에서 뺀다</a:t>
            </a:r>
          </a:p>
          <a:p>
            <a:r>
              <a:t>· 화면 · 기록에 보일 때는 별표로 가린다(지식 그래프 서버 비밀번호)</a:t>
            </a:r>
          </a:p>
          <a:p>
            <a:r>
              <a:t>· 토큰만 바꾸면 설정 지문이 같아 검사 통과 기록이 유지될 수 있다. 새 토큰의 계정 · 권한은 따로 확인</a:t>
            </a:r>
          </a:p>
          <a:p>
            <a:r>
              <a:t>· 환경변수(실행 때 넘겨받는 설정값): 워커만 쓸 DB 비밀번호는 에이전트 프로그램이 물려받지 못하게 지운다 — 전달되면 허용 목록을 거치지 않고 DB에 바로 접속. 모델 로그인 같은 예외, MCP 비밀값은 실행 중 설정에 들어갈 수 있고 종료 뒤 정리</a:t>
            </a:r>
          </a:p>
          <a:p>
            <a:r>
              <a:t>· 자리표시자 · 가림은 노출을 줄이는 방법이지 완전한 보장이 아니다</a:t>
            </a:r>
          </a:p>
          <a:p>
            <a:r>
              <a:t>[다음] 응답을 다 받지 못했을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두 칸의 첫 줄(같은 상황) → 왼쪽 첫째 실행 → 오른쪽 둘째 실행(강조)</a:t>
            </a:r>
          </a:p>
          <a:p>
            <a:r>
              <a:t>· 두 실행 모두 후보 비교 응답이 12만 자를 넘어 실행 환경이 본문을 다른 파일로 보관 → 에이전트가 상세를 직접 받지 못했다. 이 환경의 전달 제한이지 MCP의 공통 글자 수 한도가 아니다</a:t>
            </a:r>
          </a:p>
          <a:p>
            <a:r>
              <a:t>· 첫째: 「필요한 항목만 다시 뽑겠다」는 말 = 계획. 재조회 성공의 증거가 아니다</a:t>
            </a:r>
          </a:p>
          <a:p>
            <a:r>
              <a:t>· 둘째: 열지 못한 출력이 있음을 마지막 보고에 밝혔고, 판단 제출 설명 · 따로 조회한 예측 값에 근거했다는 범위도 남겼다</a:t>
            </a:r>
          </a:p>
          <a:p>
            <a:r>
              <a:t>· 받은 결과 · 확인하겠다는 계획 · 끝내 읽지 못한 범위를 나눠야 보고를 읽는 사람이 근거를 안다</a:t>
            </a:r>
          </a:p>
          <a:p>
            <a:r>
              <a:t>[다음] 기대와 다른 응답 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위에서부터, 셋째 줄(강조)</a:t>
            </a:r>
          </a:p>
          <a:p>
            <a:r>
              <a:t>· 조회 0행: 정상 처리, 그 조건에 맞는 행이 없다. 수량 0이 아니다</a:t>
            </a:r>
          </a:p>
          <a:p>
            <a:r>
              <a:t>· 호출 실패(연결 · 프로토콜 · 도구 오류): 사유와 확인 못 한 값을 적고 0 · 빈 값으로 바꾸지 않는다</a:t>
            </a:r>
          </a:p>
          <a:p>
            <a:r>
              <a:t>· 시간 초과: 제한 시간 안에 결과를 못 받았다는 사실뿐, 서버가 아무 일도 안 했다고 단정 못 한다. 변경 도구면 재시도 전에 처리 상태 · 중복 방지 확인</a:t>
            </a:r>
          </a:p>
          <a:p>
            <a:r>
              <a:t>· 결과 잘림: 읽은 범위와 누락을 밝힌다. 포털 시험 화면도 잘린 표시와 원래 크기를 함께 보여 준다</a:t>
            </a:r>
          </a:p>
          <a:p>
            <a:r>
              <a:t>· 원칙: 모르는 걸 아는 것처럼 적지 않는다. 시간 초과를 0으로 적으면 모르는 재고가 없는 재고가 되어 잘못된 발주로</a:t>
            </a:r>
          </a:p>
          <a:p>
            <a:r>
              <a:t>[다음] 받은 값의 근거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기록 한 줄(시각 · 걸린 시간 → 서버와 도구 → 물음 · 받음) → 오른쪽 맨 아래 값의 출처</a:t>
            </a:r>
          </a:p>
          <a:p>
            <a:r>
              <a:t>· 첫째 쿨러 경보 기록: 11:13:18 원인 진단, hyd-dmn · diagnose, 218 ms, 넘긴 입력과 돌아온 원문 13,763자</a:t>
            </a:r>
          </a:p>
          <a:p>
            <a:r>
              <a:t>· 겹 하나 더: HYD 판단 결과에는 값을 읽은 원천 · 표 · 조건 · 실행한 조회문이 남는다. 관측 시각과 조회 시각은 다른 뜻</a:t>
            </a:r>
          </a:p>
          <a:p>
            <a:r>
              <a:t>· 납기 값이 MES에서 왔다는 것은 따로 추적. 원인 진단 한 줄로 납기까지 확인했다고 읽지 않는다. 모든 외부 서버가 출처를 자동으로 주지는 않는다</a:t>
            </a:r>
          </a:p>
          <a:p>
            <a:r>
              <a:t>· 안전한 연결 = 권한 밖으로 새는 곳을 막기 + 받은 것과 받지 못한 것을 추적하게 남기기</a:t>
            </a:r>
          </a:p>
          <a:p>
            <a:r>
              <a:t>[다음] 실습 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제목(첫 실습)</a:t>
            </a:r>
          </a:p>
          <a:p>
            <a:r>
              <a:t>· 앞 이론과의 연결: 스킬이 부르는 도구가 MCP로 이어지는 길과 안전 기준을 실제 호출 기록에서 확인</a:t>
            </a:r>
          </a:p>
          <a:p>
            <a:r>
              <a:t>· 장소: HYD 포털, 준비된 에이전트의 기록을 읽는다(서버를 새로 등록하지 않는다)</a:t>
            </a:r>
          </a:p>
          <a:p>
            <a:r>
              <a:t>· 네 실습의 차례: 호출 기록 대조(포털) → 외부 MCP · 내 조회 도구(VS Code) → 회의록 스킬 → 학습노트 퀴즈 에이전트</a:t>
            </a:r>
          </a:p>
          <a:p>
            <a:r>
              <a:t>[다음] 첫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입력: 포털에 준비된 에이전트가 질문 하나에 답하며 남긴 호출 기록</a:t>
            </a:r>
          </a:p>
          <a:p>
            <a:r>
              <a:t>· 호출 읽기: 줄마다 도구 이름 · 넘긴 입력 · 돌아온 반환값</a:t>
            </a:r>
          </a:p>
          <a:p>
            <a:r>
              <a:t>· 근거 대조: 같은 질문에 쓰인 값 가운데 설비 지식(그래프)에서 온 것과 지금의 업무 조회에서 온 것을 가르고, 반환값이 답의 어느 근거인지 잇는다</a:t>
            </a:r>
          </a:p>
          <a:p>
            <a:r>
              <a:t>· 산출물: 도구 · 입력 · 반환값 · 쓰인 자리를 짝지은 대조 기록. 성공 기준: 답의 근거마다 그 값을 준 호출을 댄다</a:t>
            </a:r>
          </a:p>
          <a:p>
            <a:r>
              <a:t>· 주의: 포털에 서버를 새로 등록하지 않는다. 외부 MCP 연결은 다음 실습(VS Code)</a:t>
            </a:r>
          </a:p>
          <a:p>
            <a:r>
              <a:t>[다음] 둘째 실습: 직접 연결하고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제목(둘째 실습)</a:t>
            </a:r>
          </a:p>
          <a:p>
            <a:r>
              <a:t>· 자리를 내 PC의 VS Code로 옮긴다. 첫 실습은 준비된 연결을 읽기만, 이번에는 직접 연결하고 도구도 하나 직접 만든다(바이브 코딩)</a:t>
            </a:r>
          </a:p>
          <a:p>
            <a:r>
              <a:t>· 이론의 연결: 도구 정의(이름 · 설명 · 입력 스키마), stdio · HTTP 연결, 실패 분류와 출처</a:t>
            </a:r>
          </a:p>
          <a:p>
            <a:r>
              <a:t>· 이 연결 원리로 마지막 실습에서 내 Notion 학습노트를 읽는다</a:t>
            </a:r>
          </a:p>
          <a:p>
            <a:r>
              <a:t>· 오프라인: 기본은 Notion 없이 파일 · Git · 시간 MCP 실습으로 진행</a:t>
            </a:r>
          </a:p>
          <a:p>
            <a:r>
              <a:t>[다음] 둘째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둘째(강조)</a:t>
            </a:r>
          </a:p>
          <a:p>
            <a:r>
              <a:t>· 외부 서버 연결: 준비된 파일시스템 · Git · 시간 서버를 연결하고 접근 범위를 정한다. 도구 목록에서 입력 · 반환값 확인</a:t>
            </a:r>
          </a:p>
          <a:p>
            <a:r>
              <a:t>· 내 조회 도구(중심): 제공된 서버 골격에 점검 자료 조회 함수를 구현해 MCP 도구로 내보낸다. 이름 · 설명 · 입력 스키마를 직접 정한다</a:t>
            </a:r>
          </a:p>
          <a:p>
            <a:r>
              <a:t>· 한 요청에서 조합: 기존 에이전트가 이 도구들을 이어 불러 파일 내용 · 변경 이력 · 기준 시각을 조합 = 산출물</a:t>
            </a:r>
          </a:p>
          <a:p>
            <a:r>
              <a:t>· 성공 기준: 결과마다 서버 · 도구의 출처, 조회 실패는 실패로 드러남(빈 값 · 0으로 바꾸지 않음)</a:t>
            </a:r>
          </a:p>
          <a:p>
            <a:r>
              <a:t>· 주의: 모두 내 PC 안의 연결, 포털 등록을 전제하지 않는다. 키 · 토큰은 설정에 그대로 적지 않는다</a:t>
            </a:r>
          </a:p>
          <a:p>
            <a:r>
              <a:t>[다음] 셋째 실습: 회의록 스킬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제목(셋째 실습)</a:t>
            </a:r>
          </a:p>
          <a:p>
            <a:r>
              <a:t>· 이번 회차의 다른 축, 스킬로 돌아온다: 회의 내용을 후속 업무로 바꾸는 SKILL.md를 직접 쓴다</a:t>
            </a:r>
          </a:p>
          <a:p>
            <a:r>
              <a:t>· 이론의 연결: 스킬을 쓸 때 지킬 네 가지(description, 실제 도구 이름, 막혔을 때, 결과 항목)를 그대로</a:t>
            </a:r>
          </a:p>
          <a:p>
            <a:r>
              <a:t>· 목록을 만드는 것과 담당자에게 실제로 업무를 발송하는 것은 구분 — 이번에는 목록 만들기 · 원문 대조까지</a:t>
            </a:r>
          </a:p>
          <a:p>
            <a:r>
              <a:t>[다음] 셋째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입력과 스킬 작성: 예제 회의록 → 결정사항 · 담당자 · 완료 시점을 뽑는 절차와 결과 항목</a:t>
            </a:r>
          </a:p>
          <a:p>
            <a:r>
              <a:t>· 예외 지침: 담당자 · 기한이 회의록에 없으면 지어내지 않고 「미정」</a:t>
            </a:r>
          </a:p>
          <a:p>
            <a:r>
              <a:t>· 작업 목록과 검토: 사람이 읽는 Markdown + 프로그램이 읽는 JSON, 항목마다 회의록 원문의 근거 문장과 대조</a:t>
            </a:r>
          </a:p>
          <a:p>
            <a:r>
              <a:t>· 성공 기준: 요약에서 끝나지 않고 누가 · 언제까지 · 무엇을(또는 미정)이 항목마다, 원문 근거가 있다</a:t>
            </a:r>
          </a:p>
          <a:p>
            <a:r>
              <a:t>· 같은 안건이 표현을 바꿔 다시 나오면 함부로 합치지 않고 판단 근거 · 불확실한 부분을 남긴다</a:t>
            </a:r>
          </a:p>
          <a:p>
            <a:r>
              <a:t>[다음] 마지막 실습: 학습노트 퀴즈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제목(마지막 실습)</a:t>
            </a:r>
          </a:p>
          <a:p>
            <a:r>
              <a:t>· 내 학습노트로 문제를 내고 채점하는 퀴즈 에이전트. 회의록 실습의 「항목마다 원문 근거」 원칙을 그대로</a:t>
            </a:r>
          </a:p>
          <a:p>
            <a:r>
              <a:t>· 둘째 실습의 MCP 연결 원리로 Notion을 읽는다</a:t>
            </a:r>
          </a:p>
          <a:p>
            <a:r>
              <a:t>· 오프라인(C68): 기본은 Notion 없이 진행. 현장에서 Notion 설치 · 접속 · MCP 연결과 자기 자료가 준비되면 조회 도구 실습 대신 이 퀴즈를 선택 실습으로</a:t>
            </a:r>
          </a:p>
          <a:p>
            <a:r>
              <a:t>[다음] 마지막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넷째(강조)</a:t>
            </a:r>
          </a:p>
          <a:p>
            <a:r>
              <a:t>· 입력: 수업마다 정리해 온 내 Notion 학습노트에서 페이지를 골라 MCP 읽기 연결로 읽는다</a:t>
            </a:r>
          </a:p>
          <a:p>
            <a:r>
              <a:t>· 출제와 채점: 문항 · 정답 기준 · 해설 · 원문 근거. 답하기 전에는 정답 · 해설을 숨긴다. 답을 받으면 정답 · 부분 정답 · 오답과 이유, 원문을 다시 열어 확인</a:t>
            </a:r>
          </a:p>
          <a:p>
            <a:r>
              <a:t>· 이어가기: 다음 문항 · 틀린 개념 재도전, 풀이 기록 저장</a:t>
            </a:r>
          </a:p>
          <a:p>
            <a:r>
              <a:t>· 성공 기준: 표현만 다른 정답 · 불완전한 답 · 노트에 없는 질문으로 채점이 맞게 갈리는지. 글자 일치만으로 채점하거나 모델 판정을 그대로 믿지 않는다. 근거가 모자라면 출제 · 채점 보류</a:t>
            </a:r>
          </a:p>
          <a:p>
            <a:r>
              <a:t>· 연결이 안 되면 같은 노트의 Markdown 내보내기로 진행하되, 실제 MCP 연결 여부는 따로 적는다</a:t>
            </a:r>
          </a:p>
          <a:p>
            <a:r>
              <a:t>[다음] 실습 뒤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2 × 2 카드, 상황(제목 · 첫 줄) → 아래 파란 줄의 답. 학생이 먼저 고르게 한다(약 15초)</a:t>
            </a:r>
          </a:p>
          <a:p>
            <a:r>
              <a:t>· 정기 정비 경보도 같은 방법으로 → 스킬: 이름 있는 지침을 에이전트에 붙인다(프롬프트에 매번 적지 않는다)</a:t>
            </a:r>
          </a:p>
          <a:p>
            <a:r>
              <a:t>· 운전원이 팬 100 % 작업 순서를 찾는다 → SOP: 사람이 설비에 하는 일의 절차. 같은 「절차」라도 스킬에서 찾을 것이 아니다</a:t>
            </a:r>
          </a:p>
          <a:p>
            <a:r>
              <a:t>· 판단 엔진 서버의 도구가 셋 늘었다 → 도구 목록: 지금 내주는 기능, 변경된 입력 · 권한 확인</a:t>
            </a:r>
          </a:p>
          <a:p>
            <a:r>
              <a:t>· 토큰이 필요한 외부 서버 → 자리표시자: 값은 설정 밖, 실행 직전에 채운다</a:t>
            </a:r>
          </a:p>
          <a:p>
            <a:r>
              <a:t>· 무엇을 어디에 둘지(방법 · 사람의 절차 · 도구 정보 · 비밀)를 가르면 바꿀 때 무엇부터 볼지 안다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</a:t>
            </a:r>
          </a:p>
          <a:p>
            <a:r>
              <a:t>· 에이전트 스킬(Agent Skill): 업무 지침과 자료를 이름 있는 묶음으로 관리해 다시 쓰는 방법. MCP: AI 애플리케이션이 외부 도구 · 데이터에 연결하는 방식을 정한 개방형 프로토콜</a:t>
            </a:r>
          </a:p>
          <a:p>
            <a:r>
              <a:t>· 호스트 · 클라이언트: 모델을 가진 애플리케이션, 그 안에서 서버 하나와 연결을 유지하는 구성요소. 서버 · 도구: 기능을 내주는 프로그램, 호출할 수 있는 기능</a:t>
            </a:r>
          </a:p>
          <a:p>
            <a:r>
              <a:t>· 입력 스키마(JSON Schema): 넘길 값의 이름과 형</a:t>
            </a:r>
          </a:p>
          <a:p>
            <a:r>
              <a:t>· stdio · Streamable HTTP: 하위 프로세스의 표준 입출력/HTTP 요청</a:t>
            </a:r>
          </a:p>
          <a:p>
            <a:r>
              <a:t>· readOnlyHint: 서버가 스스로 다는 읽기 전용 표시. 최소 권한 원칙: 필요한 권한만. 자리표시자: 비밀값 대신 적는 이름과 자리</a:t>
            </a:r>
          </a:p>
          <a:p>
            <a:r>
              <a:t>[다음] 퀴즈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퀴즈 세 문제. 문항마다 먼저 가린다: 문제가 스킬에 있나, 연결에 있나, 응답 처리에 있나</a:t>
            </a:r>
          </a:p>
          <a:p>
            <a:r>
              <a:t>· 정답과 까닭은 세 문제 뒤에 함께</a:t>
            </a:r>
          </a:p>
          <a:p>
            <a:r>
              <a:t>[다음] Quiz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스킬에 생산 오더 조회(mes_orders) 단계가 있는데 값을 못 받았다. 연결된 서버는 neo4j와 hyd-dmn뿐</a:t>
            </a:r>
          </a:p>
          <a:p>
            <a:r>
              <a:t>· 물음: 먼저 고칠 곳은?</a:t>
            </a:r>
          </a:p>
          <a:p>
            <a:r>
              <a:t>· 생각할 거리: 빠진 것이 방법(스킬)인가 연결(서버)인가</a:t>
            </a:r>
          </a:p>
          <a:p>
            <a:r>
              <a:t>· 약 20초</a:t>
            </a:r>
          </a:p>
          <a:p>
            <a:r>
              <a:t>[다음] Quiz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예비품 재고 조회가 제한 시간 안에 끝나지 않아 포털이 시간 초과로 결과를 못 받았다고 알림</a:t>
            </a:r>
          </a:p>
          <a:p>
            <a:r>
              <a:t>· 물음: 결과에 적을 내용은?</a:t>
            </a:r>
          </a:p>
          <a:p>
            <a:r>
              <a:t>· 생각할 거리: 실패한 조회가 재고에 대해 알려 준 것과 알려 주지 않은 것</a:t>
            </a:r>
          </a:p>
          <a:p>
            <a:r>
              <a:t>· 약 20초</a:t>
            </a:r>
          </a:p>
          <a:p>
            <a:r>
              <a:t>[다음] Quiz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HYD 포털에 새로 등록한 서버, 연결 검사 통과, 강사의 별도 읽기 확인 없음. read_rows 읽기 표시(true), update_row 쓰기 표시(false), export 표시 없음</a:t>
            </a:r>
          </a:p>
          <a:p>
            <a:r>
              <a:t>· 물음: 연결 검사 뒤 허용 목록에 오르는 도구는?</a:t>
            </a:r>
          </a:p>
          <a:p>
            <a:r>
              <a:t>· 생각할 거리: 세 도구가 연결 검사에서 각각 어떻게 판정되나</a:t>
            </a:r>
          </a:p>
          <a:p>
            <a:r>
              <a:t>· 약 20초</a:t>
            </a:r>
          </a:p>
          <a:p>
            <a:r>
              <a:t>[다음] 정답 맞추기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2번(업무 DB 서버 enterprise 연결): 스킬에 방법은 있고 빠진 것은 실행할 연결. 연결 뒤 호출 권한 · 입력 확인. 오답 1 · 3은 스킬을 고쳐 연결을 못 채우고, 4는 남은 도구까지 줄인다</a:t>
            </a:r>
          </a:p>
          <a:p>
            <a:r>
              <a:t>· Quiz 2 정답 4번(조회 실패로 확인 못 함): 실패는 재고가 없다는 게 아니라 모른다는 것만 알려 준다. 오답 1 모르는 것을 없는 것으로, 2 지난 값을 지금 값처럼, 3 확인 못 한 사실까지 삭제</a:t>
            </a:r>
          </a:p>
          <a:p>
            <a:r>
              <a:t>· Quiz 3 정답 1번(read_rows 하나): 기본 판정은 읽기 표시 + 이름이 쓰기 아님만 인정. update_row는 쓰기 표시, export는 표시가 없어 걸러진다. 2번은 표시 없는 도구를 읽기로 본 혼동</a:t>
            </a:r>
          </a:p>
          <a:p>
            <a:r>
              <a:t>· 맺음: 일하는 방법은 스킬로, 도구는 MCP로 연결하되 권한 · 비밀 · 불완전한 응답을 관리한다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43.png"/><Relationship Id="rId6" Type="http://schemas.openxmlformats.org/officeDocument/2006/relationships/image" Target="../media/image1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44.png"/><Relationship Id="rId6" Type="http://schemas.openxmlformats.org/officeDocument/2006/relationships/image" Target="../media/image1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1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1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업무 능력을 재사용하고 여러 외부 시스템을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지침의 재사용과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시스템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에이전트가 일하는 방법을 스킬로 남기고, 그 스킬이 부르는 도구를 MCP로 안전하게 연결한다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plug-connected" descr="plug-connected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hield-check" descr="shield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일하는 방법을 스킬로 적고, 그 스킬이 부르는 도구를 연결하는 원리와 안전 기준을 익힌다.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4783"/>
            <a:ext cx="2567863" cy="35731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0595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5957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28911"/>
            <a:ext cx="2238679" cy="204609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SKILL.md의 머리말 · 절차 · 결과가 맡는 일을 원문에서 짚는다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SOP, 한 번의 프롬프트와 구분한다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4816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816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04783"/>
            <a:ext cx="2567863" cy="35731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0595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lug-connected" descr="plug-connecte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59570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28911"/>
            <a:ext cx="2238679" cy="204609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 연결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호스트 · 클라이언트 · 서버 · 도구의 관계를 설명한다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 목록에서 입력 스키마와 응답을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48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4816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04783"/>
            <a:ext cx="2567863" cy="35731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0595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59570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28911"/>
            <a:ext cx="2238679" cy="204609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연결의 안전 기준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· 쓰기 권한, 파일 범위, 비밀값을 점검한다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실패 · 잘림을 구분하고 근거를 남긴다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48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4816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04783"/>
            <a:ext cx="2567863" cy="35731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0595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e-check" descr="fi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59570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28911"/>
            <a:ext cx="2238679" cy="204609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연결과 지침의 실습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도구의 호출 기록을 대조한다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외부 MCP와 내 조회 도구를 잇는다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회의록 스킬과 노트 퀴즈를 만든다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48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4816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4081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4081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65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745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 지침: SOP · 프롬프트와의 구분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0482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0482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054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146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구성: 호스트 · 클라이언트 · 서버 · 도구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688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688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455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7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15467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도구의 발견 · 호출 · 연결 방식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328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328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79476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MCP: 수행 방법과 실행 도구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968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968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256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43484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권한과 연결 검사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608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608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657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74919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074919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범위 · 비밀값 · 불완전한 응답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52486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52486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0585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15000"/>
            <a:ext cx="8229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715000"/>
            <a:ext cx="8488375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도구 확인 · MCP 연결 · 회의록 스킬 · 학습노트 퀴즈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888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888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일하는 순서와 결과의 모양을 지침 파일로 정해 두는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목표와 도구만 받은 에이전트가 정해야 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방법이 정해져 있지 않으면 어느 도구를 어떤 순서로 부르고 무엇을 낼지를 에이전트가 실행할 때마다 새로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ols" descr="tool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무엇부터 부를 것인가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엔진 도구 19개, 업무 DB 도구 14개가 놓여 있다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첫 호출부터 고를 것이 많다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어떤 순서로 부를 것인가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알기 전에는 조치 후보를 비교할 수 없다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순서가 바뀌면 빠지는 근거가 생긴다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lert-triangle" descr="alert-triang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없으면 어떻게 할 것인가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값을 읽지 못한 채 원인을 고르면 지어낸 판단이 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e-check" descr="fi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4353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내고 끝낼 것인가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결과의 모양이 실행마다 다르면 다음 단계가 그 결과를 읽지 못한다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방법을 지침으로 정해 실행 앞에 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수행 방법을 지침으로 남기면 여러 실행이 같은 기준을 참조하며, 실제 준수 여부는 기록으로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pic>
        <p:nvPicPr>
          <p:cNvPr id="6" name="삽화:고리_1.svg" descr="illust_8021966655620978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1108" y="4653198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5714" y="4842296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1286" y="3069503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1286" y="448773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관찰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2338" y="2478572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2338" y="3849532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2338" y="5220492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898" y="559868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6708" y="1864004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수행 방법을 적은 지침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순서, 예외, 결과의 모양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스킬: 이름을 붙여 재사용하는 업무 지침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지침과 필요한 자료를 이름 있는 묶음으로 관리하여 여러 실행에서 다시 쓰는 방법이다.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지침과 필요한 자료를 묶어 관리한다.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종류의 일에 다시 사용할 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머리말과 본문을 담은 중심 파일이다.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필요하면 참고 문서 · 스크립트 · 자료를 함께 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대응의 절차를 파일로 제공한다.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적용 여부와 결과는 실행 기록으로 확인한다.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스킬이 놓이는 자리: 작업 폴더의 스킬 폴더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HYD는 실행 준비 때 배정된 스킬과 이번 일의 입력을 작업 폴더에 두고, 결과를 쓸 위치를 알려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HYD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context/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task.json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.claude/skills/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cooling-emergency-response/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SKILL.md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output/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result.json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폴더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한 번의 실행 동안 쓰는 전용 폴더이다.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context/task.json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이번에 맡은 일의 입력이 들어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 폴더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배정된 스킬이 폴더째 놓인다. 폴더 이름이 곧 스킬 이름이다.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output/result.json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결과를 써 넣는 파일이다.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 ①: 머리말과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SKILL.md는 이름과 쓰임을 적은 머리말로 시작해, 맡는 일과 그 범위의 한계를 밝히는 요약으로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name: cooling-emergency-response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(COOLER_DEGRADATION)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건에서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장과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전에는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계산만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시스템이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이름이다. 폴더 이름과 같다.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경우에 쓰는 스킬인지를 한 줄로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한 건에서 무엇을 하고 무엇을 내는지를 밝힌다.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범위의 한계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조회와 계산까지만 하고 설비 명령은 내지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머리말의 name과 description: 스킬을 고르는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이름은 스킬을 구별하고 설명은 쓰임을 알려 주며, HYD는 배정한 스킬을 실행에 제공한다.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 저장 검사: 소문자 · 숫자 · 하이픈, 64자 이내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폴더 이름과 일치하는 식별자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일을 언제 수행하는지 설명한다.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필요한 본문을 고를 단서가 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배정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구현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에이전트나 업무 단계에 지정한 스킬을 제공한다.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설명 작성만으로 모든 실행에 자동 배정되지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 ②: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절차는 도구와 입력, 권장 순서, 예외를 알려 주며 실제 실행이 그 기준을 지켰는지 확인할 근거가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context/task.json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asset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pattern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alert.alertId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incident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hyd-dmn diagnose(asset, pattern, alert_id)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withheld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지어내지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4. hyd-dmn evaluate_cards(asset, pattern,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cause, failure_mode)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안이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안이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어디서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줄씩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정리한다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5. hyd-dmn submit_decision(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돌려준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입력을 읽을 파일과 읽을 항목을 가리킨다.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2단계와 그 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도구의 이름과 넘길 값, 근거가 없을 때의 행동을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「필요하면」과 「조회만」으로 범위를 정한다.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 · 5단계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2단계에서 받은 값을 넘겨 후보를 비교하고, 판단을 제출한다.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SKILL.md가 정하는 여섯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한 편은 언제, 무엇을 위해 쓰고, 무엇을 받으며, 막히면 어떻게 하고, 어떤 순서로 무엇을 내는지를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스킬문서.svg" descr="illust_149938626174905794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8607" y="188291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조건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8607" y="275276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목적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8607" y="3338968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8607" y="390153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예외 지침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2단계 끝 문장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8607" y="4483010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 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8607" y="5428500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##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 지침: 근거가 없을 때 지어내지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 도구가 근거를 확인하지 못했다고 답하면, 스킬은 원인을 고르지 말고 판단을 보류로 내라고 지시한다.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83027"/>
            <a:ext cx="5181447" cy="321665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8419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378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8419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확인된 응답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34587"/>
            <a:ext cx="4632807" cy="1616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응답의 withheld가 false이다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신선도 표시가 ok로 함께 온다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1순위가 정해진다 — 쿨러 핀 오염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절차의 다음 단계로 넘어간다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4248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4248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진행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83027"/>
            <a:ext cx="5181447" cy="3216656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841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hand-stop" descr="hand-sto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3781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8419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확인되지 않은 응답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34587"/>
            <a:ext cx="4632807" cy="1616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응답의 withheld가 true이다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오래되었거나 증거가 원인과 맞지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고르지 않고 보류로 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4248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4248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절이 정한 항목과 실제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단계가 값을 항목의 이름으로 읽기 때문에, 결과 절은 내놓을 다섯 항목의 이름을 정해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9282"/>
            <a:ext cx="6766560" cy="37241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6442"/>
            <a:ext cx="6400800" cy="34498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decision{recommended, explanation, order}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decision_id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output/result.json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"guide_card":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"recommended": "skill:sop-cool-11",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"explanation":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오염입니다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"order": [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]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"decision_id": "DEC-1010-056-0972"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29282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내놓을 항목의 이름을 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60318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 · failure_mode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그래프의 식별자를 그대로 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추천한 조치, 설명, 후보의 순위이다.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22393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decision_id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제출한 판단에 붙은 번호이다.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 지침: SOP · 프롬프트와의 구분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 · 한 번의 프롬프트와 스킬을 가르고, 재사용의 실제를 본다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사건에 쓰인 두 절차: 에이전트 스킬과 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 냉각 대응에서는 에이전트가 승인 전 판단을 만들고, 승인 뒤 시스템이 SOP의 조치를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pic>
        <p:nvPicPr>
          <p:cNvPr id="6" name="삽화:두절차.svg" descr="illust_796026115773432426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93899" y="2360386"/>
            <a:ext cx="392741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스킬이 이끄는 구간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6854" y="2360386"/>
            <a:ext cx="250918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SOP가 정한 구간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290" y="4700473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2080" y="4795022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315" y="4795022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5816" y="4795022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2240" y="4795022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운전원의 승인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11:14:56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5940" y="4795022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356" y="4795022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100 %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에이전트 스킬: 읽는 이와 적는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표준 작업 절차이고 스킬은 에이전트의 수행 지침이며, 승인 전후의 역할 배분은 업무 설계로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" descr="us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표준 작업 절차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 · 안전 조건 · 금지 사항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HYD 예: 팬 최대 운전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전 확인도 담을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AI가 읽는 수행 지침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 · 예외 · 결과 형식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HYD 예: 냉각 원인 진단과 판단 제출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지침 자체가 실행 권한은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방법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「Skill」의 두 쓰임: 조치 방법과 에이전트 스킬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그래프의 Skill 클래스는 SOP를 옮긴 조치 방법이며, 이름만 같을 뿐 에이전트 스킬과는 다른 대상이다.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방법 (Skill 클래스)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 한 편을 지식 그래프에 옮긴 노드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읽는 지침 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skill:sop-cool-11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담긴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 단계, 승인 역할, 근거 매뉴얼로 이어진 관계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도구를 부르는 순서와 결과의 모양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쓰이는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후보로 추천되고 승인된다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판단을 수행할 때 읽힌다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스킬에 적힌 것과 입력 · 도구에서 얻는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사건별 대상과 값은 입력과 도구에서 얻고, 같은 규칙을 적용할 수 있는 업무에 지침을 다시 사용한다.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방법 → 스킬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순서 · 보류 조건 · 결과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사건마다 재사용할 지침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사건 → 입력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 · 경보 종류 · 경보 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context/task.json에서 읽는다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원인과 조치 후보 → 지식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 · 팬 최대 운전 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도구가 지식 그래프에서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 → 원천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46.2 % · 납기 5.98시간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도구가 읽은 값과 기준 시각을 확인한다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스킬, 다른 경보: 두 번의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번호가 다른 두 쿨러 경보가 같은 스킬 한 편으로 처리되어 저마다 판단 하나씩을 제출했다.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재사용.svg" descr="illust_147249246089221517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647" y="4984120"/>
            <a:ext cx="2618278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한 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4875" y="2989137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첫째 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8660" y="2989137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875" y="4445191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둘째 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ALT-hyd01-0025-b8ed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660" y="4445191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DEC-1010-056-0972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9423" y="5901244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경보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번의 프롬프트와 재사용하는 지침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요청의 입력·조건과 반복할 업무 지침을 나누면, 지침을 관리하며 여러 실행에서 다시 쓸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83027"/>
            <a:ext cx="5181447" cy="321665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8419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" descr="messag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378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8419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요청의 프롬프트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34587"/>
            <a:ext cx="4632807" cy="1616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이번 입력과 목적을 전달한다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반복 절차를 매번 복사하면 판이 섞일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프롬프트도 템플릿으로 재사용할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4248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4248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요청별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83027"/>
            <a:ext cx="5181447" cy="3216656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841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3781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8419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스킬로 관리하는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34587"/>
            <a:ext cx="4632807" cy="1616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이름과 쓰임을 붙여 절차를 보관한다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업무에 배정하고 다시 읽는다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HYD는 실행 준비 때 보관본을 제공한다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진행 중 실행의 즉시 변경을 뜻하지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4248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4248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방법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틀의 세 스킬과 그 스킬을 붙인 에이전트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세 에이전트는 같은 틀에 업무마다 다른 절차를 적은 스킬을 하나씩 붙이고, 그 절차가 부를 서버를 연결한다.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붙인 스킬과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연결한 서버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긴급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cooling-emergency-response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과열 경보 — 원인 진단 · 냉각 조치 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neo4j · hyd-dmn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enterprise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pm-schedule-planning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도래 — 언제 정비할지 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neo4j · hyd-dmn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enterprise-maint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구매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spare-purchase-planning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예비품 재고 기준 이탈 — 발주 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neo4j · hyd-dmn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enterprise-purchase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스킬을 쓸 때 지키는 네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쓸 때를 한 줄로 밝히고, 도구의 실제 이름을 옮겨 적으며, 막혔을 때의 행동과 결과 항목의 이름을 정해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4150"/>
            <a:ext cx="2567863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arget" descr="targe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7893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48279"/>
            <a:ext cx="2238679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요청 한 건에서 무엇을 내는 스킬인지를 한 줄로 적는다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879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879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쓸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24150"/>
            <a:ext cx="2567863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search" descr="lis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7893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48279"/>
            <a:ext cx="2238679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이름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에이전트에 연결된 도구의 실제 이름을 그대로 옮겨 적는다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없는 이름을 지어내지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2879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2879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24150"/>
            <a:ext cx="2567863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7893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48279"/>
            <a:ext cx="2238679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막혔을 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근거나 남는 후보가 없으면 지어내지 않고 그대로 내게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2879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2879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24150"/>
            <a:ext cx="2567863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2531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orms" descr="form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7893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48279"/>
            <a:ext cx="2238679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항목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읽는 항목의 이름을 정해 두고 바꾸지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2879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2879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구성: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 · 클라이언트 · 서버 · 도구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스킬의 절차가 부르는 도구가 어디에 있고, 어떤 표준으로 연결되는가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스킬의 절차가 가리키는 것: 스킬 밖의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2단계의 diagnose는 스킬 안에 든 기능이 아니라, 스킬 밖의 프로그램이 내주는 도구의 이름이다.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914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91460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 diagnose(asset, pattern, alert_id)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server" descr="serv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2252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도구를 내주는 프로그램이다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진단은 여기서 실행된다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2252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diagnose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프로그램이 내주는 도구의 이름이다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races" descr="brace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2252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asset, pattern, alert_id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도구에 넘길 값의 이름이다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시스템마다 따로 잇는 방식과 표준을 거치는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규약은 조합마다 따로 구현할 수고를 줄이며, 실제 연결 수나 업무 의미를 하나로 만들지는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pic>
        <p:nvPicPr>
          <p:cNvPr id="6" name="삽화:연결의수.svg" descr="illust_655354633409944417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8384" y="1674906"/>
            <a:ext cx="458198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따로 잇는 방식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개별 구현 조합 3 × 3 =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2227" y="1674906"/>
            <a:ext cx="458198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표준을 거치는 방식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규약 구현 주체 3 + 3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014" y="583506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애플리케이션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3957" y="5835060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6761" y="583506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애플리케이션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51" y="5905972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공통 규약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3256" y="5835060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AI 애플리케이션과 외부 도구를 잇는 개방형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MCP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AI 애플리케이션이 외부의 도구와 데이터에 연결하는 방식을 하나로 정한 개방형 프로토콜이다.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외부 도구와 데이터를 연결하는 개방형 프로토콜이다.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 판 · 전송 방식 · 지원 기능 · 인증 조건을 맞춘다.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JSON-RPC 2.0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JSON Remote Procedure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요청과 응답을 주고받는 메시지 형식이다.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결과의 항목 이름까지 하나로 정하지는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규격 단자 비유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상호 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공통 규격으로 연결 구현을 재사용한다.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사용에는 기능과 권한 확인이 더 필요하다.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네 구성요소: 호스트 · 클라이언트 · 서버 ·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호스트가 서버별 클라이언트를 관리하며, 서버는 자신이 연결한 기능을 도구로 제공한다.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MCP구성.svg" descr="illust_872252672173009199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2936" y="1722180"/>
            <a:ext cx="436379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호스트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0403" y="1722180"/>
            <a:ext cx="32728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MCP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3256" y="1864004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932" y="4842296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3957" y="2407660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4046" y="3480791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 · 조회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4046" y="4709928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 · 도구 19개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4046" y="6000521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enterprise · 도구 14개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8709" y="3353150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8709" y="4582287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8709" y="5811423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구성요소의 정의와 HYD의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HYD에서는 처리 건마다 띄워지는 에이전트 프로그램이 호스트의 자리에, 시스템 앞의 프로그램들이 서버의 자리에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모델을 가지고 사용자의 일을 수행하는 애플리케이션이다. 클라이언트를 만들고 관리한다.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처리 건마다 띄워지는 에이전트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호스트 안에서 서버 하나와 일대일로 연결을 유지한다.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작업 폴더의 서버 설정 파일에 적힌 서버마다 하나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시스템의 기능을 도구로 내주는 프로그램이다.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neo4j, hyd-dmn, enterprise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서버가 내주는 호출할 수 있는 기능이다. 이름, 설명, 입력 스키마를 가진다.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HYD: diagnose, evaluate_cards, mes_orders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MCP 서버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기본 등록 서버 다섯은 각기 다른 범위의 도구를 제공하며, 이 표는 확인한 코드 기준이다.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닿는 시스템과 도구의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get_neo4j_schema · read_neo4j_cypher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2개만 허용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엔진과 시계열 DB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diagnose · evaluate_cards · timeseries_query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19개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 전체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mes_orders · qms_lots · spare_stock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enterprise-maint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DB의 정비 쪽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cmms_history · pm_status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enterprise-purchase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DB의 구매 쪽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spare_stock · part_quotes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도구의 발견 · 호출 · 연결 방식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 목록의 발견, 입력 스키마와 응답, 두 가지 연결 방식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목록의 발견과 호출: tools/list와 tools/call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초기화로 규약과 기능을 맞추고, 도구 목록에서 입력 형식을 알아본 뒤 필요한 도구를 호출한다.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7709" y="2972371"/>
            <a:ext cx="7396276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3369" y="2556319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3369" y="2556319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07879"/>
            <a:ext cx="3551834" cy="181851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초기화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initialize 요청 · 응답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 판과 지원 기능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initialized 알림</a:t>
            </a:r>
          </a:p>
        </p:txBody>
      </p:sp>
      <p:sp>
        <p:nvSpPr>
          <p:cNvPr id="10" name="Oval 9"/>
          <p:cNvSpPr/>
          <p:nvPr/>
        </p:nvSpPr>
        <p:spPr>
          <a:xfrm>
            <a:off x="5661507" y="2556319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1507" y="2556319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930" y="3607879"/>
            <a:ext cx="3551834" cy="181851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tools/list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· 설명 · 입력 스키마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페이지면 이어 받기</a:t>
            </a:r>
          </a:p>
        </p:txBody>
      </p:sp>
      <p:sp>
        <p:nvSpPr>
          <p:cNvPr id="13" name="Oval 12"/>
          <p:cNvSpPr/>
          <p:nvPr/>
        </p:nvSpPr>
        <p:spPr>
          <a:xfrm>
            <a:off x="9359646" y="2556319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9646" y="2556319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8068" y="3607879"/>
            <a:ext cx="3551834" cy="181851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tools/call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 이름과 입력 값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응답과 오류 확인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목록을 연결할 때 묻는 까닭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서버에서 도구 목록을 받아 오면 기능 변화를 발견할 수 있으며, 새 기능의 권한과 호환성은 별도로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2039"/>
            <a:ext cx="5181447" cy="3278632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532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068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5320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고정된 목록만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03599"/>
            <a:ext cx="4632807" cy="1678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서버 변경을 놓치기 쉽다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이름 · 입력과 어긋날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734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73472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추적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52039"/>
            <a:ext cx="5181447" cy="3278632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532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efresh" descr="refres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06827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5320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서버에서 목록 발견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03599"/>
            <a:ext cx="4632807" cy="1678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 제공하는 이름 · 설명 · 입력을 확인한다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목록 변경은 새 기능의 자동 허용이 아니다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권한 · 호환성도 검토한다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73472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73472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발견과 허용 구분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정의 한 건: part_quotes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모델이 도구를 부를지 정할 때 읽는 것은 도구 목록의 항목에 든 이름과 설명과 입력 스키마이다.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"part_quotes",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"description": "SCM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…단가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불량률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(avl)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읽습니다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"inputSchema":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"type": "object",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"properties":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"part":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"type": "string",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"default": "P-PMP-SEAL",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"description":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번호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} }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"annotations": { "readOnlyHint": true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호출할 때 쓰는 도구의 이름이다.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읽고 부를지를 정하는 글이다.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inputSchema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· 형 · 기본값 안내이다. 기본값의 실제 적용은 구현이 맡는다.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annotations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읽기 전용인지 같은 표시가 붙는다.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한 건의 요청: 도구의 전체 이름과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실행 환경은 서버를 붙인 도구 이름으로 요청하며, 입력 형식과 업무 대상의 정확성은 각각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mcp__hyd-dmn__diagnose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"alert_id": "ALT-hyd01-0025-b8ed"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mcp__서버__도구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실행 환경의 이름 표기이다. MCP 공통 이름 규칙은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스키마가 정한 이름과 형을 따르는 JSON이다.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이름의 도구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서버에 있는 part_quotes도 서버 이름으로 구분된다.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검증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포털은 스키마 위반을 거절한다. 대상 · 권한 · 의미는 별도 확인한다.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한 건의 응답: mes_orders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화면은 HYD의 업무 결과 본문이며, MCP 응답의 오류 표시와 업무 결과의 성공 여부를 구분해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"result": "ok",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"document":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"system": "MES",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"as_of": "2026-10-10T15:19:07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"facts":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"order_id": "MO-0930-0412",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"due_in_h": 5.98,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"remaining_qty": 1500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"records": [ { "asset": "HYD-01",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 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result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업무 조회의 처리 상태이다. MCP 공통 성공 보증이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as_of · facts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자료의 기준 시각과 판단에 쓸 값을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records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조회한 원래 행을 되짚는다.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 응답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프로토콜 오류와 도구 실행 오류(isError)를 따로 확인한다.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한 번이 지나는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도구 호출은 모델의 요청을 호스트가 검사하고 클라이언트가 전달하여 서버가 실행하는 경로를 따른다.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3465385"/>
            <a:ext cx="8875532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648651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3551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9" name="Oval 8"/>
          <p:cNvSpPr/>
          <p:nvPr/>
        </p:nvSpPr>
        <p:spPr>
          <a:xfrm>
            <a:off x="1081171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robot" descr="ro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88" y="3238544"/>
            <a:ext cx="599985" cy="5999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부를 도구의 이름과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입력을 요청으로 낸다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4867534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2434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3300054" y="2961627"/>
            <a:ext cx="1153819" cy="1153819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hield-check" descr="shiel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971" y="3238544"/>
            <a:ext cx="599985" cy="5999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58963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허용된 도구인지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확인한다</a:t>
            </a:r>
          </a:p>
        </p:txBody>
      </p:sp>
      <p:sp>
        <p:nvSpPr>
          <p:cNvPr id="17" name="Chevron 16"/>
          <p:cNvSpPr/>
          <p:nvPr/>
        </p:nvSpPr>
        <p:spPr>
          <a:xfrm>
            <a:off x="7086417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1317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tools/call</a:t>
            </a:r>
          </a:p>
        </p:txBody>
      </p:sp>
      <p:sp>
        <p:nvSpPr>
          <p:cNvPr id="19" name="Oval 18"/>
          <p:cNvSpPr/>
          <p:nvPr/>
        </p:nvSpPr>
        <p:spPr>
          <a:xfrm>
            <a:off x="5518938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ug-connected" descr="plug-connecte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854" y="3238544"/>
            <a:ext cx="599985" cy="5999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77846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요청을 전달한다</a:t>
            </a:r>
          </a:p>
        </p:txBody>
      </p:sp>
      <p:sp>
        <p:nvSpPr>
          <p:cNvPr id="22" name="Chevron 21"/>
          <p:cNvSpPr/>
          <p:nvPr/>
        </p:nvSpPr>
        <p:spPr>
          <a:xfrm>
            <a:off x="9305300" y="3355657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0200" y="3008185"/>
            <a:ext cx="124794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7737821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server" descr="serv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37" y="3238544"/>
            <a:ext cx="599985" cy="5999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96729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도구를 실행하고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응답을 만든다</a:t>
            </a:r>
          </a:p>
        </p:txBody>
      </p:sp>
      <p:sp>
        <p:nvSpPr>
          <p:cNvPr id="27" name="Oval 26"/>
          <p:cNvSpPr/>
          <p:nvPr/>
        </p:nvSpPr>
        <p:spPr>
          <a:xfrm>
            <a:off x="9956704" y="2961627"/>
            <a:ext cx="1153819" cy="115381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database" descr="databas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620" y="3238544"/>
            <a:ext cx="599985" cy="5999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15612" y="4252607"/>
            <a:ext cx="2036003" cy="1134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시계열 DB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DB의 값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방식 두 가지: stdio와 Streamable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stdio는 하위 프로세스의 입출력으로, Streamable HTTP는 서버 주소에 대한 HTTP 요청으로 통신한다.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pic>
        <p:nvPicPr>
          <p:cNvPr id="6" name="삽화:연결방식.svg" descr="illust_4030683252708259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1722180"/>
            <a:ext cx="501836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stdio (standard input/output)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하위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5865" y="1722180"/>
            <a:ext cx="458198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Streamable HTTP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http://…/mcp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583" y="4416826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4416826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 프로세스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266" y="3282238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표준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0261" y="4204091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표준 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764" y="5527776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실행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2231" y="3187689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31" y="5211037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5058" y="4818659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떠 있는 HTTP 서버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2227" y="5787786"/>
            <a:ext cx="4800177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 여럿 · 서버 하나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 설정 두 건: 명령으로 띄우는 서버와 주소로 접속하는 서버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설정에서 stdio 서버는 실행할 명령으로, HTTP 서버는 접속할 주소로 적혀 있어 연결 방식이 그대로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6104"/>
            <a:ext cx="6766560" cy="327050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93264"/>
            <a:ext cx="6400800" cy="2996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"mcpServers":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"neo4j":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"command": "uvx",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"args": ["mcp-neo4j-cypher@0.4.1",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"--transport", "stdio"]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"hyd-dmn":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"type": "url",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"url": "http://dmn-mcp:8198/mcp",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"transport": "streamable_http"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56104"/>
            <a:ext cx="4007815" cy="1090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mcpServers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 이름마다 연결 설정이 한 건씩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46272"/>
            <a:ext cx="4007815" cy="1090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command · args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실행할 프로그램과 인자를 적는다. stdio 서버이다.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36440"/>
            <a:ext cx="4007815" cy="1090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url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접속할 주소를 적는다. Streamable HTTP 서버이다.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MCP: 수행 방법과 실행 도구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지침에 적힌 방법과 서버가 실행하는 도구가 한 실행 안에서 어떻게 나뉘는가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MCP의 역할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스킬은 수행 지침과 자료를 제공하고, MCP는 외부 도구 호출을 연결하며, 실제 실행에는 별도의 권한이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 방법을 적은 지침이다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읽고 고칠 수 있는 글이다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지침만으로 호출 권한이 생기지 않는다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「diagnose로 원인 1순위를 얻는다」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lug-connected" descr="plug-connecte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도구를 내주고 호출을 받는 연결이다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서버라는 프로그램이 실제로 일을 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순서로 부를지는 정하지 않는다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hyd-dmn 서버가 diagnose를 실행해 응답한다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연결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둘 가운데 하나만 있을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업무에는 수행 기준과 필요한 도구가 함께 있어야 하며, 연결 뒤에도 권한·입력·결과를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필요한 도구가 없다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지침에 적힌 조회를 수행할 수 없다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현재값을 얻을 다른 경로도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ools" descr="tool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기준이 없다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 순서와 결과 기준을 매번 정할 부분이 커진다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 · 프롬프트 · 프로그램으로 방법을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방법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ircle-check" descr="circ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지침과 도구를 갖췄다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수행의 재료가 마련된다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권한 · 입력 · 결과와 지침 준수는 검증한다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 필요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실행에서 본 스킬의 단계와 서버의 응답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아래 표는 스킬 단계별 대응이며, 실제 호출은 원인 진단 뒤 후보 비교를 거쳐 업무 값을 확인했다.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스킬의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호출된 도구 · 실행한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돌려받은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/ 원인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diagnose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1순위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cause:cooler-fin-fouling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/ 사실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mes_orders · qms_lots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오더 MO-0930-0412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출하 대기 로트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L-0930-A17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/ 후보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evaluate_cards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응답 128,468자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본문을 받지 못함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밖 / 조치 효과 예측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forecast_actions × 3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안마다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 유온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/ 판단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submit_decision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판단 번호 · 추천 · 설명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DEC-1010-056-0972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권한과 연결 검사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읽기와 쓰기를 가르고, 에이전트가 부를 수 있는 도구를 정한다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도구와 쓰는 도구: 잘못 불렀을 때의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읽기에도 정보 노출과 잘못된 판단의 위험이 있고, 쓰기는 실제 변경과 중복 실행의 영향까지 확인해야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ye" descr="ey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기록을 바꾸지 않고 조회한다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읽을 대상과 정보 범위를 제한한다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생산 오더 조회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잘못된 조회는 노출 · 오판으로 이어진다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범위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encil" descr="penci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쓰는 도구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기록 변경 · 명령 · 발송을 수행한다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권한과 승인 조건을 확인한다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메일 발송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재시도 전 중복 처리 여부를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영향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readOnlyHint: 서버가 도구에 다는 읽기 전용 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readOnlyHint는 도구가 읽기만 하는지를 서버가 스스로 적은 표시여서, 연결하는 쪽이 한 번 더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readOnlyHint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 전용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 정의의 annotations에 붙는 표시이다.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true이면 시스템을 바꾸지 않는 도구라는 뜻이다.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hyd-dmn의 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엔진 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19개 가운데 17개가 true이다.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판단을 제출하는 submit_decision · submit_purchase만 false이다.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enterprise의 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DB 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14개가 모두 true이다.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표시의 성격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힌트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서버가 스스로 적은 값이다.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HYD는 표시와 이름으로 걸러도 동작 전체를 증명하지 못한다.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권한과 서버 동작도 확인한다.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등록한 서버의 도구가 지나는 세 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HYD는 연결 검사와 설정 지문, 읽기 판정을 거친 도구를 허용하며, 표시 없는 도구는 별도 확인 없이는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삽화:세겹.svg" descr="illust_758079306698119284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753" y="1674906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① 도구의 표시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readOnlyHint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9405" y="1674906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② 연결 검사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tools/list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490" y="1674906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③ 허용 목록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통과한 도구 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3848" y="3282238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part_quotes ·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3848" y="4511375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send_mail ·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3848" y="5716874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표시 없음 · 확인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10" y="465319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검사의 실패 사유와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 검사는 실패를 빈 성공으로 넘기지 않고, 무엇이 막혔는지를 분류와 사람이 읽는 사유로 돌려준다.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다음에 확인할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접속이 거절됐다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서버 상태 · 주소 · 포트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unreachable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해석 또는 네트워크 접근 실패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 · 네트워크 경로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 시간 안에 응답을 못 받았다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 상태 · 응답 지연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인증 · 접근 권한을 확인해야 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자격 증명 · 필요한 권한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not_mcp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응답이 MCP 형식에 맞지 않는다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접속 주소 · 끝점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exec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stdio 명령을 찾거나 실행하지 못했다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 주체의 환경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목록(Allowlist): 에이전트가 부를 수 있는 도구의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허용 목록과 실행 정책은 모델이 낸 요청 가운데 실제로 실행할 수 있는 도구를 제한한다.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목록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mcp__neo4j__get_neo4j_schema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mcp__neo4j__read_neo4j_cypher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mcp__hyd-dmn__*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mcp__enterprise__*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mcp__enterprise-maint__*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mcp__enterprise-purchase__*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Read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Glob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Grep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 도구 둘의 이름만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서버가 내주는 도구 전부를 뜻한다. 미리 검사해 둔 기준 서버에만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등록한 서버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검사·확인에서 읽기로 인정한 이름만 허용하며, 모델의 요청 자체와 실행 권한은 구별한다.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Read · Skill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읽기, 스킬 읽기 같은 호스트의 도구이다.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쓰기의 세 층: 판단의 제출, 설비 명령, 업무 기록과 발송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 에이전트의 MCP 쓰기 둘은 판단 제출용이며, 설비 명령과 업무 실행은 승인 뒤 시스템이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export" descr="file-expor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판단의 제출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submit_decision · submit_purchase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고를 추천안을 기록한다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 · 발주 · 작업지시 실행과 구별한다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olt" descr="bol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명령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속도를 바꾸는 명령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담당자가 승인한 뒤에 만들어진다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뒤의 시스템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il" descr="mail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기록과 메일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작업지시의 등록, 메일의 발송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send_mail은 에이전트에 연결하지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뒤의 시스템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원칙: Principle of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필요한 것만 주는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 따라, 업무 DB 서버는 정비용과 구매용으로 나뉘어 에이전트마다 따로 연결된다.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주고 그 밖의 권한은 주지 않는다는 원칙이다.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읽기 도구라도 그 일에 쓰이지 않으면 연결하지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계획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정비용 서버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 서버 가운데 enterprise-maint만 연결한다.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쪽 도구 4개(pm_status 등)를 받는다.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구매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구매용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enterprise-purchase만 연결한다.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 쪽 도구 3개(part_quotes 등)를 받는다.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범위 · 비밀값 · 불완전한 응답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읽고 쓸 파일의 범위, 인증 비밀값의 자리, 실패하거나 잘린 응답의 처리와 근거 표시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접근 범위: 작업 폴더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폴더는 입력·지침·결과의 자리를 정하며, 폴더 구분과 지시만으로 운영체제 접근이 격리되지는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older" descr="fold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실행마다 작업 폴더 하나를 준다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「작업 디렉터리 밖의 파일을 읽거나 수정하지 마세요.」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폴더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ome-off" descr="home-off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「홈 디렉터리를 찾아보지 마세요.」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홈에는 프로그램의 설정과 로그인 정보가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홈 디렉터리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check" descr="fi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 파일은 output/result.json에 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접근 통제는 별도 장치로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정해진 경로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인증 비밀값: 설정에는 자리표시자, 값은 실행 직전에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HYD는 설정에 자리표시자를 두고 실행 시 비밀값을 채우며, 새 자격 증명의 유효성과 권한은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"my-drive":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"type": "url",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"url": "https://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/mcp",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"headers":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"Authorization":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"Bearer ${SECRET:GOOGLE_TOKEN}"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화면에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접속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"NEO4J_PASSWORD":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＊＊＊＊＊＊＊＊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${SECRET:이름}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들어갈 자리와 그 값의 이름이다. 값은 설정과 따로 보관한다.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값이 없을 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빈 값으로 연결하지 않고 그 서버를 실행에서 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가린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화면과 기록에 보일 때는 값을 별표로 가린다.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환경변수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워커의 비밀 상속을 줄인다. 필요한 인증과 실행 중 설정은 별도 관리한다.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응답은 불완전할 수 있다: 잘린 결과의 실제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큰 응답의 전달 제한에서 계획과 실행 결과를 구분하고, 실제 읽은 범위와 확인하지 못한 범위를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3459"/>
            <a:ext cx="5181447" cy="2915793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34627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첫째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85019"/>
            <a:ext cx="4632807" cy="13155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 비교 응답이 12만 자를 넘었다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「필요한 항목만 다시 뽑겠다」고 말했다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계획일 뿐, 재조회 성공의 증거가 아니다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9920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920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말한 계획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533459"/>
            <a:ext cx="5181447" cy="2915793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734627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둘째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585019"/>
            <a:ext cx="4632807" cy="13155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 비교 응답이 12만 자를 넘었다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열어 보지 못한 출력을 마지막 보고에 밝혔다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읽지 못한 범위를 보존했다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49920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49920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남긴 범위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 없음 · 실패 · 시간 초과 · 잘림의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0행·호출 실패·시간 초과·잘림은 서로 다른 상태이므로, 확인한 범위와 모르는 범위를 구체적으로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응답의 모양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결과에 적는 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0행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조회는 정상 처리됐다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조건에 맞는 행을 찾지 못함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수량 0으로 바꾸지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· 프로토콜 · 도구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사유와 확인 못 한 값을 남긴다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 시간 안에 결과를 못 받았다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미실행을 단정하지 않는다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변경 재시도 전 상태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잘림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일부 또는 본문을 읽지 못했다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범위와 누락을 밝힌다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표시: 호출 기록과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외부 도구에서 받은 값을 판단에 쓰려면 어느 서버의 어느 도구가 준 값인지와 그 값의 원천이 함께 남아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11:13:18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hyd-dmn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diagnose  218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물음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"alert_id": "ALT-hyd01-0014-e0a1"}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13,763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시각과 걸린 시간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언제 불렀고 얼마나 걸렸는지가 남는다.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서버와 도구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hyd-dmn의 diagnose. 값을 준 서버와 도구가 남는다.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물음과 받음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넘긴 입력과 돌아온 원문이 나란히 남는다.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 판단에는 원천 · 조회 근거가 붙는다.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관측 시각과 조회 시각을 구분한다.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에이전트의 업무 도구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반환값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기록의 입력 · 반환값과 답의 근거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에이전트의 호출 기록에서 도구 · 입력 · 반환값을 읽고, 각 반환값이 답의 어느 근거인지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details" descr="list-detail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포털에 준비된 에이전트가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 하나에 답하며 남긴 호출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읽기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줄마다 도구 이름 · 넘긴 입력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돌아온 반환값을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33377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33377"/>
            <a:ext cx="19202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· 입력 · 반환값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git-compare" descr="git-compar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대조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지식과 현재 업무 조회를 가른다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반환값이 답의 어느 근거인지 잇는다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답과 대조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ircle-check" descr="circ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4353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 · 입력 · 반환값 · 쓰인 자리의 대조 기록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서버를 새로 등록하지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 기록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외부 MCP를 연결하고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조회 도구를 만들어 조합하기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서버와 내 조회 도구의 연결 · 한 요청의 조합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외부 MCP 서버를 연결하고 직접 만든 조회 도구를 더해, 기존 에이전트가 한 요청에서 조합한 결과의 출처를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lug-connected" descr="plug-connected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서버 연결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파일시스템 · Git · 시간 서버를 연결하고 접근 범위를 정한다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도구마다 입력과 반환값을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조회 도구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제공된 서버 골격에 점검 자료 조회 함수를 구현한다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MCP 도구로 내보낸다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직접 만든 도구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ute" descr="rout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요청에서 조합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에이전트가 이 도구들을 이어 부른다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파일 내용 · 변경 이력 · 기준 시각을 조합한다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ircle-check" descr="circ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결과마다 도구의 출처가 붙는다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 실패는 실패로 드러난다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 등록 없이 로컬에서 잇는다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출처와 실패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회의 내용을 후속 업무로 바꾸는 스킬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회의록에서 작업 목록을 만드는 SKILL.md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회의록에서 결정사항 · 담당자 · 기한을 뽑는 SKILL.md를 쓰고, 그 스킬이 만든 작업 목록을 원문과 대조한다.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스킬 작성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예제 회의록을 입력으로 받는다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결정사항 · 담당자 · 완료 시점을 뽑는 절차와 결과 항목을 적는다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075944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07594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elp-circle" descr="help-circ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 지침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담당자나 기한이 없는 항목은 지어내지 않고 「미정」으로 표시하게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목록과 검토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Markdown과 JSON 작업 목록을 만든다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항목마다 회의록 원문의 근거 문장과 대조한다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ircle-check" descr="circ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누가 · 언제까지 · 무엇을 할지 또는 미정이 남는다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항목마다 원문 근거를 대조한다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행동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내 Notion 학습노트로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출제 · 채점하는 퀴즈 에이전트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학습노트의 출제 · 채점 · 재도전과 원문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Notion 학습노트를 MCP로 읽어 문제를 내고, 답을 정답 · 부분 정답 · 오답으로 가려 원문 근거로 되짚는다.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0217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수업마다 정리해 온 내 Notion 학습노트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MCP 읽기 연결로 페이지를 읽는다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05552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05552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elp-circle" descr="help-circ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0217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출제와 채점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문항 · 정답 기준 · 해설 · 원문 근거를 만든다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답하기 전에는 정답과 해설을 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05552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05552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출제 · 채점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epeat" descr="repea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0217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이어가기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다음 문항 · 틀린 개념 재도전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풀이 기록을 저장한다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055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055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풀이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47391"/>
            <a:ext cx="2567863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4856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ircle-check" descr="circ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0217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71519"/>
            <a:ext cx="2238679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표현의 정답 · 불완전한 답 · 노트 밖 질문을 가른다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근거가 모자라면 보류한다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055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055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근거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무엇을 어디에 둘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다룰 것이 방법인지, 사람의 절차인지, 도구의 정보인지, 비밀값인지에 따라 먼저 볼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반복되는 경보의 처리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경보도 같은 방법으로 처리한다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스킬: 이름 있는 지침을 에이전트에 붙인다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운전의 작업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팬 100 % 작업 순서를 찾는다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SOP: 사람이 설비에 하는 일의 절차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서버에 늘어난 도구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엔진 서버의 도구가 셋 늘었다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목록: 변경된 입력·권한을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토큰이 필요한 서버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서버의 인증 설정을 준비한다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자리표시자: 값은 따로 두고 실행 때 채운다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아홉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지침과 필요한 자료를 이름 있는 묶음으로 관리해 다시 쓰는 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도구와 데이터에 연결하는 방식을 정한 개방형 프로토콜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 · 클라이언트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Host · Client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모델을 가진 애플리케이션과, 그 안에서 서버 하나와 연결을 유지하는 구성요소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 · 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Server · Tool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시스템의 기능을 내주는 프로그램과, 그 서버가 내주는 호출할 수 있는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스키마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Input Schema (JSON Schema)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도구에 넘길 값의 이름과 형을 정한 정의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stdio · Streamable HTTP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Input/Output · Streamable HTTP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하위 프로세스의 표준 입출력, 또는 HTTP 요청으로 주고받는 연결 방식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readOnlyHint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Read-only Hint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도구가 시스템을 바꾸지 않는다고 서버가 스스로 다는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주는 원칙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자리표시자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Placeholder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설정에 비밀값 대신 적어 두는 값의 이름과 자리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스킬에 적힌 조회가 실행되지 않은 까닭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스킬에 mes_orders 직접 호출이 있지만, 연결된 서버는 neo4j와 hyd-dmn뿐이며 그 도구는 제공되지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먼저 고칠 곳으로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절차에 mes_orders의 입력 스키마를 옮겨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에이전트에 업무 DB 서버 enterprise를 연결한다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description을 더 자세히 고쳐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목록에서 hyd-dmn의 도구를 뺀다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시간을 넘긴 재고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예비품 재고 조회가 제한 시간 안에 끝나지 않아, 포털이 시간 초과로 결과를 받지 못했다고 알렸다.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결과에 적을 내용으로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재고가 0개라고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지난 실행에서 본 재고 값을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항목을 결과에서 지운다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조회에 실패해 재고를 확인하지 못했다고 적는다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등록한 서버에서 에이전트가 쓸 수 있는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HYD에서 연결 검사는 통과했고, read_rows(true), update_row(false), export(표시 없음)에 강사의 별도 확인은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검사 뒤 에이전트의 허용 목록에 오르는 도구는?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read_rows 하나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read_rows와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도구 모두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오르는 도구가 없다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스킬과 도구의 역할, 응답이 알려 준 범위, 읽기와 쓰기의 경계를 올바로 판단하는지를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스킬은 방법을 적은 글이고 실행은 서버가 한다. 서버가 연결되지 않으면 그 값을 받지 못한다.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실패한 조회는 값이 없다는 사실을 알려 주지 않는다. 실패는 실패로 적는다.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HYD의 기본 판정이다. 별도 확인 없는 표시 누락 도구는 자동 허용하지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