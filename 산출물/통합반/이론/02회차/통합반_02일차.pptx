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두 번째 카드는 그 구분을 여러 사람이 함께 쓸 스키마로 적는 일입니다. 식별자와 제약으로 어긋난 데이터를 가려내는 것까지 포함하고요. 세 번째는 정의한 지식을 그래프 DB에 저장하고, Cypher 쿼리로 조회하고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직접 만들어 봅니다. 실습은 이미 있는 그래프를 조회하고 지식 지도를 탐색하는 데서 시작합니다. 그다음에 설비 자료로 직접 설계하고, 그걸 그래프에 구현해서 확인하겠습니다. 먼저 대상과 값, 연결을 구별하는 세 단원부터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마지막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