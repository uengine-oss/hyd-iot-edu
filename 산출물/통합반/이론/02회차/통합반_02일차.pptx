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카드(검증) 강조</a:t>
            </a:r>
          </a:p>
          <a:p>
            <a:r>
              <a:t>· 1 클래스 · 인스턴스와 관계: 대상을 나누고, 대상에 적을 값과 다른 대상으로 잇는 관계를 구별. 관계의 방향과 카디널리티(양쪽에 몇 개씩 이어질 수 있나)</a:t>
            </a:r>
          </a:p>
          <a:p>
            <a:r>
              <a:t>· 2 스키마 설계: 그 구분을 여러 사람이 함께 쓸 정의로. 식별자와 제약으로 어긋난 데이터를 가려냄</a:t>
            </a:r>
          </a:p>
          <a:p>
            <a:r>
              <a:t>· 3 그래프 DB와 Cypher: 저장하고 조회 · 집계하고 노드와 관계를 만든다</a:t>
            </a:r>
          </a:p>
          <a:p>
            <a:r>
              <a:t>· 4 실습: 설비 자료로 직접 설계한 지식을 그래프에 넣고 조회 결과가 설계와 맞는지 확인</a:t>
            </a:r>
          </a:p>
          <a:p>
            <a:r>
              <a:t>· 용어가 많아도 물음은 하나: 쿨러 사건에 나온 대상을 어떻게 적고 어떻게 찾나</a:t>
            </a:r>
          </a:p>
          <a:p>
            <a:r>
              <a:t>[다음] 갈 길을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쿨러 이상으로 유온 센서를 찾았는데 이름만 적혀 있다면? 무슨 값을 내놓는지, 어느 장치를 보는지 모른다</a:t>
            </a:r>
          </a:p>
          <a:p>
            <a:r>
              <a:t>· 이 단원에서 채울 것: 어떤 종류의 대상인지 → 이름 · 단위 같은 값 → 재는 물리량 · 주변 장치와 연결</a:t>
            </a:r>
          </a:p>
          <a:p>
            <a:r>
              <a:t>· 다 적으면 센서 하나에서 쿨러 상태와 정비 정보까지 찾아간다</a:t>
            </a:r>
          </a:p>
          <a:p>
            <a:r>
              <a:t>· 여기서 세우는 말(클래스 · 인스턴스 · 속성 · 관계)을 스키마와 쿼리까지 회차 끝까지 쓴다</a:t>
            </a:r>
          </a:p>
          <a:p>
            <a:r>
              <a:t>[다음] 종류와 개별 대상을 나누는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설비 세 대 → 왼쪽 클래스 → 오른쪽 강조한 인스턴스 → 아래 센서 둘 → 맨 아래 문장</a:t>
            </a:r>
          </a:p>
          <a:p>
            <a:r>
              <a:t>· 경보가 어느 설비에서 났는지 알려면 세 대는 서로 구별돼야 하고, 동시에 모두 설비라는 공통점이 있다</a:t>
            </a:r>
          </a:p>
          <a:p>
            <a:r>
              <a:t>· 클래스 = 공통 특성을 가진 대상의 유형(설비 · 센서). 그 유형이 적을 정보와 연결할 대상을 공통으로 정한다</a:t>
            </a:r>
          </a:p>
          <a:p>
            <a:r>
              <a:t>· 인스턴스 = 그 유형에 속하는 개별 대상. 같은 정의를 쓰되 이름과 내용은 각자</a:t>
            </a:r>
          </a:p>
          <a:p>
            <a:r>
              <a:t>· 유온 센서와 냉각 효율 채널: 둘 다 센서 클래스지만 서로 다른 인스턴스. 읽는 법 「유온 센서는 센서의 하나이다」</a:t>
            </a:r>
          </a:p>
          <a:p>
            <a:r>
              <a:t>· 쓰임: 새 센서는 유형을 새로 만들지 않고 내용만 채운다. 「센서 전부」는 클래스로, 「유온 센서의 단위」는 인스턴스로 묻는다 → 찾는 범위가 다르다</a:t>
            </a:r>
          </a:p>
          <a:p>
            <a:r>
              <a:t>[다음] 센서에 채우는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열(공통 항목) → 가운데 유온 센서 · 오른쪽 냉각 효율 열 → 태그 줄 → 단위 줄 → 마지막 계산 채널 줄</a:t>
            </a:r>
          </a:p>
          <a:p>
            <a:r>
              <a:t>· 속성 = 값을 담는 항목, 속성값 = 그 항목에 실제로 채운 내용</a:t>
            </a:r>
          </a:p>
          <a:p>
            <a:r>
              <a:t>· 태그 줄: TS1은 유온 센서의 태그 칸 값. 냉각 효율 채널도 같은 칸에 자기 값 → 프로그램은 어느 센서든 같은 태그 항목으로 계측 데이터를 찾는다</a:t>
            </a:r>
          </a:p>
          <a:p>
            <a:r>
              <a:t>· 단위: 섭씨와 퍼센트로 달라도 표 구조는 같다. 같은 항목을 다른 값으로 채웠을 뿐</a:t>
            </a:r>
          </a:p>
          <a:p>
            <a:r>
              <a:t>· 계산 채널 여부(참 · 거짓): 유온은 직접 계측, 냉각 효율은 다른 계측값으로 계산. 그래도 태그 · 단위를 갖고 값을 내니 같은 센서 클래스</a:t>
            </a:r>
          </a:p>
          <a:p>
            <a:r>
              <a:t>[다음] 유온이 너무 높은지는 어디서 판단하나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센서(재는 쪽) → 오른쪽 강조한 상태 변수(재어지는 쪽), 정상값 · 한계</a:t>
            </a:r>
          </a:p>
          <a:p>
            <a:r>
              <a:t>· 높아졌는지 판단엔 센서 이름이 아니라 허용 기준이 필요: 정상값 48 ℃, 한계 65 ℃</a:t>
            </a:r>
          </a:p>
          <a:p>
            <a:r>
              <a:t>· 상태 변수 = 설비 상태를 보여 주는 물리량(기름 온도 · 팬 속도). 한계 65 ℃는 PLC 인터록의 경계</a:t>
            </a:r>
          </a:p>
          <a:p>
            <a:r>
              <a:t>· 기준을 센서가 아닌 유온에 두는 까닭 1: 센서를 바꿔도 관리할 기름 온도는 같다 → 허용 온도도 그대로</a:t>
            </a:r>
          </a:p>
          <a:p>
            <a:r>
              <a:t>· 까닭 2: 같은 온도를 재는 센서가 둘이면 기준이 두 군데 적히고, 한쪽만 고치면 한계가 둘이 된다 → 유온 한 곳에 두면 기준은 하나</a:t>
            </a:r>
          </a:p>
          <a:p>
            <a:r>
              <a:t>· 유온 센서를 찾으면 계측 채널 정보, 유온을 찾으면 물리량의 기준</a:t>
            </a:r>
          </a:p>
          <a:p>
            <a:r>
              <a:t>[다음] 값을 읽는 일과 다른 대상을 찾아가는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데이터 속성 → 오른쪽 강조한 객체 간 관계 → 오른쪽 마지막 줄</a:t>
            </a:r>
          </a:p>
          <a:p>
            <a:r>
              <a:t>· 태그는 센서 칸 하나만 읽으면 되지만, 유온의 한계는 센서에서 유온으로 한 번 건너가 읽는다</a:t>
            </a:r>
          </a:p>
          <a:p>
            <a:r>
              <a:t>· 데이터 속성 = 인스턴스에 값을 붙인다(센서의 태그 · 단위, 유온의 한계)</a:t>
            </a:r>
          </a:p>
          <a:p>
            <a:r>
              <a:t>· 객체 간 관계 = 인스턴스를 다른 인스턴스에 잇는다. 유온 센서 → 유온 「읽는다」, 건너간 유온에서 한계를 읽는다</a:t>
            </a:r>
          </a:p>
          <a:p>
            <a:r>
              <a:t>· 헷갈리는 짝: 글자냐 숫자냐가 기준이 아니다. 태그는 글자 속성값, 유온은 이름은 글자지만 자기 정보를 가진 대상 → 정보가 칸 하나에 있나, 연결된 다른 대상에 있나</a:t>
            </a:r>
          </a:p>
          <a:p>
            <a:r>
              <a:t>· 유온을 대상으로 둔 까닭: 이름 확인을 넘어 그 물리량의 기준까지 찾아야 해서</a:t>
            </a:r>
          </a:p>
          <a:p>
            <a:r>
              <a:t>[다음] 센서가 어느 장치를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설비 → 강조한 구성 요소 → 부품, 각 칸의 식별자</a:t>
            </a:r>
          </a:p>
          <a:p>
            <a:r>
              <a:t>· 설비 = 유압 파워팩 한 대</a:t>
            </a:r>
          </a:p>
          <a:p>
            <a:r>
              <a:t>· 구성 요소 = 설비를 이루며 하나의 역할을 맡는 장치(오일 쿨러). 유온 센서와 냉각 효율 채널로 상태를 확인</a:t>
            </a:r>
          </a:p>
          <a:p>
            <a:r>
              <a:t>· 부품 = 구성 요소 안에서 갈아 끼우는 교체품(쿨러 코어, 부품 번호 P-CLR-CORE)</a:t>
            </a:r>
          </a:p>
          <a:p>
            <a:r>
              <a:t>· 일상에선 장치도 부품이라 부르지만 이 모델은 역할로 구별: 상태를 살피는 장치 = 구성 요소, 교체하는 것 = 부품</a:t>
            </a:r>
          </a:p>
          <a:p>
            <a:r>
              <a:t>· 쓰임: 코어를 주문할 땐 부품과 부품 번호를, 쿨러가 잘 식히는지 볼 땐 구성 요소에서 계측 채널을 찾는다 → 「쿨러」만 보고 짐작할 일이 준다</a:t>
            </a:r>
          </a:p>
          <a:p>
            <a:r>
              <a:t>[다음] 쿨러에서 이상이 보이면 무엇을 나눠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증상 → 강조한 고장 유형 → 원인, 오른쪽 끝 물음 셋</a:t>
            </a:r>
          </a:p>
          <a:p>
            <a:r>
              <a:t>· 기록할 때 나눌 것: 무엇이 보였나/왜 그렇게 됐나</a:t>
            </a:r>
          </a:p>
          <a:p>
            <a:r>
              <a:t>· 증상 = 관측한 이상 양상(유온 상승 · 냉각 효율 저하)</a:t>
            </a:r>
          </a:p>
          <a:p>
            <a:r>
              <a:t>· 고장 유형 = 그 증상으로 살필 기능상의 문제, 어느 구성 요소에서 어떤 고장인가(쿨러 냉각 성능 상실)</a:t>
            </a:r>
          </a:p>
          <a:p>
            <a:r>
              <a:t>· 원인 = 그 고장이 왜 생겼나. 후보: 핀 오염 · 팬 구동 불량 · 주변 온도 상승. 유온 상승 확인만으로 원인이 정해지지 않는다 → 증거가 더 필요</a:t>
            </a:r>
          </a:p>
          <a:p>
            <a:r>
              <a:t>· 쿨러 사건의 에이전트도 이 순서: 경보 → 증상 → 고장 유형 → 원인 후보 셋 → 후보마다 증거 값으로 가림. 칸이 나뉘어 관측한 사실과 확인할 후보가 섞이지 않았다</a:t>
            </a:r>
          </a:p>
          <a:p>
            <a:r>
              <a:t>· 손에 잡히는 물건만 인스턴스가 아니다: 증상 · 고장 유형 · 원인도 각 클래스의 인스턴스</a:t>
            </a:r>
          </a:p>
          <a:p>
            <a:r>
              <a:t>[다음] 나눈 대상을 화살표로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설비에서 출발해 구성 요소 → 센서 → 상태 변수, 선 옆 영어 관계 이름 → 가운데 계측 선</a:t>
            </a:r>
          </a:p>
          <a:p>
            <a:r>
              <a:t>· 실제 대상으로 읽으면: HYD-01 유압 파워팩 → 오일 쿨러 → 유온 센서 → 유온</a:t>
            </a:r>
          </a:p>
          <a:p>
            <a:r>
              <a:t>· 선 옆 대문자 영어 이름 = 그래프에 실제로 저장된 관계 이름. 쿼리에서도 한 글자도 바꾸지 않고 쓴다</a:t>
            </a:r>
          </a:p>
          <a:p>
            <a:r>
              <a:t>· 관계 유형 = 연결의 이름 + 방향 + 시작 · 끝에 올 클래스를 한꺼번에 정한 것</a:t>
            </a:r>
          </a:p>
          <a:p>
            <a:r>
              <a:t>· 「쿨러는 센서로 계측된다」는 구성 요소 → 센서. 끝에 교체 부품을 놓으면 뜻이 안 맞는다 → 교체품엔 다른 관계</a:t>
            </a:r>
          </a:p>
          <a:p>
            <a:r>
              <a:t>· 공통으로 정한 연결 방식(관계 유형) + 실제로 이은 대상(유온 센서 → 유온, 냉각 효율 채널 → 냉각 효율)이 함께 있어야 따라간다</a:t>
            </a:r>
          </a:p>
          <a:p>
            <a:r>
              <a:t>[다음] 팬을 움직이는 일과 기름이 식는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조작 관계 → 오른쪽 강조한 영향 관계 → 부호 -1 → 맨 아래 견줄 것 +1</a:t>
            </a:r>
          </a:p>
          <a:p>
            <a:r>
              <a:t>· 구동기 = PLC가 값을 써서 움직이는 장치. 팬 인버터 → 팬 속도 「바꾼다」(조작 관계)</a:t>
            </a:r>
          </a:p>
          <a:p>
            <a:r>
              <a:t>· 팬 속도 → 유온 「영향을 준다」(영향 관계): 팬이 빨라지면 냉각이 늘어 유온이 내려가는 쪽</a:t>
            </a:r>
          </a:p>
          <a:p>
            <a:r>
              <a:t>· 둘로 나누는 까닭: 명령으로 직접 쓰는 것은 팬 속도, 유온은 따라오는 값 → 무엇을 움직일 수 있나(조작)와 움직이면 무엇이 어느 쪽으로 변하나(영향)를 따로 답한다</a:t>
            </a:r>
          </a:p>
          <a:p>
            <a:r>
              <a:t>· 관계의 속성 = 연결 자체에 붙는 값. 부호 -1: 시작 쪽이 오르면 끝 쪽은 내려간다. 펌프 부하 → 유온은 +1(세게 돌리면 발열이 늘어 유온 상승)</a:t>
            </a:r>
          </a:p>
          <a:p>
            <a:r>
              <a:t>· 주의 1: 화살표 방향과 부호는 다른 것. 부호가 -여도 화살표는 영향 주는 쪽 → 받는 쪽 그대로</a:t>
            </a:r>
          </a:p>
          <a:p>
            <a:r>
              <a:t>· 주의 2: -1은 「1도 낮춰라」도, 내려가는 양의 계산값도 아니다. 변하는 방향뿐</a:t>
            </a:r>
          </a:p>
          <a:p>
            <a:r>
              <a:t>[다음] 한 대상에서 들어오고 나가는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구성 요소(오일 쿨러) → 왼쪽 아래 들어오는 고장 선 → 왼쪽 위 설비 선 → 오른쪽 나가는 계측 · 부품 선</a:t>
            </a:r>
          </a:p>
          <a:p>
            <a:r>
              <a:t>· 물음: 「이 장치에 어떤 고장이 생길 수 있나」 → 답은 고장 유형에서 쿨러로 들어오는 선(고장 유형이 이 구성 요소에서 발생)</a:t>
            </a:r>
          </a:p>
          <a:p>
            <a:r>
              <a:t>· 거슬러 가면 쿨러 냉각 성능 상실. 화살표가 쿨러에서 나가지 않아도 찾는다</a:t>
            </a:r>
          </a:p>
          <a:p>
            <a:r>
              <a:t>· 설비 → 쿨러도 들어오는 선: 거슬러 가면 어느 설비에 연결됐는지</a:t>
            </a:r>
          </a:p>
          <a:p>
            <a:r>
              <a:t>· 나가는 선: 계측 관계 → 상태를 볼 센서, 부품 관계 → 교체품 쿨러 코어. 알고 싶은 것에 따라 따라갈 선이 다르다</a:t>
            </a:r>
          </a:p>
          <a:p>
            <a:r>
              <a:t>· 거슬러 보기는 반대 관계를 새로 만드는 것이 아니라 저장된 관계를 반대편에서 찾는 것</a:t>
            </a:r>
          </a:p>
          <a:p>
            <a:r>
              <a:t>· 경보 → 증상 → 고장 유형 → 발생 구성 요소(쿨러) → 부품(코어)까지 이어진다. 단원 물음의 답: 대상을 나누고 · 값을 채우고 · 관계를 이으면 질문에 답하는 길이 된다</a:t>
            </a:r>
          </a:p>
          <a:p>
            <a:r>
              <a:t>[다음] 관계를 더 정밀하게: 연결의 수와 짝의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왼쪽부터 1:1 → 1:N → N:1 → N:M, 칸마다 왼쪽 흰 원(시작) · 오른쪽 파란 원(끝)</a:t>
            </a:r>
          </a:p>
          <a:p>
            <a:r>
              <a:t>· 선을 그릴 수 있다 ≠ 정의에 맞는다. 카디널리티 = 관계 한쪽의 대상 하나에 이어질 수 있는 반대쪽 대상의 수. 양쪽에서 다 읽는다</a:t>
            </a:r>
          </a:p>
          <a:p>
            <a:r>
              <a:t>· 1:1: 팬 인버터 ↔ 팬 속도. 팬 속도를 바꿀 때 값을 써 넣을 장치가 하나로 정해진다</a:t>
            </a:r>
          </a:p>
          <a:p>
            <a:r>
              <a:t>· 1:N: 원인 하나에 증거 여럿(핀 오염 → 냉각 효율 평균 낮음 · 팬 진동 정상, 쿨러 사건에서 확인한 둘). 증거 쪽에서 원인은 하나. 「여럿 둘 수 있다」이지 늘 둘이라는 뜻 아님</a:t>
            </a:r>
          </a:p>
          <a:p>
            <a:r>
              <a:t>· N:1: 센서 → 상태 변수. 지금 유온 센서는 하나지만 같은 온도 센서를 더 달아도 맞다(기준은 유온 한 곳)</a:t>
            </a:r>
          </a:p>
          <a:p>
            <a:r>
              <a:t>· N:M: 부품 ↔ 공급사, 원인 ↔ 고장 유형(냉각 성능 상실에 후보 셋, 원인 하나가 다른 고장도)</a:t>
            </a:r>
          </a:p>
          <a:p>
            <a:r>
              <a:t>· 다대다면 새 공급사를 기존 회사 지우지 않고 추가. 카디널리티는 선 개수 설명이 아니라 허용할 연결의 기준</a:t>
            </a:r>
          </a:p>
          <a:p>
            <a:r>
              <a:t>[다음] 선언과 실제 데이터를 맞춰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가정한 잘못된 연결 → 오른쪽 강조한 실제 그래프의 구조</a:t>
            </a:r>
          </a:p>
          <a:p>
            <a:r>
              <a:t>· 왼쪽(가정): 조작 관계는 1:1 선언인데 팬 인버터에서 팬 속도와 펌프 부하로 둘 → 어느 연결이 잘못인지 확인할 데이터</a:t>
            </a:r>
          </a:p>
          <a:p>
            <a:r>
              <a:t>· 오른쪽(실제): 설비 → 구성 요소는 1:N 선언인데 같은 기종 세 설비가 오일 쿨러 노드 하나를 함께 가리킨다 → 쿨러 쪽에서 설비가 여럿, 선언과 다르다</a:t>
            </a:r>
          </a:p>
          <a:p>
            <a:r>
              <a:t>· 쿨러 한 대를 셋이 같이 쓴다는 뜻이 아니라 같은 기종의 공통 구성 지식을 노드 하나로 적은 것(센서 · 교체 부품 정보를 함께 찾아가게)</a:t>
            </a:r>
          </a:p>
          <a:p>
            <a:r>
              <a:t>· 의도가 있다고 선언과 맞게 되진 않는다: 공통 지식이 맞으면 선언을 정리, 설비별 대상이면 데이터를 나눈다. 설비마다 교체 이력을 관리해야 하면 대상 범위부터 다시</a:t>
            </a:r>
          </a:p>
          <a:p>
            <a:r>
              <a:t>· 선언을 적어도 DB가 알아서 막지 않는다 → 저장된 연결을 세고, 그 노드가 무엇을 대표하는지 대조. 선언 = 검사 기준</a:t>
            </a:r>
          </a:p>
          <a:p>
            <a:r>
              <a:t>[다음] 짝마다 달라지는 값은 어디에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세 공급사 줄 → 위 공급 관계 정의(필수 · 선택) → 오른쪽 단위 설명</a:t>
            </a:r>
          </a:p>
          <a:p>
            <a:r>
              <a:t>· 같은 씰 키트도 공급사마다 단가 · 납기가 다르다 → 부품에 하나 적으면 누구 가격인지 못 정하고, 공급사에 하나 적으면 다른 부품 가격과 섞인다</a:t>
            </a:r>
          </a:p>
          <a:p>
            <a:r>
              <a:t>· 부품과 공급사를 함께 골라야 공급 조건이 정해진다 → 짝에 딸린 값은 관계의 속성(팬 속도 → 유온의 부호처럼 연결에 붙는 값)</a:t>
            </a:r>
          </a:p>
          <a:p>
            <a:r>
              <a:t>· 정의: 단가 · 불량률 필수, 납기 선택. 단가는 만원, 납기는 날수, 불량률은 비율(0.12 = 12 %)</a:t>
            </a:r>
          </a:p>
          <a:p>
            <a:r>
              <a:t>· 비교: A정밀 35만원 · 12 % · 2일/B-OEM 55만원 · 2 % · 5일/C트레이딩 20만원 · 30 % · 1일 → 가장 싼 곳은 납기도 빠르지만 불량률이 가장 높다. 값 하나로 못 정하고 셋을 함께 따진다</a:t>
            </a:r>
          </a:p>
          <a:p>
            <a:r>
              <a:t>· 조건이 바뀌면 그 짝의 값만 고친다. 불량률도 그 회사가 이 부품을 공급할 때의 값이지 회사 전체 값이 아니다</a:t>
            </a:r>
          </a:p>
          <a:p>
            <a:r>
              <a:t>· 첫 두 공급사는 팬 베어링 · 쿨러 코어도 공급 → 부품 셋 · 공급사 셋 사이 연결 여럿(다대다), 관계의 속성은 그중 하나를 골랐을 때의 조건</a:t>
            </a:r>
          </a:p>
          <a:p>
            <a:r>
              <a:t>[다음] 모델을 무엇으로 나눌지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흐름 노드(상위) → 아래 세 하위 클래스 → 가운데 강조한 작업 → 선 끝 빈 세모</a:t>
            </a:r>
          </a:p>
          <a:p>
            <a:r>
              <a:t>· 업무 흐름의 이벤트 · 작업 · 게이트웨이는 하는 일이 달라도 모두 흐름의 한 지점</a:t>
            </a:r>
          </a:p>
          <a:p>
            <a:r>
              <a:t>· 상위 클래스 = 공통 내용을 정한 위쪽, 하위 클래스 = 물려받는 아래쪽. 식별자 · 이름 속성을 셋 모두 물려받는다 = 상속</a:t>
            </a:r>
          </a:p>
          <a:p>
            <a:r>
              <a:t>· 작업은 물려받은 속성에 작업 종류를 더한다 → 공통 정의를 세 번 적지 않는다</a:t>
            </a:r>
          </a:p>
          <a:p>
            <a:r>
              <a:t>· 빈 세모는 상위 클래스를 가리키는 표기: 「작업은 흐름 노드의 한 종류」. 「읽는다」 같은 일반 관계와 다르다</a:t>
            </a:r>
          </a:p>
          <a:p>
            <a:r>
              <a:t>· 실제 노드엔 작업 · 흐름 노드 이름표 둘이 함께(복사가 아님). 흐름 노드 이름표가 빠지면 흐름 지점을 모두 찾을 때 그 작업만 빠진다</a:t>
            </a:r>
          </a:p>
          <a:p>
            <a:r>
              <a:t>· 헷갈리는 짝: 오일 쿨러는 구성 요소의 하위 클래스가 아니라 인스턴스. 구성 요소는 설비 안에 있어도 설비의 하위 클래스가 아니다 → 포함은 관계로, 종류끼리 공통 정의는 상속으로. 이 모델에서 상속은 업무 흐름 쪽 한 곳뿐</a:t>
            </a:r>
          </a:p>
          <a:p>
            <a:r>
              <a:t>[다음] 새 장치를 등록할 때 클래스를 나누는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「클래스를 나눈다」(센서 · 구동기) → 구동기의 최소 · 최대 → 오른쪽 강조한 「인스턴스를 더한다」 → 마지막 줄 단서</a:t>
            </a:r>
          </a:p>
          <a:p>
            <a:r>
              <a:t>· 기준은 장치 이름이 아니라 어떤 정보를 갖고 무엇과 어떤 관계를 맺느냐</a:t>
            </a:r>
          </a:p>
          <a:p>
            <a:r>
              <a:t>· 센서: 태그로 계측 데이터를 찾고 상태 변수를 읽는다. 구동기: 바꿀 설정값과 허용 범위(0~100)를 갖고 상태 변수를 바꾼다</a:t>
            </a:r>
          </a:p>
          <a:p>
            <a:r>
              <a:t>· 구동기 최소 · 최대(써 넣을 설정값 범위) ≠ 유온 정상값 · 한계(재어진 물리량과 비교할 값). 숫자라고 같은 칸에 섞지 않는다</a:t>
            </a:r>
          </a:p>
          <a:p>
            <a:r>
              <a:t>· 쿨러 사건: 온도 확인엔 센서 태그, 팬 속도 변경엔 인버터의 설정값 · 범위. 읽는 장치 정보로는 조작 명령을 못 만든다 → 속성 · 관계가 달라 클래스를 나눈다</a:t>
            </a:r>
          </a:p>
          <a:p>
            <a:r>
              <a:t>· 유온 · 토출 압력 · 팬 진동 센서는 물리량 · 단위가 달라도 같은 구조 → 센서 클래스에 인스턴스 추가</a:t>
            </a:r>
          </a:p>
          <a:p>
            <a:r>
              <a:t>· 「이 모델의 질문 범위에서는」: 센서마다 클래스를 두면 클래스가 늘고 전체 조회가 어렵다. 언제나 틀린 건 아니다. 애매하면 차이를 속성값으로 표현할 수 있는지부터</a:t>
            </a:r>
          </a:p>
          <a:p>
            <a:r>
              <a:t>[다음] 섞여 온 정보를 어디에 놓나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둘째 속성 → 셋째 관계 → 강조한 넷째 관계의 속성 → 첫째 클래스</a:t>
            </a:r>
          </a:p>
          <a:p>
            <a:r>
              <a:t>· 실제 자료엔 대상 이름 · 부품 번호 · 회사 이름 · 납기가 한꺼번에 섞여 온다</a:t>
            </a:r>
          </a:p>
          <a:p>
            <a:r>
              <a:t>· 속성: 한 대상에 딸린 값으로 끝(쿨러 코어의 부품 번호, 공급사의 승인 여부 참 · 거짓)</a:t>
            </a:r>
          </a:p>
          <a:p>
            <a:r>
              <a:t>· 관계: 자기 속성과 관계를 가진 다른 대상(오일 쿨러 → 쿨러 코어 「부품을 쓴다」). 쿨러 속성 칸에 글자로만 「쿨러 코어」라 적으면 공급사로 갈 길이 없다</a:t>
            </a:r>
          </a:p>
          <a:p>
            <a:r>
              <a:t>· 관계의 속성: 두 대상을 함께 정해야 정해지는 값(씰 키트 → A정밀 35만원 · 2일)</a:t>
            </a:r>
          </a:p>
          <a:p>
            <a:r>
              <a:t>· 클래스: 여러 대상이 함께 따를 정의</a:t>
            </a:r>
          </a:p>
          <a:p>
            <a:r>
              <a:t>· 판단 순서: 한 대상의 값인가, 자기 정보가 있는 다른 대상인가, 두 대상 사이의 조건인가</a:t>
            </a:r>
          </a:p>
          <a:p>
            <a:r>
              <a:t>[다음] 이 구분을 함께 따를 정의로 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스키마 → 오른쪽 인스턴스 데이터, 두 예문</a:t>
            </a:r>
          </a:p>
          <a:p>
            <a:r>
              <a:t>· 한 사람은 태그를, 다른 사람은 이름만 적었다면 프로그램은 어느 칸에서 데이터를 찾나 → 등록 때부터 따를 정의가 필요</a:t>
            </a:r>
          </a:p>
          <a:p>
            <a:r>
              <a:t>· 스키마 = 클래스 · 속성 · 관계 · 제약의 정의만(온톨로지를 실제로 적은 것). 「센서에는 태그가 있어야 한다」는 모든 센서가 따를 조건</a:t>
            </a:r>
          </a:p>
          <a:p>
            <a:r>
              <a:t>· 인스턴스 데이터 = 정의에 맞춰 적은 실제 대상과 관계. 같은 기종이 늘면 이쪽만 는다</a:t>
            </a:r>
          </a:p>
          <a:p>
            <a:r>
              <a:t>· 양식과 작성된 문서에 비유하되, 스키마는 어떤 대상끼리 연결할 수 있는지까지 정한다</a:t>
            </a:r>
          </a:p>
          <a:p>
            <a:r>
              <a:t>· 약속이 없으면 같은 장치 · 관계 · 값이 여러 이름 · 방향 · 형식으로 = 의미 불일치. 프로그램은 아는 모양만 찾아 일부를 놓친다</a:t>
            </a:r>
          </a:p>
          <a:p>
            <a:r>
              <a:t>· 이 시스템의 에이전트도 읽는 쪽: 일을 받을 때 스키마 설명이 함께 주어져 어떤 이름 · 방향으로 찾을지 정한다</a:t>
            </a:r>
          </a:p>
          <a:p>
            <a:r>
              <a:t>[다음] 이름이 셋인 같은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카드 → 이름 카드 → 별칭 카드</a:t>
            </a:r>
          </a:p>
          <a:p>
            <a:r>
              <a:t>· 쿨러 · 오일 쿨러 · 열교환기가 같은 장치인데 대상을 셋 만들면 센서를 찾을 때 한 대상에 붙은 것만 나온다</a:t>
            </a:r>
          </a:p>
          <a:p>
            <a:r>
              <a:t>· 식별자 = 대상 하나의 고유한 값, 바꾸지 않는다. 콜론 앞머리가 종류마다 달라 유온 센서와 유온은 뒷부분이 같아도 다른 대상</a:t>
            </a:r>
          </a:p>
          <a:p>
            <a:r>
              <a:t>· 이름 = 사람이 읽는 표시, 겹치거나 바뀔 수 있다</a:t>
            </a:r>
          </a:p>
          <a:p>
            <a:r>
              <a:t>· 별칭 = 같은 대상을 부르는 다른 이름 목록(쿨러 · 열교환기/오일 온도 · 작동유 온도). 「작동유 온도」로 검색하면 첫 결과가 유온</a:t>
            </a:r>
          </a:p>
          <a:p>
            <a:r>
              <a:t>· 이름을 바꿔도 식별자와 연결은 그대로 → 식별자로 찾는 쪽은 계속 같은 대상</a:t>
            </a:r>
          </a:p>
          <a:p>
            <a:r>
              <a:t>· 별칭의 TS1 ≠ 센서의 태그 TS1: 태그는 계측 채널 칸의 값, 별칭은 물리량을 찾는 단서. 별칭은 찾는 단서, 식별자는 구별 기준 → 글자가 비슷해도 센서와 물리량을 합치지 않는다</a:t>
            </a:r>
          </a:p>
          <a:p>
            <a:r>
              <a:t>[다음] 다른 저장소의 데이터까지 찾아가려면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공통 식별자 → 왼쪽 지식 그래프 → 오른쪽 위 시계열 표 → 오른쪽 아래 업무 DB</a:t>
            </a:r>
          </a:p>
          <a:p>
            <a:r>
              <a:t>· 경보 때 실제 온도는 다른 저장소(계측 이력)에 있다 → 어느 설비의 어느 계측값인지 알아볼 공통 식별자</a:t>
            </a:r>
          </a:p>
          <a:p>
            <a:r>
              <a:t>· 그래프의 설비 코드 + 센서 태그 = 시계열 표의 설비 코드 + 태그 → 같은 채널의 이력, 경보 시각을 고르면 값 한 건(55.71 ℃)</a:t>
            </a:r>
          </a:p>
          <a:p>
            <a:r>
              <a:t>· 업무 DB(납기 · 재고)도 같은 설비 코드. 설비 자체를 찾을 땐 태그가 필요 없다 → 찾는 대상에 따라 필요한 조건이 다르다</a:t>
            </a:r>
          </a:p>
          <a:p>
            <a:r>
              <a:t>· 그래프는 같은 기종의 구성 요소 · 센서 노드를 공유 → 태그만으로는 어느 설비 값인지 모른다. 설비 코드 + 태그로 채널, 시각으로 한 건</a:t>
            </a:r>
          </a:p>
          <a:p>
            <a:r>
              <a:t>· 쿨러 사건의 냉각 효율 평균도 이 방식: 그래프의 증거가 읽는 법을 알려 주고, 저장소에서 설비 코드 · 태그로 채널을 골라 최근 구간을 읽었다</a:t>
            </a:r>
          </a:p>
          <a:p>
            <a:r>
              <a:t>· 열 이름이 아니라 맞춰 둔 값이 같아서 이어진다(그래프의 태그 = 시계열 표의 이름 열). 한 글자라도 다르면 안 이어진다</a:t>
            </a:r>
          </a:p>
          <a:p>
            <a:r>
              <a:t>[다음] 정의를 얼마나 자세히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영문 · 한글 이름 → 설명 → 속성 목록의 태그 줄 → 필수 표시 없는 줄</a:t>
            </a:r>
          </a:p>
          <a:p>
            <a:r>
              <a:t>· 이름으로 클래스를 구별, 설명으로 범위를 정하고, 속성 목록에 채울 항목</a:t>
            </a:r>
          </a:p>
          <a:p>
            <a:r>
              <a:t>· 설명을 적는 까닭: 「센서」만 있으면 물리적 계기만인지, 계산값 채널도 포함인지 사람마다 다르게 이해</a:t>
            </a:r>
          </a:p>
          <a:p>
            <a:r>
              <a:t>· 「계측 채널」로 정의 → 직접 재는 유온 센서와 계산하는 냉각 효율 채널이 모두 든다</a:t>
            </a:r>
          </a:p>
          <a:p>
            <a:r>
              <a:t>· 속성 한 줄 = 이름 · 자료형 · 필수 여부. 태그: 문자열, 필수. 식별자 · 이름도 필수, 단위 · 계산 채널 여부는 선택</a:t>
            </a:r>
          </a:p>
          <a:p>
            <a:r>
              <a:t>· 설명 둘째 문장(태그 이름이 실시간 데이터와 연결) → 태그가 왜 필수인지 함께 전한다</a:t>
            </a:r>
          </a:p>
          <a:p>
            <a:r>
              <a:t>· 필수 표시: 등록하는 사람은 채울 것을 알고, 검사하는 쪽은 빠진 값을 찾는다. 화면은 발췌(계층 · 표준 칸 생략)</a:t>
            </a:r>
          </a:p>
          <a:p>
            <a:r>
              <a:t>[다음] 값이 글자로 들어오면 비교가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줄 위에서부터 문자열 → 수 → 참 · 거짓 → 목록 → 강조한 열거형</a:t>
            </a:r>
          </a:p>
          <a:p>
            <a:r>
              <a:t>· 프로그램은 글자로 들어온 값의 크기를 그대로 비교하기 어렵다 → 속성마다 자료형</a:t>
            </a:r>
          </a:p>
          <a:p>
            <a:r>
              <a:t>· 문자열: 이름 · 태그(계산할 일 없음). 수: 정상값 · 한계(비교 · 계산). 단위는 따로 칸에 — 「130 bar」 같은 글자는 수로 바로 비교 못 한다</a:t>
            </a:r>
          </a:p>
          <a:p>
            <a:r>
              <a:t>· 참 · 거짓: 계산 채널 여부, 승인 공급사 여부. 목록: 별칭처럼 여러 이름(문자열 하나와 목록은 다른 모양)</a:t>
            </a:r>
          </a:p>
          <a:p>
            <a:r>
              <a:t>· 열거형: 정해 둔 허용값 중 하나만. 상태 변수의 종류 = 조작(팬 속도처럼 직접 바꿈) · 결과(유온) · 교란(오염도처럼 바깥 영향)</a:t>
            </a:r>
          </a:p>
          <a:p>
            <a:r>
              <a:t>· 이 설비의 조작 변수: 팬 속도 · 펌프 부하 · 운전 펌프 선택(모두 구동기가 바꿈)</a:t>
            </a:r>
          </a:p>
          <a:p>
            <a:r>
              <a:t>· 스키마엔 이 밖에 정수 · 날짜와 시각 자료형도. 자료형은 값의 모양, 허용값은 그 안에서 고를 수 있는 것까지 정한다 → 표현 차이로 조회에서 빠지는 것을 줄인다</a:t>
            </a:r>
          </a:p>
          <a:p>
            <a:r>
              <a:t>[다음] 꼭 채워야 하는 값과 비어도 되는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필수 열(단위 · 종류) → 오른쪽 선택 열(정상값 · 한계) → 토출 압력 행 → 아래 「없음」 세 행 → 냉각 효율 행</a:t>
            </a:r>
          </a:p>
          <a:p>
            <a:r>
              <a:t>· 빈칸이 있다고 다 잘못된 데이터는 아니다</a:t>
            </a:r>
          </a:p>
          <a:p>
            <a:r>
              <a:t>· 필수: 단위(모르면 값 해석 불가), 종류(조작인지 결과인지 구별). 센서의 태그도 같은 까닭으로 필수</a:t>
            </a:r>
          </a:p>
          <a:p>
            <a:r>
              <a:t>· 토출 압력: 한계 130이 정상값 182보다 낮다 → 압력은 낮은 쪽이 위험. 유온 · 진동은 높은 쪽</a:t>
            </a:r>
          </a:p>
          <a:p>
            <a:r>
              <a:t>· 「없음」 ≠ 0: 정해진 값이 없다는 뜻. 0으로 채우면 없던 한계를 새로 정한 것처럼 뜻이 바뀐다</a:t>
            </a:r>
          </a:p>
          <a:p>
            <a:r>
              <a:t>· 냉각 효율: 경보 조건 70 %는 이상을 미리 알리는 선, 표의 한계는 인터록이 멈추는 선 → 70을 빈 한계 칸에 옮기지 않는다</a:t>
            </a:r>
          </a:p>
          <a:p>
            <a:r>
              <a:t>· 채우지 않아도 되는 항목과 꼭 필요한데 빠진 항목을 구별하는 것이 필수 여부를 정하는 까닭</a:t>
            </a:r>
          </a:p>
          <a:p>
            <a:r>
              <a:t>[다음] 연결에도 조건이 필요하다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정의(이름 · 시작 · 끝 · 카디널리티) → 아래 네 줄 → 맨 아래 가정</a:t>
            </a:r>
          </a:p>
          <a:p>
            <a:r>
              <a:t>· 정의: 센서 → 상태 변수 「읽는다」, N:1(여러 센서가 한 상태 변수를 읽을 수 있다)</a:t>
            </a:r>
          </a:p>
          <a:p>
            <a:r>
              <a:t>· 첫 줄 유효. 둘째: 끝이 설비라 끝 클래스가 다름. 셋째: 시작 · 끝을 뒤집음. 넷째: 같은 뜻을 정의에 없는 이름으로 → 프로그램은 정의된 이름 · 방향으로만 찾는다</a:t>
            </a:r>
          </a:p>
          <a:p>
            <a:r>
              <a:t>· 유효한 연결 = 정의에 맞는 연결. 이름 · 방향 · 양 끝 클래스부터 확인</a:t>
            </a:r>
          </a:p>
          <a:p>
            <a:r>
              <a:t>· 가정: 유온 센서 → 팬 진동. 클래스 조건엔 맞지만 재는 물리량이 틀렸다</a:t>
            </a:r>
          </a:p>
          <a:p>
            <a:r>
              <a:t>· 둘~넷째 같은 오류는 스키마와 대조로 찾고, 마지막 오류는 센서 목록 같은 원자료와 대조해야 찾는다 → 검사가 어디까지 답하는지 알고 결과를 읽는다</a:t>
            </a:r>
          </a:p>
          <a:p>
            <a:r>
              <a:t>[다음] 제약으로 찾는 오류의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카드마다 위 줄 조건 → 아래 줄 오류 → 강조한 연결 조건</a:t>
            </a:r>
          </a:p>
          <a:p>
            <a:r>
              <a:t>· 제약 = 데이터가 지킬 조건. 어긋난 데이터를 찾을 기준</a:t>
            </a:r>
          </a:p>
          <a:p>
            <a:r>
              <a:t>· 필수 속성: 태그 없는 센서(빠진 값)/자료형 · 허용값: 한계에 「130 bar」 글자, 종류에 허용 안 된 값/고유한 식별자: 같은 식별자로 센서를 또 만듦(중복)/연결 조건: 거꾸로 긋거나 정의에 없는 이름</a:t>
            </a:r>
          </a:p>
          <a:p>
            <a:r>
              <a:t>· 사람은 읽어 뜻을 알아도 프로그램은 태그로 못 찾고, 수를 비교 못 하고, 엉뚱한 대상을 찾는다</a:t>
            </a:r>
          </a:p>
          <a:p>
            <a:r>
              <a:t>· 이름 문제는 여럿이 넣을 때 실제로 잘 생긴다: 같은 사실을 「구성 요소를 갖는다 · 부분을 갖는다 · 포함한다」로 → 정의된 이름으로 찾으면 하나만 나온다</a:t>
            </a:r>
          </a:p>
          <a:p>
            <a:r>
              <a:t>· 조건을 적는 일 ≠ 실제 검사(누가 언제 강제하는지는 그래프 DB에서). 자료형 · 필수 · 허용값 · 시작과 끝을 정의로 적으면 모두 제약이 된다 = 단원 물음의 답</a:t>
            </a:r>
          </a:p>
          <a:p>
            <a:r>
              <a:t>[다음] 설비 자료에서 정의를 직접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· 인스턴스 → 속성 → 강조한 관계</a:t>
            </a:r>
          </a:p>
          <a:p>
            <a:r>
              <a:t>· 역량 질문 = 온톨로지가 답할 수 있어야 하는 질문. 필요한 지식을 빠뜨리지 않았는지 확인할 기준</a:t>
            </a:r>
          </a:p>
          <a:p>
            <a:r>
              <a:t>· 질문 셋: HYD-01 구성 요소를 재는 센서/그 센서가 읽는 물리량의 한계/오일 쿨러의 교체 부품</a:t>
            </a:r>
          </a:p>
          <a:p>
            <a:r>
              <a:t>· 필요한 종류 다섯: 설비 · 구성 요소 · 센서 · 상태 변수 · 부품. 실제 예로 길을 잇는다(설비 → 구성 요소 → 센서 → 물리량의 한계, 구성 요소 → 부품)</a:t>
            </a:r>
          </a:p>
          <a:p>
            <a:r>
              <a:t>· 속성: 한계는 물리량의 속성이고 비교용이라 수. 대상은 식별자로 구별. 관계: 이름 · 방향 · 양 끝 클래스 · 연결 수</a:t>
            </a:r>
          </a:p>
          <a:p>
            <a:r>
              <a:t>· 질문이 범위를 정한다: 색 · 무게가 자료에 있어도 질문에 안 쓰이면 옮기지 않는다. 센서 → 물리량 관계를 빠뜨리면 한계 질문에 답 못 한다</a:t>
            </a:r>
          </a:p>
          <a:p>
            <a:r>
              <a:t>· 질문은 설계 뒤에도 쓴다: 예시 데이터로 답해 봐서 원자료의 기대값이 나와야 한다 = 결과 확인 기준</a:t>
            </a:r>
          </a:p>
          <a:p>
            <a:r>
              <a:t>[다음] 이 정의를 실제로 적은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클래스 다섯 줄의 느낌표 → 아래 관계 네 줄 → 오른쪽 마지막 칸</a:t>
            </a:r>
          </a:p>
          <a:p>
            <a:r>
              <a:t>· 느낌표 = 필수. 식별자 · 이름은 다섯 클래스 모두 필수</a:t>
            </a:r>
          </a:p>
          <a:p>
            <a:r>
              <a:t>· 설비 코드 · 센서 태그는 실제 계측 데이터를 찾아갈 값, 상태 변수 단위 · 종류는 물리량 해석에 필요 → 필수. 한계는 선택</a:t>
            </a:r>
          </a:p>
          <a:p>
            <a:r>
              <a:t>· 관계: 처음 둘(설비 → 구성 요소 → 센서)은 센서를 찾는 길, 셋째(센서 → 상태 변수)는 한계를 읽는 길, 넷째(구성 요소 → 부품)는 교체품 길 → 어떤 관계를 정의하느냐가 답할 질문을 정한다</a:t>
            </a:r>
          </a:p>
          <a:p>
            <a:r>
              <a:t>· 구성 요소 ↔ 센서는 다대다: 쿨러 하나를 두 채널로 보고, 센서 하나도 여러 구성 요소에 이어질 수 있다</a:t>
            </a:r>
          </a:p>
          <a:p>
            <a:r>
              <a:t>· 설비 → 구성 요소는 1:N 선언이지만 실제 데이터는 공통 노드 공유 — 정의를 읽을 때부터 실제 범위를 놓치지 않으려고 적어 둠</a:t>
            </a:r>
          </a:p>
          <a:p>
            <a:r>
              <a:t>· 화면은 질문에 필요한 핵심 발췌(전체엔 정상값 · 계산 채널 여부 등)</a:t>
            </a:r>
          </a:p>
          <a:p>
            <a:r>
              <a:t>[다음] 정의를 그림으로 옮기면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구성 요소 → 설비 → 센서 → 상태 변수(한계 길), 구성 요소 → 아래 부품(교체품 길), 원 테두리 색</a:t>
            </a:r>
          </a:p>
          <a:p>
            <a:r>
              <a:t>· 생각할 시간(약 15초): 한계까지 가는 길과 부품까지 가는 길을 각자 따라가 본다</a:t>
            </a:r>
          </a:p>
          <a:p>
            <a:r>
              <a:t>· 한계: 설비 → 구성 요소 → 센서 → 상태 변수. 부품: 구성 요소 → 부품. 둘 다 구성 요소를 거치지만 쓰는 관계가 다르다</a:t>
            </a:r>
          </a:p>
          <a:p>
            <a:r>
              <a:t>· 파란 테두리(설비 · 센서 · 부품) = 구성 요소에 바로 붙음, 회색 상태 변수 = 센서를 한 번 더 거쳐 닿는다</a:t>
            </a:r>
          </a:p>
          <a:p>
            <a:r>
              <a:t>· 원 안은 클래스 이름: 어떤 종류가 어떤 관계로 이어질 수 있는지의 그림. 실제 데이터에선 HYD-01 · 오일 쿨러 · 유온 센서 같은 인스턴스가 들어간다</a:t>
            </a:r>
          </a:p>
          <a:p>
            <a:r>
              <a:t>· 빠뜨린 연결 확인: 센서 → 상태 변수를 빼면 채널까진 찾아도 한계에 못 닿고, 부품 선을 빼면 교체품 질문에 답 못 한다</a:t>
            </a:r>
          </a:p>
          <a:p>
            <a:r>
              <a:t>[다음] 설비가 늘 때와 질문이 늘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인스턴스 추가 → 오른쪽 강조한 스키마 변경, 두 칸 맨 아래 꼬리표(자주 · 드물게 신중히)</a:t>
            </a:r>
          </a:p>
          <a:p>
            <a:r>
              <a:t>· 인스턴스 추가: 예시를 넣고 처음 질문에 답이 나오나 확인(HYD-01 → … → 유온 한계 65, 오일 쿨러 → 쿨러 코어). 같은 기종 설비는 설비 인스턴스를 더해 구성 요소에 잇기만</a:t>
            </a:r>
          </a:p>
          <a:p>
            <a:r>
              <a:t>· 새 질문 「쿨러 코어의 공급사」: 다섯 클래스 모델에 정의가 없다 → 공급사 클래스와 부품 → 공급사 관계 추가 → A정밀 · B-OEM</a:t>
            </a:r>
          </a:p>
          <a:p>
            <a:r>
              <a:t>· 스키마는 그 클래스의 모든 대상이 따르는 기준: 한 줄만 고쳐도 기존 데이터 전체가 다시 판정 → 필요한 변경인지, 기존 데이터 영향을 먼저</a:t>
            </a:r>
          </a:p>
          <a:p>
            <a:r>
              <a:t>· 이 시스템은 정해 둔 정의 위에 새 지식을 인스턴스로 더한다. 그래도 정의를 영원히 안 바꾸는 건 아니다</a:t>
            </a:r>
          </a:p>
          <a:p>
            <a:r>
              <a:t>· 새 클래스 추가 ≠ 기존 조건 변경: 센서 단위를 선택 → 필수로 바꾸면 단위 없는 기존 센서가 누락이 된다 → 이미 저장된 센서도 채운다</a:t>
            </a:r>
          </a:p>
          <a:p>
            <a:r>
              <a:t>· 빈 결과가 나오면 바로 클래스를 더하지 말고: 정의가 빠졌나, 데이터가 빠졌나, 질의를 다르게 적었나부터</a:t>
            </a:r>
          </a:p>
          <a:p>
            <a:r>
              <a:t>[다음] 같은 방식으로 정의한 네 묶음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카드마다 끝 줄 물음</a:t>
            </a:r>
          </a:p>
          <a:p>
            <a:r>
              <a:t>· 설비 묶음: 무엇으로 이루어졌나(설비 · 구성 요소 · 센서 · 구동기 · 상태 변수 · 부품 · 공급사)</a:t>
            </a:r>
          </a:p>
          <a:p>
            <a:r>
              <a:t>· 진단 묶음: 왜 잘못됐나(이상 패턴 · 증상 · 고장 유형 · 원인 · 증거)</a:t>
            </a:r>
          </a:p>
          <a:p>
            <a:r>
              <a:t>· 판단 묶음: 무엇을 할 수 있나(조치 방법 · 판단 규칙). 성과 묶음: 무엇이 좋아지나(목표 · 성과 지표)</a:t>
            </a:r>
          </a:p>
          <a:p>
            <a:r>
              <a:t>· 영어 클래스 이름은 외울 필요 없고, 묶음이 어떤 질문에 답하는지만 구별</a:t>
            </a:r>
          </a:p>
          <a:p>
            <a:r>
              <a:t>· 쿨러 사건 하나가 네 묶음을 차례로 지난다: 오일 쿨러 · 유온(설비) → 증상 · 고장 유형 · 원인 · 증거(진단, 고장 유형은 「구성 요소에서 발생」으로 설비와 연결) → 조치 방법(판단) → 무엇이 좋아지나(성과)</a:t>
            </a:r>
          </a:p>
          <a:p>
            <a:r>
              <a:t>· 묶음 사이 관계가 하나라도 끊기면 경보에서 조치까지 못 닿는다. 범위는 달라도 방법은 같다: 질문 → 클래스 · 속성 · 관계 · 제약</a:t>
            </a:r>
          </a:p>
          <a:p>
            <a:r>
              <a:t>[다음] 정의한 지식이 그래프 DB 안에서 어떤 모습인가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부품 테이블 → 아래 공급사 테이블 → 가운데 강조한 조인 → 오른쪽 그래프의 부품 노드와 공급 관계 둘</a:t>
            </a:r>
          </a:p>
          <a:p>
            <a:r>
              <a:t>· 관계형 DB = 내용을 표에 담는 DB(시계열 표 · 업무 DB). 표 하나 = 테이블, 기록 한 줄 = 행</a:t>
            </a:r>
          </a:p>
          <a:p>
            <a:r>
              <a:t>· 조인 = 두 표에서 부품 번호 같은 열 값이 같은 행끼리 잇기 → 공급사를 찾는다</a:t>
            </a:r>
          </a:p>
          <a:p>
            <a:r>
              <a:t>· 그래프 DB: 부품 노드에서 공급사 노드 둘로 관계가 저장 → 관계를 따라가면 같은 두 회사</a:t>
            </a:r>
          </a:p>
          <a:p>
            <a:r>
              <a:t>· 오해 금지: 표에도 연결 정보는 있다(공급사 표의 부품 번호가 부품을 가리킴). 연결을 표현 · 조회하는 방식이 다를 뿐</a:t>
            </a:r>
          </a:p>
          <a:p>
            <a:r>
              <a:t>· 표에서 부품 번호가 두 번 나온다고 부품이 둘이 아니다. 어느 방식이든 답은 같은 두 공급사여야</a:t>
            </a:r>
          </a:p>
          <a:p>
            <a:r>
              <a:t>[다음] 그래프 DB에 넣은 센서와 유온의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센서 노드와 속성 상자 → 아래 상태 변수 노드와 속성 상자 → 가운데 읽는 관계</a:t>
            </a:r>
          </a:p>
          <a:p>
            <a:r>
              <a:t>· 노드 = 원 하나(인스턴스), 레이블 = 원에 붙인 종류 이름표(클래스 이름)</a:t>
            </a:r>
          </a:p>
          <a:p>
            <a:r>
              <a:t>· 유온 센서 노드: 레이블 센서, 속성은 이름-값 짝(식별자 · 이름 · 태그)</a:t>
            </a:r>
          </a:p>
          <a:p>
            <a:r>
              <a:t>· 유온 노드: 레이블 상태 변수, 한계 · 단위를 속성으로. 관계엔 유형 이름과 방향이 함께 저장</a:t>
            </a:r>
          </a:p>
          <a:p>
            <a:r>
              <a:t>· 설계 말과 대응: 인스턴스 → 노드, 클래스 → 레이블, 관계 · 속성은 그대로. 공급 조건 같은 관계의 속성은 관계 쪽에 저장</a:t>
            </a:r>
          </a:p>
          <a:p>
            <a:r>
              <a:t>· 레이블은 여럿 가능(규정 검토 = 작업 + 흐름 노드). 단, 상속의 정의는 스키마에 있다 — 이름표 둘만 보고 DB가 규칙을 아는 건 아니다</a:t>
            </a:r>
          </a:p>
          <a:p>
            <a:r>
              <a:t>[다음] 저장됐다면 스키마를 다 지킨 것인가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강조한 DB 제약의 유일 제약 예 → 왼쪽 스키마 칸, 맨 아래 줄</a:t>
            </a:r>
          </a:p>
          <a:p>
            <a:r>
              <a:t>· DB 제약 = DB가 저장하는 순간 직접 강제하는 조건. 유일 제약: 같은 레이블 노드끼리 식별자가 겹치지 않음 → 같은 식별자 센서를 또 만들면 저장 거절</a:t>
            </a:r>
          </a:p>
          <a:p>
            <a:r>
              <a:t>· 스키마는 훨씬 넓다: 필수 속성 · 허용값 · 양 끝 · 연결 수. 적었다고 전부 DB 제약이 되지는 않는다</a:t>
            </a:r>
          </a:p>
          <a:p>
            <a:r>
              <a:t>· 태그 없는 센서는 저장 자체는 될 수 있다 → 저장된 데이터를 스키마와 대조하는 별도 검사가 찾는다(허용값 · 끝 클래스도)</a:t>
            </a:r>
          </a:p>
          <a:p>
            <a:r>
              <a:t>· 이 시스템의 검사기도 전부는 안 본다: 자료형 전체와 카디널리티는 자동 대조 안 함 → 따로 확인</a:t>
            </a:r>
          </a:p>
          <a:p>
            <a:r>
              <a:t>· 무엇을 정의했나와 무엇을 실제로 강제하나를 나눠 읽는다. 저장 성공 메시지 ≠ 검증 끝</a:t>
            </a:r>
          </a:p>
          <a:p>
            <a:r>
              <a:t>[다음] 그래프에 요청하는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질의 → 강조한 Cypher 쿼리와 예 → 질의 실행 화면</a:t>
            </a:r>
          </a:p>
          <a:p>
            <a:r>
              <a:t>· 질의(쿼리) = DB에 보내는 요청 한 건. 쿨러 사건에서 경보로부터 원인 후보를 찾은 것도 그래프에 보낸 질의</a:t>
            </a:r>
          </a:p>
          <a:p>
            <a:r>
              <a:t>· Cypher = 찾거나 만들 노드와 관계의 모양을 패턴으로 적는 그래프 DB 질의 언어. 쿨러의 센서를 찾으려면 구성 요소 → 센서 연결 모양을 그대로 적는다</a:t>
            </a:r>
          </a:p>
          <a:p>
            <a:r>
              <a:t>· 실행 화면(예: Neo4j Browser): 질의를 입력 · 실행하고 결과를 표와 그래프로 본다. 언어 = 요청 내용, 실행 화면 = 보내고 받는 창구</a:t>
            </a:r>
          </a:p>
          <a:p>
            <a:r>
              <a:t>· 포털 지식 지도 ≠ 실행 화면: 지식 지도는 HYD 기준 지식의 속성 · 연결을 골라 따라가 보는 곳, 실행 화면은 직접 조건을 적어 조회하거나 허용 범위에서 만든다</a:t>
            </a:r>
          </a:p>
          <a:p>
            <a:r>
              <a:t>[다음] 연결 그림을 Cypher 표기로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연결 그림 → 아래 표기를 위아래로 맞춰: 둥근 괄호 · 콜론 뒤 레이블 → 대괄호 관계와 화살표 → 콜론 앞 변수 → 중괄호 속성 조건</a:t>
            </a:r>
          </a:p>
          <a:p>
            <a:r>
              <a:t>· 둥근 괄호 = 노드, 콜론 뒤 = 레이블(센서 · 상태 변수), 대괄호 = 관계 유형, 선과 화살표 = 방향</a:t>
            </a:r>
          </a:p>
          <a:p>
            <a:r>
              <a:t>· 변수 = 쿼리 안에서 찾은 노드를 다시 부르는 짧은 이름. 변수에 점 + 속성 이름이면 그 값을 읽는다. 대상의 고유 식별자와 역할이 다르다</a:t>
            </a:r>
          </a:p>
          <a:p>
            <a:r>
              <a:t>· 중괄호 = 속성 조건: 센서 전부가 아니라 태그가 TS1인 센서로 좁힌다. 레이블로 종류, 속성 조건으로 대상</a:t>
            </a:r>
          </a:p>
          <a:p>
            <a:r>
              <a:t>· 태그 조건 결과가 지금 하나여도 늘 하나라는 보장은 없다 → 특정 대상을 계속 가리킬 땐 식별자를 조건으로</a:t>
            </a:r>
          </a:p>
          <a:p>
            <a:r>
              <a:t>· 적는 순서: 그림의 양 끝과 방향 먼저 → 필요한 만큼만 조건으로 좁힌다</a:t>
            </a:r>
          </a:p>
          <a:p>
            <a:r>
              <a:t>[다음] 찾고 돌려받는 두 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두 줄 → RETURN → 아래 결과 두 행 → 오른쪽 강조한 행의 수</a:t>
            </a:r>
          </a:p>
          <a:p>
            <a:r>
              <a:t>· 절 = 쿼리를 하는 일별로 나눈 한 부분. MATCH = 찾을 패턴(이름이 오일 쿨러인 구성 요소에서 계측 관계로 이어진 센서)</a:t>
            </a:r>
          </a:p>
          <a:p>
            <a:r>
              <a:t>· RETURN = 돌려받을 항목(구성 요소 이름 · 센서 태그 → 결과 두 열)</a:t>
            </a:r>
          </a:p>
          <a:p>
            <a:r>
              <a:t>· 결과: 쿨러-유온 센서, 쿨러-냉각 효율 채널 → 두 연결이 각각 패턴에 맞아 두 행</a:t>
            </a:r>
          </a:p>
          <a:p>
            <a:r>
              <a:t>· 쿨러 이름이 두 번 나와도 같은 노드. 이름 반복 ≠ 노드 중복</a:t>
            </a:r>
          </a:p>
          <a:p>
            <a:r>
              <a:t>· 개수를 적지 않았다: 조건에 맞는 연결이 실제로 둘이라 두 행 → 한 행이 무엇을 나타내는지 알면 여러 행을 중복 데이터로 오해하지 않는다</a:t>
            </a:r>
          </a:p>
          <a:p>
            <a:r>
              <a:t>[다음] 무엇을 돌려받을지에 따라 달라지는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속성값 RETURN → 아래 「같은 MATCH, 다른 RETURN」 → 반환 대상 두 줄 → 오른쪽 강조한 노드 · 관계 반환</a:t>
            </a:r>
          </a:p>
          <a:p>
            <a:r>
              <a:t>· 이름 · 태그 목록이면 속성값, 연결된 모양을 보려면 노드와 관계 자체를 받는다</a:t>
            </a:r>
          </a:p>
          <a:p>
            <a:r>
              <a:t>· 생각할 시간(약 15초): 두 RETURN이 받는 것이 값인지 노드 · 관계인지</a:t>
            </a:r>
          </a:p>
          <a:p>
            <a:r>
              <a:t>· 위: 표의 칸에 글자. 아래: 구성 요소 노드 · 계측 관계 · 센서 노드(관계에도 변수를 붙였다)</a:t>
            </a:r>
          </a:p>
          <a:p>
            <a:r>
              <a:t>· 패턴이 같으니 둘 다 두 행. 아래 결과를 그리면 쿨러 노드 하나에서 센서 둘로 선 — 행마다 쿨러가 같은 노드라서</a:t>
            </a:r>
          </a:p>
          <a:p>
            <a:r>
              <a:t>· 속성값만 받은 표를 그래프로 바꾼다고 관계가 생기지 않는다. MATCH = 찾을 범위, RETURN = 그중 무엇을 꺼낼지</a:t>
            </a:r>
          </a:p>
          <a:p>
            <a:r>
              <a:t>[다음] 장치 이름만 받으면 한 번만 나올까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줄(이름만, 2행) → 강조한 둘째 줄(DISTINCT, 1행) → 셋째 줄(이름 + 태그, 2행) → 넷째 줄 설명</a:t>
            </a:r>
          </a:p>
          <a:p>
            <a:r>
              <a:t>· 이름 열만 남겨도 MATCH가 찾은 연결은 여전히 둘 → 같은 이름이 두 번</a:t>
            </a:r>
          </a:p>
          <a:p>
            <a:r>
              <a:t>· DISTINCT = 반환한 값의 조합이 같은 행을 하나로. 이름만이면 쿨러가 한 번</a:t>
            </a:r>
          </a:p>
          <a:p>
            <a:r>
              <a:t>· 이름 + 태그를 받으면 조합이 달라(쿨러 · CE/쿨러 · TS1) 두 행 그대로 → 열 하나가 아니라 반환한 열 전체의 조합을 본다</a:t>
            </a:r>
          </a:p>
          <a:p>
            <a:r>
              <a:t>· DISTINCT는 저장된 센서 · 관계를 지우지 않는다. 결과만 정리</a:t>
            </a:r>
          </a:p>
          <a:p>
            <a:r>
              <a:t>· 이름이 같은 별개 장치는 이름 목록으로 구별 못 한다 → 대상을 구별할 땐 노드나 고유 식별자로. 결과를 짧게 만들기보다 질문에 필요한 구별을 남기는 게 먼저</a:t>
            </a:r>
          </a:p>
          <a:p>
            <a:r>
              <a:t>[다음] 목록 말고 개수가 필요할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RETURN 세 식 → 아래 결과 세 열(2 · 1 · 2) → 오른쪽 강조한 COUNT와 DISTINCT</a:t>
            </a:r>
          </a:p>
          <a:p>
            <a:r>
              <a:t>· 행을 세면 둘인데 두 행 모두 같은 쿨러 → 무엇을 세느냐에 따라 답이 다르다</a:t>
            </a:r>
          </a:p>
          <a:p>
            <a:r>
              <a:t>· COUNT = 여러 행을 개수 하나로 요약하는 집계 함수. 별표는 넘어온 행 전부 → 2</a:t>
            </a:r>
          </a:p>
          <a:p>
            <a:r>
              <a:t>· DISTINCT 구성 요소 → 1(같은 쿨러는 하나), DISTINCT 센서 → 2(유온 센서 · 냉각 효율 채널). 이름이 아니라 노드 자체를 구별</a:t>
            </a:r>
          </a:p>
          <a:p>
            <a:r>
              <a:t>· 세 열 = 같은 그래프에 대한 서로 다른 세 질문(몇 행 · 구성 요소 몇 개 · 채널 몇 개)</a:t>
            </a:r>
          </a:p>
          <a:p>
            <a:r>
              <a:t>· AS = 결과 열의 별명. 쿨러나 센서에 속성을 새로 만든 게 아니다</a:t>
            </a:r>
          </a:p>
          <a:p>
            <a:r>
              <a:t>· 행 수와 채널 수가 지금 둘로 같아도 뜻은 다르다. 한 대상이 여러 연결에 참여하면 여러 행에 나온다 → 질문이 세라는 대상의 변수를 센다</a:t>
            </a:r>
          </a:p>
          <a:p>
            <a:r>
              <a:t>[다음] 설비에서 한계까지 질의 한 번으로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MATCH 네 줄을 위에서 아래로(설비 → 구성 요소 → 센서 → 상태 변수) → RETURN · ORDER BY → 결과 넷째 줄 유온 행 → NULL 두 칸</a:t>
            </a:r>
          </a:p>
          <a:p>
            <a:r>
              <a:t>· 설계 때 그린 길을 쿼리에 그대로 이어 적는다: 노드와 관계를 번갈아 → 세 관계를 한 번에</a:t>
            </a:r>
          </a:p>
          <a:p>
            <a:r>
              <a:t>· 출발: 설비 코드가 HYD-01인 설비. RETURN엔 구성 요소 이름 · 태그 · 물리량 이름 · 단위 · 한계, ORDER BY는 태그 순 정렬</a:t>
            </a:r>
          </a:p>
          <a:p>
            <a:r>
              <a:t>· 유온 행: 오일 쿨러 → 유온 센서 → 유온, 단위 ℃ · 한계 65 → 질문 1 · 2의 답</a:t>
            </a:r>
          </a:p>
          <a:p>
            <a:r>
              <a:t>· 다른 행: 토출 압력 130 bar, 팬 진동 2.0 mm/s</a:t>
            </a:r>
          </a:p>
          <a:p>
            <a:r>
              <a:t>· NULL = 값이 없다는 표시. 냉각 효율 · 유량은 물리량까지 찾아갔지만 한계 값이 적혀 있지 않다(표의 「없음」). 연결이 끊겨 못 닿은 것과 다르다 → 쓸데없이 관계를 만들지 않는다</a:t>
            </a:r>
          </a:p>
          <a:p>
            <a:r>
              <a:t>[다음] 한계가 있는 물리량만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WHERE 줄 → 결과 세 행 → 맨 아래 빠진 행 → 오른쪽 크기 비교 칸</a:t>
            </a:r>
          </a:p>
          <a:p>
            <a:r>
              <a:t>· WHERE = MATCH가 찾은 행 중 조건에 맞는 행만 남기는 절</a:t>
            </a:r>
          </a:p>
          <a:p>
            <a:r>
              <a:t>· IS NOT NULL = 값이 있는지를 묻는다(크기 비교 아님) → 토출 압력 · 유온 · 팬 진동이 남는다</a:t>
            </a:r>
          </a:p>
          <a:p>
            <a:r>
              <a:t>· 냉각 효율 · 유량은 못 찾아서가 아니라 찾은 뒤 한계 칸이 비어 걸러졌다</a:t>
            </a:r>
          </a:p>
          <a:p>
            <a:r>
              <a:t>· 크기 비교(한계 &gt; 100)도 문법상 가능하지만 압력 · 온도 · 진동은 단위가 달라 한 숫자로 견주면 뜻이 없다 → 단위도 함께 받았다</a:t>
            </a:r>
          </a:p>
          <a:p>
            <a:r>
              <a:t>· 값이 있는지 묻는 조회와 그 값으로 무엇을 판단하는지는 따로 생각</a:t>
            </a:r>
          </a:p>
          <a:p>
            <a:r>
              <a:t>[다음] 조건이 여럿일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WHERE의 괄호 안 OR → 괄호 밖 AND → 결과 두 행 → 맨 아래 괄호를 뺀 결과 세 행</a:t>
            </a:r>
          </a:p>
          <a:p>
            <a:r>
              <a:t>· 원하는 범위: 쿨러나 팬 중 하나에 연결 + 반드시 한계가 있는 물리량</a:t>
            </a:r>
          </a:p>
          <a:p>
            <a:r>
              <a:t>· OR = 어느 하나, AND = 모두. 결과: 유온 · 팬 진동. 쿨러에 연결됐어도 한계가 없는 냉각 효율은 빠진다</a:t>
            </a:r>
          </a:p>
          <a:p>
            <a:r>
              <a:t>· 괄호를 빼면 냉각 효율이 들어온다: Cypher는 괄호가 없으면 AND를 OR보다 먼저 묶는다 → 「쿨러에 연결」 또는 「팬에 연결이면서 한계 있음」으로 읽힌다</a:t>
            </a:r>
          </a:p>
          <a:p>
            <a:r>
              <a:t>· 생각할 시간(약 15초): 냉각 효율 행 하나를 두 쿼리에서 따라가 본다</a:t>
            </a:r>
          </a:p>
          <a:p>
            <a:r>
              <a:t>· 두 문장 모두 오류 없이 실행된다 → 오류 표시로는 질문에 맞는지 모른다. 말로 먼저 읽고, 함께 판단할 부분을 괄호에 담는다</a:t>
            </a:r>
          </a:p>
          <a:p>
            <a:r>
              <a:t>[다음] 장치마다 채널 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MATCH 길 → RETURN의 식별자 · 이름 · COUNT → ORDER BY → 결과 세 행 → 오른쪽 원래 행 대조</a:t>
            </a:r>
          </a:p>
          <a:p>
            <a:r>
              <a:t>· 설비 전체 채널 수 하나로는 어느 장치에 무엇이 붙었는지 모른다 → 구성 요소마다 따로 센다</a:t>
            </a:r>
          </a:p>
          <a:p>
            <a:r>
              <a:t>· 원래 행: 쿨러(냉각 효율 · 유온), 주 펌프(유량 · 압력), 팬(진동)</a:t>
            </a:r>
          </a:p>
          <a:p>
            <a:r>
              <a:t>· 집계 함수 + 일반 항목을 같이 적으면 집계하지 않은 항목 값이 같은 행끼리 묶어 계산</a:t>
            </a:r>
          </a:p>
          <a:p>
            <a:r>
              <a:t>· 식별자를 함께 남기는 까닭: 이름만으로 묶으면 같은 이름의 다른 장치가 한 묶음이 된다(화면은 읽기 편하게 식별자 열만 뺐다)</a:t>
            </a:r>
          </a:p>
          <a:p>
            <a:r>
              <a:t>· 결과: 쿨러 2 · 주 펌프 2 · 팬 1 — 손으로 묶어 센 것과 같아야 한다. DESC = 큰 값부터, 같으면 식별자 오름차순. 정렬은 개수 · 관계를 바꾸지 않는다</a:t>
            </a:r>
          </a:p>
          <a:p>
            <a:r>
              <a:t>· 범위: 센서로 이어지는 길이 있는 구성 요소만. 채널 없는 장치는 안 나온다 → 모든 장치 목록이 아니다</a:t>
            </a:r>
          </a:p>
          <a:p>
            <a:r>
              <a:t>[다음] 원인 후보는 어느 방향으로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유형(화살표 따라옴) → 오른쪽 원인 셋에서 들어오는 선 → 아래 띠 왼쪽 · 오른쪽 표기</a:t>
            </a:r>
          </a:p>
          <a:p>
            <a:r>
              <a:t>· 저장된 사실: 원인이 고장 유형을 일으킨다 → 화살표 머리는 고장 유형 쪽. 고장 유형에서 출발해도 사실의 방향은 바꾸지 않는다</a:t>
            </a:r>
          </a:p>
          <a:p>
            <a:r>
              <a:t>· 왼쪽 표기: 고장 유형을 먼저 놓고 들어오는 관계를 적음 = 역방향 탐색 → 원인 후보</a:t>
            </a:r>
          </a:p>
          <a:p>
            <a:r>
              <a:t>· 오른쪽 표기: 고장 유형 → 원인으로 나가는 관계 → 그런 관계가 없어 결과 없음</a:t>
            </a:r>
          </a:p>
          <a:p>
            <a:r>
              <a:t>· 오른쪽도 문법상 맞아 오류 대신 빈 결과 → 데이터가 없다 결론 내기 전에 시작 · 끝 · 관계 이름 · 화살표 방향을 저장된 모양과 대조</a:t>
            </a:r>
          </a:p>
          <a:p>
            <a:r>
              <a:t>· 반대 뜻 관계를 또 저장하지 않는다(한쪽만 고치면 어긋남). 찾은 것은 후보일 뿐, 원인은 증거 값과 기준을 대조해 가린다</a:t>
            </a:r>
          </a:p>
          <a:p>
            <a:r>
              <a:t>· 단원 답: 지식은 정의한 뜻 · 방향대로 노드와 관계로 저장되고, 찾을 땐 그 모양을 패턴으로 적고 출발점 · 조건 · 반환 항목을 고른다</a:t>
            </a:r>
          </a:p>
          <a:p>
            <a:r>
              <a:t>[다음] 읽기에서 쓰기로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</a:t>
            </a:r>
          </a:p>
          <a:p>
            <a:r>
              <a:t>· CREATE = 적은 대로 새 노드. 이미 있는지 안 본다 → 같은 식별자 센서가 있으면 유일 제약에 걸려 거절(아래 메시지)</a:t>
            </a:r>
          </a:p>
          <a:p>
            <a:r>
              <a:t>· MERGE = 패턴에 맞는 노드를 찾고 없으면 만든다. 이 예는 식별자로 찾는다</a:t>
            </a:r>
          </a:p>
          <a:p>
            <a:r>
              <a:t>· SET = 찾았거나 만든 노드의 속성에 값(이름 · 태그 · 단위)을 넣는다 → 대상을 찾는 일과 값을 넣는 일을 나눠 적는다</a:t>
            </a:r>
          </a:p>
          <a:p>
            <a:r>
              <a:t>· 넣다가 멈춰 다시 실행할 때: 식별자 유일 제약 + MERGE면 몇 번 실행해도 같은 대상이 하나로 남는다</a:t>
            </a:r>
          </a:p>
          <a:p>
            <a:r>
              <a:t>· 처음 등록하는 새 센서면 CREATE도 된다. 새 대상을 만드나, 같은 대상을 다시 다루나로 고른다</a:t>
            </a:r>
          </a:p>
          <a:p>
            <a:r>
              <a:t>[다음] 이미 있는 센서의 이름을 바꾸려면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실행 전 상태 → 첫 쿼리(식별자로 찾고 SET) → 둘째 쿼리(이름까지 검색 조건) → 각 결과</a:t>
            </a:r>
          </a:p>
          <a:p>
            <a:r>
              <a:t>· 상황: 같은 센서의 표시 이름을 「유온 센서」 → 「온도 센서」로. 두 쿼리를 같은 처음 상태에서 각각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SET으로 이름만 바꿈 → 노드 하나 그대로, 다시 실행해도 같은 센서</a:t>
            </a:r>
          </a:p>
          <a:p>
            <a:r>
              <a:t>· 둘째 쿼리: 식별자 + 새 이름 둘 다 조건 → 기존 이름이 아직 유온 센서라 맞는 노드가 없어 만들려다 같은 식별자 유일 제약에 거절</a:t>
            </a:r>
          </a:p>
          <a:p>
            <a:r>
              <a:t>· MERGE는 뜻으로 같은 센서인지 판단하지 않는다. 적은 패턴이 전부 맞는지만 본다 → 계속 가리킬 식별자는 검색 조건에, 바꿀 이름은 SET에</a:t>
            </a:r>
          </a:p>
          <a:p>
            <a:r>
              <a:t>[다음] 노드 사이를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MATCH 세 노드 → MERGE 두 관계(방향) → 아래 없는 식별자 예와 결과 줄</a:t>
            </a:r>
          </a:p>
          <a:p>
            <a:r>
              <a:t>· 관계는 양 끝 노드를 식별자로 먼저 찾아 변수에 담은 뒤 만든다</a:t>
            </a:r>
          </a:p>
          <a:p>
            <a:r>
              <a:t>· MERGE: 쿨러 → 센서 계측 관계, 센서 → 유온 읽는 관계. 두 노드 사이에 이미 있으면 그대로 쓴다. 화살표는 스키마의 시작 → 끝</a:t>
            </a:r>
          </a:p>
          <a:p>
            <a:r>
              <a:t>· 없는 식별자로 찾으면 MATCH가 찾은 행이 없어 MERGE도 만들 일이 없다 → 「만들어진 관계 없음」인데 오류 없이 끝날 수 있다</a:t>
            </a:r>
          </a:p>
          <a:p>
            <a:r>
              <a:t>· 실행 완료 표시만 보고 관계가 생겼다고 판단하지 않는다. RETURN이 없어 결과 표가 안 보이는 것만으로는 성공 · 실패를 못 가린다</a:t>
            </a:r>
          </a:p>
          <a:p>
            <a:r>
              <a:t>· 저장 뒤 같은 두 노드 사이를 다시 조회해 확인 → 방향을 잘못 적은 경우도 이 대조에서 드러난다</a:t>
            </a:r>
          </a:p>
          <a:p>
            <a:r>
              <a:t>[다음] 넣고 확인하는 한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적재(식별자로 찾아 노드 · 관계 생성, 그래프) → 조회(처음 정한 역량 질문, 답의 행) → 검사(필수값 · 허용값 · 끝 클래스를 스키마와 대조)</a:t>
            </a:r>
          </a:p>
          <a:p>
            <a:r>
              <a:t>· 조회: 쿨러 센서 · 물리량 한계 · 교체 부품이 예상대로 나오나</a:t>
            </a:r>
          </a:p>
          <a:p>
            <a:r>
              <a:t>· 조회와 검사가 찾는 잘못이 다르다: 스키마가 허용한 종류끼리 이었어도 엉뚱한 센서일 수 있다 → 원자료 · 예상 답과 대조</a:t>
            </a:r>
          </a:p>
          <a:p>
            <a:r>
              <a:t>· 답 한 건이 맞게 나왔다고 다른 대상의 필수값까지 다 채워진 것은 아니다 → 검사</a:t>
            </a:r>
          </a:p>
          <a:p>
            <a:r>
              <a:t>· 저장 성공 ≠ 설계가 옳음. 질문의 답과 정의의 조건을 함께 확인해야 쓸 수 있는 지식</a:t>
            </a:r>
          </a:p>
          <a:p>
            <a:r>
              <a:t>[다음] 직접 해 보는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입력과 질문 → 기본 조회 → 대상별 집계 → 강조한 성공 기준</a:t>
            </a:r>
          </a:p>
          <a:p>
            <a:r>
              <a:t>· 목표: 관계를 따라 찾은 원래 행과 구성 요소별 채널 수를 대조해 질의가 질문에 맞는지 확인</a:t>
            </a:r>
          </a:p>
          <a:p>
            <a:r>
              <a:t>· 입력: 예제 그래프의 관계 · 방향, 질문은 설비의 계측 채널과 교체 부품</a:t>
            </a:r>
          </a:p>
          <a:p>
            <a:r>
              <a:t>· 기본 조회: 한 단계 · 여러 단계 패턴과 조건, 속성값 표와 연결 그래프 비교</a:t>
            </a:r>
          </a:p>
          <a:p>
            <a:r>
              <a:t>· 집계: 구성 요소별 서로 다른 채널 수를 구해 정렬 → 원래 행을 손으로 묶어 센 수와 대조</a:t>
            </a:r>
          </a:p>
          <a:p>
            <a:r>
              <a:t>· 성공 기준: 질문에 맞는 대상 · 반환 형태, 원래 행과 집계 수 일치, 이름이 같은 대상을 잘못 합치지 않음</a:t>
            </a:r>
          </a:p>
          <a:p>
            <a:r>
              <a:t>· 결과물: 조회 질의와 결과, 집계 대조표, 어느 그래프를 조회했는지 기록</a:t>
            </a:r>
          </a:p>
          <a:p>
            <a:r>
              <a:t>[다음] 둘째 실습, 기준 지식 탐색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목표 · 입력 → 범위 → 강조한 산출물 · 성공 기준</a:t>
            </a:r>
          </a:p>
          <a:p>
            <a:r>
              <a:t>· 목표: 지식 지도에서 설비 하나를 골라 이어진 구성 요소와 센서로 따라간다. 입력: HYD의 기준 지식</a:t>
            </a:r>
          </a:p>
          <a:p>
            <a:r>
              <a:t>· 범위: 항목마다 클래스 · 속성 확인, 나가는 관계와 들어오는 관계 구분</a:t>
            </a:r>
          </a:p>
          <a:p>
            <a:r>
              <a:t>· 결과물: 확인한 클래스 · 속성 · 관계를 적은 탐색 기록</a:t>
            </a:r>
          </a:p>
          <a:p>
            <a:r>
              <a:t>· 성공 기준: 출발 대상과 도착 대상이 처음 정한 질문에 맞는다</a:t>
            </a:r>
          </a:p>
          <a:p>
            <a:r>
              <a:t>· 주의: 기준 지식과 직접 만드는 실습 그래프는 다른 작업 대상(다른 환경) — 한쪽에서 바꾼 것이 다른 쪽에 나타나지 않는다</a:t>
            </a:r>
          </a:p>
          <a:p>
            <a:r>
              <a:t>[다음] 셋째 실습, 직접 설계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스키마 파일 → 예시 인스턴스 데이터 → 강조한 성공 기준</a:t>
            </a:r>
          </a:p>
          <a:p>
            <a:r>
              <a:t>· 목표: 설비 자료에서 답할 질문을 정해 스키마 파일과 예시 인스턴스 데이터를 만들고 자료의 뜻과 대조</a:t>
            </a:r>
          </a:p>
          <a:p>
            <a:r>
              <a:t>· 입력: 설비 자료</a:t>
            </a:r>
          </a:p>
          <a:p>
            <a:r>
              <a:t>· 스키마 파일: 클래스 · 속성 · 자료형 · 필수값 · 식별자, 관계의 유형 · 방향 · 연결 제약</a:t>
            </a:r>
          </a:p>
          <a:p>
            <a:r>
              <a:t>· 예시 데이터: 자료의 대상을 인스턴스로 적고 정의한 관계로 잇는다</a:t>
            </a:r>
          </a:p>
          <a:p>
            <a:r>
              <a:t>· 성공 기준: 고유 식별자 · 필수값 · 관계 방향이 정의에 맞고, 함께 쓰는 부품과 한 구성 요소의 여러 센서가 원자료대로 빠짐없이 이어진다</a:t>
            </a:r>
          </a:p>
          <a:p>
            <a:r>
              <a:t>[다음] 넷째 실습, 그래프에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구현 결과 → 원자료와 연결 대조 → 강조한 성공 기준</a:t>
            </a:r>
          </a:p>
          <a:p>
            <a:r>
              <a:t>· 목표: 저장된 관계가 스키마에 맞아도 실제 대상이 다를 수 있으므로 원자료와 조회 결과를 함께 대조</a:t>
            </a:r>
          </a:p>
          <a:p>
            <a:r>
              <a:t>· 결과물: 생성 질의, 저장된 그래프, 원자료와 조회 결과를 맞춘 검증 기록(수정한 곳 · 확인 못 한 곳 포함)</a:t>
            </a:r>
          </a:p>
          <a:p>
            <a:r>
              <a:t>· 대조: 유온 센서는 유온을 읽어야 한다. 시작 · 끝 클래스가 맞는 것만으론 부족 → 설비 식별자 · 센서 태그 · 계측 대상 · 단위까지</a:t>
            </a:r>
          </a:p>
          <a:p>
            <a:r>
              <a:t>· 성공 기준: 잘못된 연결은 원자료를 근거로 고치고 세 질문의 답을 다시 확인, 중복 · 끝점 검사 근거를 남김. 차이가 없으면 무엇을 대조했는지 기록</a:t>
            </a:r>
          </a:p>
          <a:p>
            <a:r>
              <a:t>[다음] 실습 뒤 복습, 설계에서 조회까지 이어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왼쪽 정보 → 가운데 설계 자리 → 오른쪽 저장 · 조회 자리 순으로</a:t>
            </a:r>
          </a:p>
          <a:p>
            <a:r>
              <a:t>· 상황: 쿨러 성능 저하 경보 — 유온의 한계는 어디서 읽고, 쿨러의 계측 채널은 어떻게 찾나</a:t>
            </a:r>
          </a:p>
          <a:p>
            <a:r>
              <a:t>· 생각할 시간(약 20초): 센서의 태그와 유온의 한계가 같은 노드의 값인가</a:t>
            </a:r>
          </a:p>
          <a:p>
            <a:r>
              <a:t>· 태그 = 센서 인스턴스의 속성값(센서 노드의 칸). 유온 = 센서가 읽는 별도 인스턴스 · 별도 노드, 읽는 관계가 있어야 찾는다</a:t>
            </a:r>
          </a:p>
          <a:p>
            <a:r>
              <a:t>· 한계 = 유온에 붙은 값 → 센서에서 출발하면 관계를 한 번 건넌 뒤 물리량의 속성을 읽는다. 칸 읽기와 건너가기를 구별하면 패턴이 읽힌다</a:t>
            </a:r>
          </a:p>
          <a:p>
            <a:r>
              <a:t>· 쿨러 센서 찾기: 구성 요소 → 센서 관계를 MATCH에, 확인할 항목을 RETURN에 — 정의의 길이 조회의 길로</a:t>
            </a:r>
          </a:p>
          <a:p>
            <a:r>
              <a:t>· 쿨러가 두 행 = 연결된 채널이 달라서, 쿨러는 하나. 행 수(2)와 서로 다른 쿨러 수(1)를 COUNT 안에서 고른다. 답이 안 나오면 이 표를 차례로: 대상 · 값 → 관계 → 쿼리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클래스 = 공통 특성을 가진 대상의 유형, 인스턴스 = 그 유형의 개별 대상</a:t>
            </a:r>
          </a:p>
          <a:p>
            <a:r>
              <a:t>· 속성 = 값을 담는 항목(채운 내용이 속성값), 카디널리티 = 관계 양쪽에 몇 개씩 이어질 수 있나</a:t>
            </a:r>
          </a:p>
          <a:p>
            <a:r>
              <a:t>· 스키마 = 클래스 · 속성 · 관계 · 제약의 공통 정의, 식별자 = 같은 대상을 하나로 가리키는 바뀌지 않는 고유한 값(이름과 달리 고치지 않음)</a:t>
            </a:r>
          </a:p>
          <a:p>
            <a:r>
              <a:t>· 레이블 = 그래프 DB에서 노드의 종류 이름표</a:t>
            </a:r>
          </a:p>
          <a:p>
            <a:r>
              <a:t>· Cypher 쿼리 = 노드와 관계의 패턴으로 조회하거나 만들 일을 적은 질의 문장, DB 제약 = DB가 저장할 때 직접 강제하는 조건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상황(같은 기종 새 설비, 설비 코드 HYD-04) → 물음 → 보기 넷</a:t>
            </a:r>
          </a:p>
          <a:p>
            <a:r>
              <a:t>· 보기 요지: ① 새 설비 코드 이름의 클래스 ② 설비 클래스에 「넷째 설비」 속성 ③ 설비 인스턴스를 더하고 구성 요소와 연결 ④ 기존 설비 코드를 새 코드로</a:t>
            </a:r>
          </a:p>
          <a:p>
            <a:r>
              <a:t>· 생각할 거리: 새로 생긴 것이 유형인가, 개별 대상인가</a:t>
            </a:r>
          </a:p>
          <a:p>
            <a:r>
              <a:t>· 생각할 시간 약 20초</a:t>
            </a:r>
          </a:p>
          <a:p>
            <a:r>
              <a:t>[다음] 둘째 문제, 공급 조건의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상황(씰 키트, 세 공급사 단가 35 · 55 · 20만원, 납기 2 · 5 · 1일) → 물음 → 보기 넷</a:t>
            </a:r>
          </a:p>
          <a:p>
            <a:r>
              <a:t>· 보기 요지: ① 부품 · 공급사를 잇는 공급 관계의 속성 ② 부품 클래스의 속성 ③ 공급사 클래스의 속성 ④ 「단가」라는 새 클래스의 인스턴스</a:t>
            </a:r>
          </a:p>
          <a:p>
            <a:r>
              <a:t>· 생각할 거리: 부품만, 또는 공급사만 골랐을 때 조건 하나가 정해지나</a:t>
            </a:r>
          </a:p>
          <a:p>
            <a:r>
              <a:t>· 생각할 시간 약 20초</a:t>
            </a:r>
          </a:p>
          <a:p>
            <a:r>
              <a:t>[다음] 셋째 문제, 저장을 막는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상황(센서 식별자에 유일 제약) → 물음 → 보기 넷</a:t>
            </a:r>
          </a:p>
          <a:p>
            <a:r>
              <a:t>· 보기 요지: ① 태그가 빠진 센서 ② 이미 있는 센서와 식별자가 같은 새 센서 ③ 센서에서 설비로 그은 읽는 관계 ④ 종류에 허용되지 않은 값을 넣은 상태 변수</a:t>
            </a:r>
          </a:p>
          <a:p>
            <a:r>
              <a:t>· 생각할 거리: 스키마의 조건과 DB가 저장할 때 직접 강제하는 조건의 구별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3: 같은 유형의 대상 하나가 늘었다 → 스키마는 그대로, 인스턴스를 더해 구성 요소와 연결. 1은 설비가 늘 때마다 공통 정의가 늘고, 2는 모든 설비가 채울 속성이 아니며, 4는 기존 설비의 코드를 바꿔 계측값 · 업무 데이터 대응까지 어긋난다</a:t>
            </a:r>
          </a:p>
          <a:p>
            <a:r>
              <a:t>· Q2 정답 1: 부품과 공급사를 함께 정해야 단가 · 납기가 정해진다. 부품에만 두면 공급사별 조건이 섞이고, 공급사에만 두면 다른 부품 조건과 섞인다. 이 모델은 조건을 별도 대상으로 추적하지 않고 공급 관계의 값으로</a:t>
            </a:r>
          </a:p>
          <a:p>
            <a:r>
              <a:t>· Q3 정답 2: 같은 식별자 센서는 유일 제약이 저장을 막는다. 나머지(태그 누락 · 잘못된 끝 클래스 · 허용값 위반)도 틀린 데이터지만 저장된 뒤 스키마와 대조하는 검사가 찾는다</a:t>
            </a:r>
          </a:p>
          <a:p>
            <a:r>
              <a:t>· 회차 정리: 질문에 필요한 지식을 정의 → 그래프에 저장 → 답을 확인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부제의 흐름(클래스와 관계 → 스키마 → 그래프 저장 · 조회)</a:t>
            </a:r>
          </a:p>
          <a:p>
            <a:r>
              <a:t>· 이 회차: 설비 지식을 어떤 구조로 정리하고, 어떻게 저장해 찾아 쓰는가</a:t>
            </a:r>
          </a:p>
          <a:p>
            <a:r>
              <a:t>· 여는 물음: 쿨러에 이상이 생기면 어떤 센서부터 보나, 그 값의 한계는 어디 적혀 있나, 어떤 원인을 의심하나</a:t>
            </a:r>
          </a:p>
          <a:p>
            <a:r>
              <a:t>· 사람은 매뉴얼과 기록을 뒤져 연결을 찾지만, 컴퓨터는 설비 · 센서 · 증상 · 원인이 미리 정해진 구조로 이어져 있어야 같은 길을 간다</a:t>
            </a:r>
          </a:p>
          <a:p>
            <a:r>
              <a:t>· 흐름: 현장 정보를 클래스와 관계로 나눔 → 스키마로 정의 → 그래프 DB에 저장 → Cypher 쿼리(요청 문장)로 직접 찾기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여덟 줄(이론) → 맨 아래 한 줄(실습 넷), 세 줄씩 묶어</a:t>
            </a:r>
          </a:p>
          <a:p>
            <a:r>
              <a:t>· 1~3 단원: 대상 · 값 · 연결 구별 — 유온 센서 하나로 클래스 · 인스턴스 · 관계, 연결 수와 짝에 붙는 값, 클래스를 나누는 기준</a:t>
            </a:r>
          </a:p>
          <a:p>
            <a:r>
              <a:t>· 4~6 단원: 스키마로 적기 — 식별자, 속성 · 연결의 제약, 설비 자료로 모델 설계</a:t>
            </a:r>
          </a:p>
          <a:p>
            <a:r>
              <a:t>· 7~8 단원: 그래프 DB 저장 모양과 Cypher 조회, 노드 · 관계를 만드는 쿼리</a:t>
            </a:r>
          </a:p>
          <a:p>
            <a:r>
              <a:t>· 실습: 이미 있는 그래프 조회 · 지식 지도 탐색 → 설비 자료로 직접 설계 → 그래프에 구현해 확인</a:t>
            </a:r>
          </a:p>
          <a:p>
            <a:r>
              <a:t>[다음] 첫 단원, 유온 센서 하나에서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 1: 관계 한쪽에 대상이 몇 개까지 이어질 수 있나(쿨러 하나에 센서 하나만? 여럿?) → 정의에 들어가야 한다</a:t>
            </a:r>
          </a:p>
          <a:p>
            <a:r>
              <a:t>· 물음 2: 부품과 공급사처럼 짝마다 값이 달라지면 그 값을 어디에 두나</a:t>
            </a:r>
          </a:p>
          <a:p>
            <a:r>
              <a:t>· 순서: 연결의 수를 정하는 카디널리티 → 연결 하나에 붙는 값</a:t>
            </a:r>
          </a:p>
          <a:p>
            <a:r>
              <a:t>[다음] 카디널리티의 네 형태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지금까지: 센서와 구동기는 클래스를 나눴고, 유온 센서와 냉각 효율 채널은 같은 센서 클래스에 넣었다</a:t>
            </a:r>
          </a:p>
          <a:p>
            <a:r>
              <a:t>· 물음: 이런 선택을 직접 할 때 무엇을 기준으로 삼나</a:t>
            </a:r>
          </a:p>
          <a:p>
            <a:r>
              <a:t>· 순서: 공통 정의를 물려받는 상속 → 새 클래스를 만들 때와 기존 정의에 값을 채울 때의 구별</a:t>
            </a:r>
          </a:p>
          <a:p>
            <a:r>
              <a:t>[다음] 업무 흐름의 공통 유형과 상속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4~6 단원: 나눈 대상 · 값 · 연결을 누가 넣어도 같은 뜻이 되게 정의로 적는다</a:t>
            </a:r>
          </a:p>
          <a:p>
            <a:r>
              <a:t>· 넣는 사람마다 칸을 다르게 채우거나 같은 대상을 다른 이름으로 등록하면 같은 지식이 다른 뜻으로 읽히고 정보가 흩어진다</a:t>
            </a:r>
          </a:p>
          <a:p>
            <a:r>
              <a:t>· 물음: 무엇을 미리 정해야 누가 넣어도 같은 뜻으로 읽히나 → 함께 따를 정의(스키마)와 대상을 가리키는 식별자</a:t>
            </a:r>
          </a:p>
          <a:p>
            <a:r>
              <a:t>[다음] 스키마와 실제 데이터의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데이터가 잘못 들어왔다는 걸 무엇을 기준으로 알아보나 → 정의를 어떻게 적어 두느냐에 답이 있다</a:t>
            </a:r>
          </a:p>
          <a:p>
            <a:r>
              <a:t>· 센서를 예로 차례로 적는다: 어떤 대상인가 → 어떤 값을 반드시 가져야 하나 → 어떤 대상과 연결할 수 있나</a:t>
            </a:r>
          </a:p>
          <a:p>
            <a:r>
              <a:t>[다음] 센서 클래스의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설계의 출발점은 클래스 이름 나열이 아니라 이 모델로 답하려는 질문</a:t>
            </a:r>
          </a:p>
          <a:p>
            <a:r>
              <a:t>· 그 질문에서 대상 · 값 · 연결을 골라 설비 모델을 만든다</a:t>
            </a:r>
          </a:p>
          <a:p>
            <a:r>
              <a:t>· 새 질문이 생기면 어디를 고치는지도 본다</a:t>
            </a:r>
          </a:p>
          <a:p>
            <a:r>
              <a:t>[다음] 질문 셋에서 클래스 · 속성 · 관계로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물음: 설계한 대상과 연결은 그래프 DB 안에서 어떤 모습인가, 거기서 필요한 정보는 어떤 문장으로 찾나</a:t>
            </a:r>
          </a:p>
          <a:p>
            <a:r>
              <a:t>· 순서: 저장 구조 → 그 구조에 맞춘 Cypher 조회 문장</a:t>
            </a:r>
          </a:p>
          <a:p>
            <a:r>
              <a:t>· 목표는 문법 암기가 아니라 질문에 맞는 패턴을 적고, 결과가 정말 그 질문의 답인지 확인하는 것</a:t>
            </a:r>
          </a:p>
          <a:p>
            <a:r>
              <a:t>[다음] 표와 그래프가 같은 사실을 담는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08 → 부제</a:t>
            </a:r>
          </a:p>
          <a:p>
            <a:r>
              <a:t>· 마지막 이론 단원: 저장된 그래프를 읽기만 하다가 쓰기로</a:t>
            </a:r>
          </a:p>
          <a:p>
            <a:r>
              <a:t>· 넣을 때 달라지는 것: 같은 센서를 두 번 만들면 안 되고, 정의한 방향으로 관계를 이어야 한다</a:t>
            </a:r>
          </a:p>
          <a:p>
            <a:r>
              <a:t>· 만든 뒤에는 다시 조회해 의도한 대상과 연결이 남았는지 확인</a:t>
            </a:r>
          </a:p>
          <a:p>
            <a:r>
              <a:t>· 순서: 노드 만들기 · 합치기 → 관계 잇기 → 설계와 대조</a:t>
            </a:r>
          </a:p>
          <a:p>
            <a:r>
              <a:t>[다음] 새로 만들기와 찾아서 없을 때만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클래스 · 관계로 정의하고 저장하고 Cypher로 찾은 흐름을 직접 해 본다</a:t>
            </a:r>
          </a:p>
          <a:p>
            <a:r>
              <a:t>· 예제 그래프에서 관계를 따라 설비의 구성 요소 · 센서 · 교체 부품을 찾는다</a:t>
            </a:r>
          </a:p>
          <a:p>
            <a:r>
              <a:t>· 앞 이론과의 연결: 한 단계 관계와 여러 단계 경로(MATCH · 경로 조회), 속성값 표와 연결 그래프의 비교(RETURN), 구성 요소별 집계(COUNT · DISTINCT · ORDER BY)</a:t>
            </a:r>
          </a:p>
          <a:p>
            <a:r>
              <a:t>· 핵심: 무엇을 기준으로 묶고 무엇을 세느냐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포털 지식 지도로 설비 지식의 연결을 탐색. 첫 실습이 쿼리를 적어 찾는 활동이라면 여기선 항목을 골라 따라간다</a:t>
            </a:r>
          </a:p>
          <a:p>
            <a:r>
              <a:t>· 앞 이론과의 연결: 클래스 · 속성, 들어오고 나가는 관계가 실제 시스템에서 어떻게 보이는지</a:t>
            </a:r>
          </a:p>
          <a:p>
            <a:r>
              <a:t>· 먼저 어느 설비에서 어떤 정보를 찾을지 정하고, 이어진 구성 요소와 센서를 본다</a:t>
            </a:r>
          </a:p>
          <a:p>
            <a:r>
              <a:t>[다음] 확인할 구조와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설비 자료로 온톨로지를 직접 설계. 앞 두 실습의 그래프도 대상과 연결을 정해서 만든 것</a:t>
            </a:r>
          </a:p>
          <a:p>
            <a:r>
              <a:t>· 앞 이론과의 연결: 여섯째 단원의 순서 — 역량 질문 → 대상과 값 나누기 → 클래스 · 속성 · 관계 · 제약</a:t>
            </a:r>
          </a:p>
          <a:p>
            <a:r>
              <a:t>· 정한 내용을 요구사항으로 정리해 바이브 코딩으로 파일을 만든다</a:t>
            </a:r>
          </a:p>
          <a:p>
            <a:r>
              <a:t>· AI가 파일을 만들어도 무엇을 나타내는 모델인지 설명하고 확인하는 건 설계한 사람의 몫</a:t>
            </a:r>
          </a:p>
          <a:p>
            <a:r>
              <a:t>[다음] 만들 두 파일과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셋째 실습의 스키마와 예시 데이터를 그래프 DB에 구현하고 검증</a:t>
            </a:r>
          </a:p>
          <a:p>
            <a:r>
              <a:t>· 앞 이론과의 연결: 여덟째 단원의 생성 · 병합 쿼리를 실제로. 바이브 코딩으로 생성한 Cypher를 읽어 본 뒤 실행</a:t>
            </a:r>
          </a:p>
          <a:p>
            <a:r>
              <a:t>· 구현 뒤: 중복과 관계의 끝점 검사, 처음 정한 질문에 예상한 답이 나오는지 대조</a:t>
            </a:r>
          </a:p>
          <a:p>
            <a:r>
              <a:t>· 실습 순서 전체: 있는 지식 찾기 → 직접 설계 → 저장한 결과가 질문에 맞는지 확인. 첫 활동은 그래프 조회부터</a:t>
            </a:r>
          </a:p>
          <a:p>
            <a:r>
              <a:t>[다음] 구현 결과와 의미 검증의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직접 쓸 수 있는지 확인하는 자리</a:t>
            </a:r>
          </a:p>
          <a:p>
            <a:r>
              <a:t>· 보기 이름을 기억하기보다 왜 그 자리에 정보를 놓는지 설명할 수 있느냐가 중요</a:t>
            </a:r>
          </a:p>
          <a:p>
            <a:r>
              <a:t>· 문제마다 보기를 읽고 잠깐 멈춤 → 정답과 까닭은 세 문제를 다 본 뒤</a:t>
            </a:r>
          </a:p>
          <a:p>
            <a:r>
              <a:t>[다음] 첫 문제, 새 설비 한 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0.png"/><Relationship Id="rId7" Type="http://schemas.openxmlformats.org/officeDocument/2006/relationships/image" Target="../media/image3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3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8.png"/><Relationship Id="rId4" Type="http://schemas.openxmlformats.org/officeDocument/2006/relationships/image" Target="../media/image43.png"/><Relationship Id="rId5" Type="http://schemas.openxmlformats.org/officeDocument/2006/relationships/image" Target="../media/image1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6.png"/><Relationship Id="rId4" Type="http://schemas.openxmlformats.org/officeDocument/2006/relationships/image" Target="../media/image43.png"/><Relationship Id="rId5" Type="http://schemas.openxmlformats.org/officeDocument/2006/relationships/image" Target="../media/image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3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설비와 데이터의 관계를 체계화해 필요한 정보 찾기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구조의 설계와 그래프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현장 정보를 클래스와 관계로 나누어 스키마로 정의하고, 그래프에 저장해 관계를 따라 찾는다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tegory" descr="category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chema" descr="schema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정보를 클래스와 관계로 나누어 스키마로 정의하고, 그래프 DB에 저장해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현장의 대상을 클래스, 인스턴스, 속성값으로 나눈다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방향과 카디널리티를 실제 연결에 대어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표현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설계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제약을 한 벌의 정의로 적는다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식별자로 같은 대상을 가리키고 어긋난 데이터를 가려낸다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정의와 제약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쿼리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노드 · 관계 · 속성의 저장 구조를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Cypher로 조회 · 집계하고 노드와 관계를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 · 조회 · 생성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구현의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자료에서 스키마와 예시 인스턴스를 설계한다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그래프 DB에 넣고 조회 결과를 설계와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모델링 선택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식별자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 Cypher 쿼리 조회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노드 · 관계 생성과 병합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조회 · 기준 지식 탐색 · 온톨로지 설계 · 그래프 구현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센서의 이름과 값을 적고, 측정 대상과 주변 장치를 관계로 잇는다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클래스는 공통 특성을 가진 대상의 유형이고, 인스턴스는 그 유형에 속하는 개별 대상이다.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3771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클래스(Class)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특성을 가진 대상의 유형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설비(Asset), 센서(Sensor)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유형이 사용할 속성과 관계를 정한다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3771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인스턴스(Instance)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클래스에 속하는 개별 대상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Asset: HYD-01 · HYD-02 · HYD-03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Sensor: 유온 센서 · 냉각 효율 채널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센서는 센서의 하나이다」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개별 대상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클래스의 속성과 속성값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속성(Property)은 값을 담는 항목이고, 그 항목에 채운 내용은 속성값(Property Value)이다.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효율 채널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단위(unit)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채널 여부(virtual)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false: 직접 계측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true: 다른 계측값으로 계산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센서와 상태 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한계를 센서가 아닌 상태 변수에 두어야, 센서가 바뀌거나 늘어도 비교할 기준이 하나로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센서(Sensor)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내놓는 계측 채널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센서: sen:ts1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태그 TS1 · 단위 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무엇으로 재는가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변수(StateVariable)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설비의 상태를 나타내는 물리량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유온: sv:ts1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정상값(normal) 48 ℃ · 한계(limit) 65 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재고 어느 기준과 비교하는가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재어지는 쪽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속성과 객체 간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태그는 센서의 속성값으로 적고, 정상값과 한계를 가진 유온은 별도 인스턴스로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22220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속성(Data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인스턴스에 값을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tag: 'TS1'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unit: '℃'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유온의 limit: 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22220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객체 간 관계(Object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인스턴스를 다른 인스턴스에 잇는다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센서는 유온을 읽는다: OBSERVES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건너간 유온에서 한계(limit)를 읽는다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20446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204460"/>
            <a:ext cx="1783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인스턴스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구성 요소 ·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대, 설비를 이루는 장치, 교체할 부품을 구별하면 계측과 정비의 대상을 분명히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설비(Asset)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한 대를 나타낸다.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유압 파워팩 · asset:hyd-01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요소(Component)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상태를 살피는 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이루는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comp:cooler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센서와 냉각 효율 채널로 상태를 확인한다.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부품(Part)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교체할 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안에서 갈아 끼우는 교체 부품이다.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· part:cooler-core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번호: P-CLR-CORE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 · 고장 유형 ·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상승은 관측된 증상, 냉각 성능 상실은 고장 유형, 쿨러 핀 오염은 그 원인 후보에 해당한다.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증상(Symptom)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보이는가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계측값에서 관측한 이상 양상이다.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유형(FailureMode)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기능에 문제가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요소에서 발생하는 고장의 양상이다.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원인(Cause)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왜 문제가 생겼는가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일으키는 근본 원인이다.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팬 구동 불량 · 주변 온도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유형(Relationship Type)은 연결의 이름과 방향, 시작 클래스와 끝 클래스를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관계유형.svg" descr="illust_71019618729104065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4089" y="2525847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76424" y="4804477"/>
            <a:ext cx="11681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006" y="2615668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078" y="4889571"/>
            <a:ext cx="151855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8767" y="4095359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6755" y="3338968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6956" y="4081177"/>
            <a:ext cx="1008828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관계와 물리적 영향의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인버터는 팬 속도를 바꾸고, 팬 속도가 유온을 낮추는 영향은 관계의 부호로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관계(MANIPULATES)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PLC가 값을 써서 움직이는 장치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인버터는 팬 속도를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팬 인버터 · 끝: 팬 속도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 관계(INFLUENCES)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속도는 유온에 영향을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속성(Relationship Property): 두 대상의 연결에 붙는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sign: -1 (팬 속도가 오르면 유온은 내려간다)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견줄 것: 펌프 부하 → 유온은 sign +1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변화 방향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대상의 들어오는 관계와 나가는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쿨러의 설비와 고장은 들어오는 관계로, 계측 채널과 교체품은 나가는 관계로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들고나는관계.svg" descr="illust_253209512867211559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2144" y="3840077"/>
            <a:ext cx="13274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4524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3905" y="5244129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8960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6747" y="5244129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4223" y="275749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8993" y="4861206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4755" y="3461881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6257" y="4260820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양쪽의 연결 수를 읽고, 부품과 공급사의 짝에 붙는 값을 찾는다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카디널리티의 네 가지 형태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카디널리티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(Cardinality)는 관계 한쪽의 대상 하나에 이어질 수 있는 반대쪽 대상의 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카디널리티.svg" descr="illust_8395168492216903743_17921657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1:1 · MANIPULATES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인버터 → 팬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7568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1:N · EVIDENCED_BY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증거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N:1 · OBSERVES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여럿 → 상태 변수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N:M · SUPPLIED_BY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→ 공급사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 선언과 실제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카디널리티는 스키마에 적은 선언이어서, 실제 데이터가 선언과 맞는지는 따로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선언에 어긋난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MANIPULATES는 1:1로 선언되어 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팬 인버터 → 팬 속도와 펌프 부하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 하나에 상태 변수 둘이 이어졌다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확인할 데이터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다르게 쓰이는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HAS_COMPONENT는 1:N으로 선언되어 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HYD-02 · HYD-03이 같은 comp:cooler를 가리킨다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기종의 공통 구성 지식이며, 개별 쿨러를 구별하지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 하나에 설비 셋이 이어져 다대다처럼 쓰인다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데이터의 차이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대상의 짝에 붙는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부품과 공급사의 짝마다 달라지는 단가와 납기는 둘을 잇는 관계의 속성으로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"type": "SUPPLIED_BY",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"from": ["Part"],  "to": ["Supplier"],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"cardinality": "N:M",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"price",    "type": "number",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"failRate", "type": "number",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"leadDays", "type": "number"}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    price 35, failRate 0.12, leadDays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B-OEM:     price 55, failRate 0.02, leadDays 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price 20, failRate 0.30, leadDays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짝에 딸린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부품도 공급사마다 값이 달라, 부품이나 공급사 한쪽에 하나로 둘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price는 만원, leadDays는 일, failRate는 비율이다(0.12 = 12 %).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price와 failRate는 필수, leadDays는 선택이다.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모델링 선택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정의를 물려받는 계층과, 새 클래스를 나눌 기준을 살펴본다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상속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FlowNode의 id·name을 세 하위 클래스가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상속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하고, Task는 taskType을 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상속_하위.svg" descr="illust_575502664424847082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68518" y="210037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클래스(Superclass)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3132" y="331060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상속(Inheritance)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485647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2154" y="4657926"/>
            <a:ext cx="30873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5923" y="485647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Gateway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클래스를 정의하는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갖는 속성과 맺는 관계가 다르면 클래스를 나누고, 같은 유형의 대상이 늘면 인스턴스를 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클래스를 나눈다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센서(Sensor): tag TS1 · unit 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변수를 읽는다(OBSERVES)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resource FanSpeedSP · min 0 · max 100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변수를 바꾼다(MANIPULATES)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클래스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 · 토출 압력 센서 · 팬 진동 센서는 속성과 관계가 같다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셋 모두 Sensor의 인스턴스로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모델의 질문 범위에서는 센서마다 클래스를 둘 까닭이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클래스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정보를 표현하는 네 가지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하나를 클래스 · 속성 · 관계 · 관계의 속성 가운데 어디에 둘지는 그 정보가 무엇에 딸렸는지로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고르는 기준과 실제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값이 딸린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속성과 관계를 갖는 대상이 여럿이다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Sensor, Actuator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대상에 딸린 값으로 끝난다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코어: partNo P-CLR-CORE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 A정밀: avl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속성과 관계를 가진 다른 대상을 가리킨다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오일 쿨러 → 쿨러 코어: USES_PART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대상의 짝마다 값이 달라진다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SUPPLIED_BY: price · leadDays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축 씰 키트 → A정밀: 35만원 · 2일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짝의 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쓸 정의를 정하고, 이름이 달라도 같은 대상을 찾는 기준을 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의미 불일치를 막으려고,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있을 수 있는 클래스 · 속성 · 관계를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제약의 정의만 담는다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대상은 들어 있지 않다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「센서에는 tag가 있어야 한다」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넣는 사람과 읽는 프로그램이 같은 정의를 기준으로 삼는다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있을 수 있는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데이터(Instance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정의에 맞춰 적은 실제 대상과 그 사이의 관계이다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「유온 센서 sen:ts1의 tag는 TS1이다」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늘면 이쪽에 인스턴스를 더한다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있는 것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이름마다 다른 노드로 흩어지지 않게, 고유한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가리키고 이름과 별칭은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key" descr="ke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하나의 고유한 값이며 바꾸지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설비: asset:hyd-01 · asset:hyd-02 · asset:hyd-03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센서: sen:ts1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변수: sv:ts1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g" descr="ta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읽는 한국어 이름이며 겹치거나 바뀔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 유압 파워팩」,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「오일 쿨러」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대상을 부르는 다른 이름의 목록이다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comp:cooler: 쿨러, 열교환기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sv:ts1: 오일 온도,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작동유 온도,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저장소를 잇는 공통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저장소마다 같은 설비 코드와 태그 값을 써야, 지식 그래프에서 찾은 대상으로 다른 저장소의 데이터까지 찾아간다.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공통식별자_2.svg" descr="illust_878143081079448430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354224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식별자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코드 + 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290" y="410954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Asset.code: 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Sensor.tag: TS1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9565" y="3211327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 tag_1s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 HYD-01 · name: TS1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 → 55.71 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7755" y="55750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설비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속성값과 연결이 지킬 조건을 정하고, 어긋난 데이터를 대조한다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 · 의미 · 속성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정의는 이름과 의미로 범위를 정하고, 속성마다 속성명 · 자료형 · 필수 여부를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"Sensor",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"tag",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"virtual", "type": "boolean"}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 · label_ko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클래스를 가리키는 하나뿐인 영문 이름과, 화면과 문서에 쓰는 한글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클래스의 의미이다. 「계측 채널」이라고 적어 냉각 효율을 계산해 내놓는 채널도 이 클래스에 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속성명 · 자료형 · 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properties의 한 줄이 속성 하나이다. tag는 이름이 tag, 자료형은 문자열이고, 반드시 있어야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정의의 계층 · 준용 표준 칸과 virtual의 설명은 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종류를 정해, 그 값으로 할 수 있는 비교와 계산의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「유온 센서」, tag: 'TS1', unit: '℃'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크기를 비교하고 계산할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normal: 48, limit: 65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「130 bar」처럼 단위를 섞은 글자는 수로 바로 비교할 수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가운데 하나이다.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virtual: false, avl: 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여럿일 때 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온도, 작동유 온도, TS1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37022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허용값 가운데 하나만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manipulated: 팬 속도 · 펌프 부하 · 운전 펌프 선택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정의에 어긋나지만, 선택 속성은 비어 있어도 정의에 맞는다.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필수: unit · 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선택: normal ·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sv:ts1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 ·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sv:ps1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bar · controlled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182 · 130(낮은 쪽 한계)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sv:vs1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mm/s · controlled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0.6 · 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sv:ce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controlled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 · 없음(경보의 CE &lt; 70 %와 구별)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유량 sv:fs1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l/min · controlled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 ·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 sv:load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manipulated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· 없음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스키마의 조건을 따르며, 이름·방향·양 끝 클래스부터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"OBSERVES",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["Sensor"],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["StateVariable"],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(:Sensor)-[:OBSERVES]-&gt;(:StateVariable)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(:Sensor)-[:OBSERVES]-&gt;(:Asset)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(:StateVariable)-[:OBSERVES]-&gt;(:Sensor)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(:Sensor)-[:WATCHES]-&gt;(:StateVariable)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OBSERVES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틀리다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클래스와 끝 클래스이다. 화살표는 from에서 to로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N:1. 여러 센서가 한 상태 변수를 읽을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조건을 만족한다. 클래스가 맞아도 실제 대상이 맞는지는 별도로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제약과 데이터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데이터가 지킬 조건을 정한 것이어서, 어긋난 데이터를 찾아낼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sterisk" descr="asteris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45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센서에는 tag가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tag 없는 센서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6223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2232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ape" descr="sha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4549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 · 허용값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limit은 수,</a:t>
            </a:r>
            <a:b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kind는 세 값 중 하나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「130 bar」, kind 'x'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6223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6223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형식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key" descr="ke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4549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고유한 식별자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id는 하나뿐이다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sen:ts1 노드가 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6223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6223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91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4549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OBSERVES: 센서 → 상태 변수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역방향 · 미정의 HAS_PART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6223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6223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끝과 이름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대상 · 값 · 연결을 골라 설비 모델을 만든다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답할 질문에서 출발해, 질문에 쓰이는 대상과 값과 연결만 클래스 · 속성 · 관계로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63537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43649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1: HYD-01의 구성 요소를 재는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2: 그 센서가 읽는 물리량의 한계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3: 오일 쿨러에 들어가는 교체 부품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ategory" descr="categ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43649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인스턴스를 나눈다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Component · Sensor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StateVariable · Part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HYD-01, 오일 쿨러,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센서, 유온, 쿨러 코어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orms" descr="form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43649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속성명 · 자료형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 · 식별자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수로 둔다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21932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43649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속성과 관계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쓰이는 값은 속성으로, 질문이 건너가는 길은 관계로 적은 것이 설비 모델의 핵심 정의이다.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  { id!  name!  code!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{ id!  name!  aliases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Sensor        { id!  name!  tag!  unit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StateVariable { id!  name!  unit!  kind!  limit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Part          { id!  name!  partNo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HAS_COMPONENT   Asset     -&gt; Component      1:N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MONITORED_BY    Component -&gt; Sensor         N:M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OBSERVES        Sensor    -&gt; StateVariable  N:1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USES_PART       Component -&gt; Part           N:M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느낌표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속성이다.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다섯 클래스에서 id와 name은 필수이다.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필수로 둔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code, 센서의 tag, 상태 변수의 unit · kind는 없으면 쓸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정의 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질문에 쓰이는 속성만 골랐다. 전체 정의에는 normal · virtual 등이 더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1:N으로 선언되어 있지만 구성 요소 노드는 세 설비가 함께 가리킨다.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관계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클래스를 네 관계로 이으면 세 질문이 모두 구성 요소를 거쳐 가는 구조가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설비모델.svg" descr="illust_399178196258723509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4089" y="2440753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4119" y="3665162"/>
            <a:ext cx="126369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10868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8605" y="4104814"/>
            <a:ext cx="151855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3358" y="5329223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5303" y="270076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9048" y="2667670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437" y="3556430"/>
            <a:ext cx="1008828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0115" y="4842296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추가와 스키마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늘면 인스턴스를 더하고, 질문이나 기존 조건이 바뀌면 스키마와 데이터를 함께 살핀다.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예시 인스턴스를 넣고</a:t>
            </a:r>
            <a:b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질문에 답이 나오는지 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→ 오일 쿨러 → 유온 센서 TS1 → 유온 limit 65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오일 쿨러 → 쿨러 코어: 질문 3의 답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늘어도 스키마는 그대로이다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자주 일어난다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dit" descr="ed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스키마를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질문: 쿨러 코어의 공급사(다섯 클래스 모델에는 없다)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추가: Supplier · SUPPLIED_BY(Part → Supplier)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답: A정밀 · B-OEM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조건 변경(가정): Sensor.unit 선택 → 필수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영향: 기존 센서의 단위 누락도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55752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55752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드물게, 신중하게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진단 · 판단 · 성과의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방식으로 정의한 클래스가 설비 · 진단 · 판단 · 성과의 네 묶음으로 온톨로지에 들어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Asset, Component, Sensor, Actuator, StateVariable, Part, Supplier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935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935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이루어졌는가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tethoscope" descr="stethosco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AnomalyPattern, Symptom, FailureMode, Cause,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잘못되었는가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Skill, Decision, DecisionTable, Rule 등 조치 방법과 판단 규칙의 클래스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할 수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arget" descr="targe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Perspective, Objective, Measure 등 목표와 성과 지표의 클래스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무엇이 좋아지는가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 Cypher 쿼리 조회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 · 레이블 · 관계로 저장되는 모양을 보고, 그 모양을 패턴으로 적어 찾는다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테이블의 조인과 그래프의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관계형 DB는 테이블의 행을 열 값으로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하고, 그래프 DB는 저장된 관계를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조인_그래프.svg" descr="illust_380254943278186310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177891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테이블(Table) 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570" y="2384023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570" y="2842586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570" y="447355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718" y="447355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570" y="4927390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sup:a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718" y="4927390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570" y="538122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sup:b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718" y="538122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0217" y="5858697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테이블(Table) suppliers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0306" y="3542248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조인(JOIN)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part_no 값이 같은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335" y="3929899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14170" y="2563666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4170" y="5291404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5914" y="2691307"/>
            <a:ext cx="13091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SUPPLIED_BY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레이블 · 관계 ·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DB는 인스턴스를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로, 클래스 이름을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(Label)로, 값을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속성그래프_대각.svg" descr="illust_8089561874481897929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4248" y="2823676"/>
            <a:ext cx="169907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3989" y="4705200"/>
            <a:ext cx="169907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5253" y="2128741"/>
            <a:ext cx="3185774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'sen:ts1'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 센서'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'TS1'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84" y="4492465"/>
            <a:ext cx="2601715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'sv:ts1'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 · unit: '℃'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3144" y="4185181"/>
            <a:ext cx="1274309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스키마와 DB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옳은 데이터의 조건을 정하고,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그중 저장할 때 데이터베이스가 직접 막는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→ 레이블, 관계 유형 → 관계 유형, 속성 → 속성으로 옮겨진다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속성 · 자료형 · 허용값 · 끝 클래스 · 카디널리티를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검사기가 필수값 · 허용값 · 끝 클래스를 확인한다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전체와 카디널리티는 자동 검사되지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의미 모델의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제약(DB Constraint)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데이터베이스에 걸어 두어 저장하는 순간 검사하는 조건이다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유일 제약(Unique Constraint): 같은 레이블의 노드끼리 id가 겹치지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id가 sen:ts1인 Sensor 노드를 또 만들면 저장을 거절한다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저장할 때 강제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쿼리와 실행 화면의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그래프는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 쿼리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꺼내고 만들며, 쿼리는 찾을 노드와 관계의 모양을 글자로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질의(Query)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보내는 요청 한 건이다. 무엇을 찾거나 만들지를 적는다.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경보로부터 원인 후보를 찾은 것도 그래프에 보낸 질의였다.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쿼리(Cypher 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적은 질의이다. Cypher는 요청을 노드와 관계의 패턴(Pattern)으로 적는 그래프 DB 질의 언어이다.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(c:Component)-[:MONITORED_BY]-&gt;(s:Sensor)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 실행 화면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쓰는 창구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질의를 입력해 실행하고 결과를 표와 그래프로 보는 화면이다.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Browser 같은 것이 있으며, 포털의 지식 지도와는 별개이다.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· 변수 · 속성 조건의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(Variable)는 찾은 대상을 다시 부르는 이름이며, 속성 조건으로 검색 대상을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표기_그래프.svg" descr="illust_312808894537218112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52562" y="2440753"/>
            <a:ext cx="14123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11726" y="2440753"/>
            <a:ext cx="1539790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6650" y="2147651"/>
            <a:ext cx="106192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3470" y="4960482"/>
            <a:ext cx="36105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(s:Sensor {tag: 'TS1'})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5332" y="4960482"/>
            <a:ext cx="1964560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-[:OBSERVES]-&gt;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831" y="4960482"/>
            <a:ext cx="3079581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(v:StateVariable)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패턴과 결과의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MATCH는 패턴에 맞는 연결을 찾고, RETURN은 그 결과에서 돌려받을 항목을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오일 쿨러인 구성 요소에서 계측 관계로 이어진 센서를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이름과 센서 태그를 결과의 두 열로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행의 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하나에 계측 채널 둘이 연결되어 결과는 두 행이다.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행과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행의 오일 쿨러는 같은 노드이다. 이름의 반복이 노드의 중복을 뜻하지 않는다.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RETURN: 속성값과 노드 ·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패턴을 찾더라도 속성값을 받으면 표로 읽고, 노드와 관계를 받으면 연결을 그릴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c, r, 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반환하는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  [:MONITORED_BY]  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  [:MONITORED_BY]  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찾는 패턴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쿼리 모두 같은 쿨러와 센서의 연결을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속성값 반환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각 노드의 값이다. 이름과 태그 두 열을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반환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s는 구성 요소 노드, 계측 관계, 센서 노드 자체이다.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표와 그래프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결과 모두 두 행이다. 아래 결과를 그래프로 그리면 쿨러 하나와 센서 둘이 나타난다.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DISTINCT: 반환한 값의 중복 제거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DISTINCT는 반환하는 값의 조합이 같은 행을 하나로 남기며, 저장된 노드를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MATCH의 반환 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c.name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c.name, s.tag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제거(DISTINCT)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→ 계측 채널 둘의 같은 패턴에서 반환 절만 바꾼다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반환한 모든 열의 값이 같을 때 한 행으로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COUNT: 결과 행과 서로 다른 대상의 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COUNT로 행을 셀지 서로 다른 대상을 셀지 정해야 질문에 맞는 개수를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count(*) AS rows,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c) AS components,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rows    components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2       1             2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함수(COUNT)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행을 개수 하나로 요약한다. count(*)는 입력 행을 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COUNT와 DISTINCT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count(DISTINCT c)는 서로 다른 구성 요소 노드를 센다. 같은 쿨러가 두 번 나와도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세는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count(DISTINCT s)는 서로 다른 센서 노드를 센다. 이름이 아니라 노드 자체를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별명(AS)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계산 결과의 열에 rows · components · channels라는 이름을 붙인다.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여러 관계를 잇는 경로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노드와 관계를 번갈아 이어 적으면 설비에서 물리량의 한계까지 질의 한 번으로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s.tag, v.name, v.unit, v.limit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"%"    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"FS1"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"l/min"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"bar"    130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"mm/s"  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코드가 HYD-01인 Asset에서 시작한다.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적은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 번갈아 적어 세 관계를 한 번에 건넌다.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없다는 표시이다. 냉각 효율과 유량에는 한계 속성값을 두지 않았다.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구성 요소에 달린 센서마다 한 행이다. TS1 행이 질문 1 · 2의 답이다.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WHERE: 조건과 값의 존재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WHERE로 한계가 있는 물리량만 남기면, 값이 없는 상태 변수를 결과에서 구별할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(s:Sensor)-[:OBSERVES]-&gt;(v:StateVariable)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v.name, v.limit, v.unit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130   "bar"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65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2.0   "mm/s"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limit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MATCH가 찾은 행 가운데 조건에 맞는 행만 남기는 조건 절이다.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NOT 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속성에 값이 있는지를 묻는다. 크기를 비교하는 조건이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효율과 유량은 센서와 이어져 있지만 limit 값이 없어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크기 비교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limit &gt; 100처럼 비교할 수도 있으나, 단위가 다른 물리량을 한 기준으로 견주지 않는다.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 · OR: 조건을 괄호로 묶기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또는 팬이라는 선택을 먼저 묶어야 두 장치 모두에 한계 값 조건을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2693"/>
            <a:ext cx="6766560" cy="349732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9853"/>
            <a:ext cx="6400800" cy="32230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(c:Component)-[:MONITORED_BY]-&gt;(s:Sensor)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(c.name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 OR c.name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AND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괄호를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269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OR: 어느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쿨러이거나 쿨러 팬인 구성 요소를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08468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AND: 모두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장치의 채널 중 한계가 있는 물리량만 남긴다.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7424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괄호: 조건의 묶음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괄호가 없으면 AND가 OR보다 먼저 묶인다. 쿨러 쪽은 한계 값 조건을 거치지 않는다.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요소별 집계와 ORDER BY 정렬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요소를 구별해 채널 수를 집계하면 원래의 다섯 행을 장치별 세 행으로 비교할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c.id AS componentId, c.name AS component,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channels DESC, componentId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(componentId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   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묶는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집계하지 않은 c.id와 c.name의 조합별로 센서를 센다. 같은 이름의 다른 장치도 id로 구별한다.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정렬(ORDER BY)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DESC는 큰 값부터 놓는 내림차순이다. 수가 같으면 componentId 오름차순으로 놓는다.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원래 행과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쿨러: CE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 펌프: FS1 · PS1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팬: VS1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 센서로 이어지는 구성 요소를 센다. 센서가 없는 구성 요소는 이 패턴에 나오지 않는다.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저장 방향과 탐색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저장된 방향대로 적고 화살표를 거슬러 읽으며, 방향을 뒤집어 적으면 찾지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역방향탐색.svg" descr="illust_660869801824379297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0821" y="2790584"/>
            <a:ext cx="16035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633" y="4364824"/>
            <a:ext cx="100882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9563" y="3140415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6655" y="2090921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27617" y="3490246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6312" y="4629561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8227" y="3887352"/>
            <a:ext cx="92387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80" y="4090632"/>
            <a:ext cx="110440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3860" y="2379296"/>
            <a:ext cx="838920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5236" y="5664872"/>
            <a:ext cx="456627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(fm:FailureMode)&lt;-[:CAUSES]-(c:Cause)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역방향 탐색 · 원인 후보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3002" y="5664872"/>
            <a:ext cx="456627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(fm:FailureMode)-[:CAUSES]-&gt;(c:Cause)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뒤집어 적은 관계 · 결과 없음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노드 · 관계 생성과 병합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식별자로 대상을 찾거나 만들고, 관계를 이은 뒤 설계와 대조한다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실행해도 같은 대상이 하나로 남게 하려면, 바뀌지 않는 식별자로 찾고 없을 때만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7"/>
            <a:ext cx="6766560" cy="465175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7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적은 대로 새 노드를 만든다. 이미 있는지는 보지 않는다. sen:ts1이 이미 있으면 유일 제약에 걸려 거절된다.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찾고 없으면 만든다. 이 예는 id 유일 제약 아래 같은 id로 반복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노드의 속성에 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id를 조건으로 기존 센서를 찾는다. 이름과 태그 같은 값은 SET으로 넣는다.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MERGE의 검색 조건과 SET의 변경값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센서의 이름을 바꿀 때는 식별자로 찾고, 바뀔 이름은 SET으로 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id: 'sen:ts1'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id의 센서가 있으며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이름은 「유온 센서」이다.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Sensor.id 유일 제약이 걸려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센서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검색 조건에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모두 맞는 노드가 없다. 만들려다 id 유일 제약으로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첫 쿼리를 다시 실행해도 같은 노드를 찾는다. 대상의 동일성과 바뀌는 속성을 분리한다.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노드를 찾아 관계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양 끝 노드를 식별자로 먼저 찾은 뒤, 스키마의 방향대로 그 사이에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이을 노드 셋을 식별자로 찾아 변수 c, s, v에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변수로 부른 두 노드 사이에 그 관계가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화살표는 스키마의 시작 클래스에서 끝 클래스로 향하게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끝점 누락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 노드가 하나라도 없으면 아무 관계도 만들어지지 않는다.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적재 · 조회 · 검사의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저장이 성공한 것과 설계가 옳은 것은 다르므로, 넣은 뒤 조회와 검사로 정의와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질의로 던진다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답의 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정의나 데이터를 고친다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그래프의 관계 조회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결과와 집계의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찾은 원래 행과 구성 요소별 채널 수를 대조해 질의가 질문에 맞는지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질문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예제 그래프의 관계 · 방향을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설비의 계측 채널과 교체 부품을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ter" descr="filt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조회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· 여러 단계 패턴과 조건을 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속성값 표와 연결 그래프를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 집계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요소별 서로 다른 채널 수를 구해 정렬한다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행을 직접 묶어 계산한 수와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질의 · 대조표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대상 · 반환 형태를 얻는다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행과 집계 수가 일치한다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질의 · 결과 · 조회한 그래프를 기록한다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기준 지식의 연결 탐색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지식에서 확인할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지도에서 설비에 이어진 대상을 따라가며, 클래스 · 속성 · 관계가 실제로 쓰이는 모습을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설비 하나를 골라 이어진 구성 요소와 센서로 따라간다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HYD의 기준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설비에서 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항목의 클래스와 속성을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나가는 관계와 들어오는 관계를 구분한다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만드는 그래프는 기준 지식과 다른 환경에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속성 ·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클래스 · 속성 · 관계를 적은 탐색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출발 대상과 도착 대상이 질문에 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탐색 기록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온톨로지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인스턴스의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자료에서 답할 질문을 정해 스키마 파일과 예시 인스턴스 데이터를 만들고, 자료의 뜻과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자료형 · 필수값 · 식별자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유형 · 방향 · 연결 제약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예시 인스턴스 데이터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자료에 나오는 대상을 인스턴스로 적고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관계로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고유 id · 필수값 · 관계 방향이 정의에 맞는다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함께 쓰는 부품과 한 구성 요소의 여러 센서가 빠짐없이 이어진다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원래 자료와 대조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구현과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그래프와 의미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관계가 스키마에 맞아도 실제 대상이 다를 수 있으므로 원자료와 조회 결과를 함께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de" descr="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스키마와 인스턴스를 Cypher로 옮긴다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생성 질의 · 저장된 그래프를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저장으로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연결 대조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ID · 센서 태그를 함께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대상 · 단위를 원자료와 대조한다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클래스가 맞아도 실제 대상은 다를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의미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연결이 있으면 수정한다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질문의 답을 원자료와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 · 끝점 검사 근거를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2194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· 검증 기록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조회까지: 같은 정보를 이어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설계에서 정한 대상과 관계는 그래프에 저장되고, 쿼리는 그 구조에서 질문의 답을 꺼낸다.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설계에서의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 · 조회에서의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센서의 이름 · 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 인스턴스의 속성값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노드의 name ·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 → 유온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 → 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 사이의 방향 있는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유온의 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StateVariable의 limit 속성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연결된 노드에서 읽는 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쿨러를 계측하는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Component → Sensor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MATCH로 연결을 찾고 RETURN으로 받는 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조회 결과 두 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 · 서로 다른 계측 채널 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count(*) = 2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count(DISTINCT c) = 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특성을 가진 대상의 유형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클래스에 속하는 실제 개별 대상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대상에 값을 담는 항목(채운 내용은 속성값)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관계에서 양쪽 대상이 몇 개씩 이어질 수 있는지(1:1 · 1:N · N:M)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바뀌지 않는 고유한 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Label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DB에서 노드의 종류를 나타내는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DB 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데이터베이스가 저장할 때 강제하는 규칙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스키마와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공장에 같은 기종의 유압 파워팩 한 대가 새로 들어와 설비 코드 HYD-04를 받았다.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설비를 지식 그래프에 반영하는 방법으로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「HYD-04」라는 클래스를 새로 정의한다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클래스에 「넷째 설비」라는 속성을 더한다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Asset의 인스턴스 하나를 더하고 구성 요소와 HAS_COMPONENT로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asset:hyd-01의 code 값을 HYD-04로 고친다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「펌프 축 씰 키트」를 세 공급사가 공급하며, 단가는 35 · 55 · 20만원, 납기는 2 · 5 · 1일이다.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단가와 납기를 두는 자리로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부품과 공급사를 잇는 SUPPLIED_BY 관계의 속성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Part 클래스의 속성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Supplier 클래스의 속성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「단가」라는 새 클래스의 인스턴스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저장을 막는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 노드의 id에 유일 제약이 걸린 그래프 DB에 아래 네 가지를 저장하려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저장하는 순간 데이터베이스가 직접 거절하는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tag가 빠진 센서 노드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있는 sen:ts1과 같은 id를 가진 새 Sensor 노드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센서에서 설비로 그은 OBSERVES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kind에 허용값이 아닌 'x'를 넣은 상태 변수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유형과 대상, 값이 딸린 자리, 제약을 지키게 하는 주체를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새로 생긴 것은 유형이 아니라 대상 하나이다. 스키마는 그대로 두고 인스턴스와 관계를 더한다.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단가와 납기는 부품과 공급사의 짝마다 달라진다. 짝에 딸린 값은 둘을 잇는 관계의 속성으로 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센서의 id 유일 제약은 저장을 막는다. 필수값 · 허용값 · 끝 클래스는 별도 검사가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