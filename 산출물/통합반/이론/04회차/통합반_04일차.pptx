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 한 줄</a:t>
            </a:r>
          </a:p>
          <a:p>
            <a:r>
              <a:t>· 이번 회차의 물음: 매뉴얼에 문장으로 적힌 원인 · 절차 · 기준을 판단에 믿고 쓸 지식으로 바꾸려면 무엇이 필요한가</a:t>
            </a:r>
          </a:p>
          <a:p>
            <a:r>
              <a:t>· 앞에서 만든 것: 지식 구조(클래스 · 관계)와 조치 절차 · 판단 규칙. 그 내용은 원래 매뉴얼의 문장이었다</a:t>
            </a:r>
          </a:p>
          <a:p>
            <a:r>
              <a:t>· 흐름: 문서가 지식이 되는 일곱 단계 → 지식과 값의 경계 → 실습 셋(검토 · 추출 · 반영) → 온톨로지 구축 전체 정리</a:t>
            </a:r>
          </a:p>
          <a:p>
            <a:r>
              <a:t>· 핵심 낱말: 인제스천, 출처, 검토</a:t>
            </a:r>
          </a:p>
          <a:p>
            <a:r>
              <a:t>[다음] 이번 회차에 할 수 있게 될 일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넷을 왼쪽부터</a:t>
            </a:r>
          </a:p>
          <a:p>
            <a:r>
              <a:t>· 인제스천의 과정: 원천 자료 → 지식의 일곱 단계, LLM이 맡는 곳과 코드 · 사람이 맡는 곳을 가른다</a:t>
            </a:r>
          </a:p>
          <a:p>
            <a:r>
              <a:t>· LLM = 글을 읽고 문장을 만들어 내는 언어 모델</a:t>
            </a:r>
          </a:p>
          <a:p>
            <a:r>
              <a:t>· 검토와 출처: 추출 오류를 원문과 대조해 찾고, 지식이 어느 문서 어느 구간에서 왔는지 되짚는다</a:t>
            </a:r>
          </a:p>
          <a:p>
            <a:r>
              <a:t>· 지식과 값의 구분: 그래프에 등록할 것 vs 판단 순간 원천에서 읽을 값</a:t>
            </a:r>
          </a:p>
          <a:p>
            <a:r>
              <a:t>· 실습과 정리: 직접 추출 · 검토한 지식을 그래프에 반영, 쿨러 사건 판단에 쓰인 자리를 잇는다</a:t>
            </a:r>
          </a:p>
          <a:p>
            <a:r>
              <a:t>[다음] 수업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다섯 줄 → 여섯째 줄 → 일곱째 줄(실습) → 마지막 두 줄</a:t>
            </a:r>
          </a:p>
          <a:p>
            <a:r>
              <a:t>· 1~5: 인제스천 → 원문 보관 · 구조 분석 → LLM 추출 · 매핑 → 원문 대조 · 사람 검토 → 승인 적재 · 출처</a:t>
            </a:r>
          </a:p>
          <a:p>
            <a:r>
              <a:t>· 6: 지식 그래프에 넣을 것과 넣지 않을 값</a:t>
            </a:r>
          </a:p>
          <a:p>
            <a:r>
              <a:t>· 7: 실습 셋 — 매뉴얼 검토, 지식 추출, 그래프 반영</a:t>
            </a:r>
          </a:p>
          <a:p>
            <a:r>
              <a:t>· 8~9: 만든 결과물을 모아 온톨로지 구축 과정과 쿨러 사건의 판단 자리로 정리</a:t>
            </a:r>
          </a:p>
          <a:p>
            <a:r>
              <a:t>[다음] 첫 단원, 추천안의 원인 · 조치 ·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성능 저하 경보의 추천안에 적힌 원인 · 추천 조치 · 출처는 어디서 왔고, 어떤 과정을 거쳐 그래프에 들어왔나</a:t>
            </a:r>
          </a:p>
          <a:p>
            <a:r>
              <a:t>· 다룰 것: 추천안의 세 내용, 문장과 등록된 지식의 차이, 인제스천의 정의와 원천 자료의 두 길, 정해진 과정이 필요한 까닭, 일곱 단계</a:t>
            </a:r>
          </a:p>
          <a:p>
            <a:r>
              <a:t>[다음] 추천안에 적힌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오른쪽 출처 카드의 절 번호</a:t>
            </a:r>
          </a:p>
          <a:p>
            <a:r>
              <a:t>· 원인: 쿨러 핀 오염 — 근거 HM-8.4(원인과 확인 증거)</a:t>
            </a:r>
          </a:p>
          <a:p>
            <a:r>
              <a:t>· 추천 조치: 팬 최대 운전 SOP-COOL-11 — 근거 HM-8.5(즉시 완화 조치)</a:t>
            </a:r>
          </a:p>
          <a:p>
            <a:r>
              <a:t>· 조치 조건: 조치를 고를 때 쓴 조건 「원격 자동일 때만 원격 조치」 — HM-8.5에 적히고 HM-8.8 금지와 제한에 다시 적힌 문장, 제외 규칙이 되었다</a:t>
            </a:r>
          </a:p>
          <a:p>
            <a:r>
              <a:t>· 출처: 추천안에 붙은 「HM-8.5」 = 매뉴얼의 절 번호</a:t>
            </a:r>
          </a:p>
          <a:p>
            <a:r>
              <a:t>· 넷 모두 쿨러 팬 정비 매뉴얼 HM-8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같은 내용의 두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이 바꾸는 과정의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인제스천 → 가운데 원천 자료 → 맨 아랫줄 두 길</a:t>
            </a:r>
          </a:p>
          <a:p>
            <a:r>
              <a:t>· 인제스천(Ingestion): 바깥 자료를 시스템이 쓸 형태로 바꾸어 넣는 과정. 여기서는 원천 자료를 스키마에 맞는 노드 · 관계로 옮겨 지식 그래프에 등록</a:t>
            </a:r>
          </a:p>
          <a:p>
            <a:r>
              <a:t>· 원천 자료: 문서(HM-8 매뉴얼, PM-02 점검표, PR-07 예비품 기준)와 업무 DB(생산 오더 · 정비 · 재고 표)</a:t>
            </a:r>
          </a:p>
          <a:p>
            <a:r>
              <a:t>· 문서의 길: 원문 보관 → 추출 → 검토 → 적재 → 원인 · 절차 · 규칙</a:t>
            </a:r>
          </a:p>
          <a:p>
            <a:r>
              <a:t>· 업무 DB의 길: 행의 값을 옮기지 않고 판단에 쓸 값이 놓인 자리만 등록 — 지식과 값 단원에서 다시</a:t>
            </a:r>
          </a:p>
          <a:p>
            <a:r>
              <a:t>[다음] 손으로 옮기면 왜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양: HM-8 한 편에 절 8 · 절차 7 · 단계 25, 점검표 · 구매 기준까지 옮겨야 판단이 쓴다</a:t>
            </a:r>
          </a:p>
          <a:p>
            <a:r>
              <a:t>· 누락: 「REMOTE_AUTO가 아닐 때 쓰지 않는다」 한 줄이 빠져도 옮긴 결과만 봐서는 알아차리기 어렵다</a:t>
            </a:r>
          </a:p>
          <a:p>
            <a:r>
              <a:t>· 개정: 기준값 하나가 바뀌면 그 문장에서 나온 지식을 다시 찾아 고쳐야 한다</a:t>
            </a:r>
          </a:p>
          <a:p>
            <a:r>
              <a:t>· 그래서 사람 솜씨에 맡기지 않고, 누가 해도 같은 단계를 밟고 단계마다 확인이 남는 과정으로 둔다</a:t>
            </a:r>
          </a:p>
          <a:p>
            <a:r>
              <a:t>[다음] 그 과정의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문장의 뜻을 읽어야 하는 칸 — LLM이 후보를 만드는 자리</a:t>
            </a:r>
          </a:p>
          <a:p>
            <a:r>
              <a:t>· 나머지(보관 · 구조 분석 · 인용 대조 · 검토 · 적재)는 정해진 규칙과 사람의 확인으로 할 수 있는 일. HYD 예: 3 · 4를 한 작업으로 하고, 나머지는 정해진 코드와 사람이 맡는다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첫 두 칸부터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추출 결과가 맞는지 확인하려면 무엇과 비교하나</a:t>
            </a:r>
          </a:p>
          <a:p>
            <a:r>
              <a:t>· 다룰 것: 대조의 기준이 될 원문 고정(1단계), 원문의 뼈대인 절 · 절차 · 단계 가리기(2단계)</a:t>
            </a:r>
          </a:p>
          <a:p>
            <a:r>
              <a:t>· 두 칸 모두 뜻을 읽기 전에 할 수 있는 일(HYD 예: 정해진 코드가 맡는다)</a:t>
            </a:r>
          </a:p>
          <a:p>
            <a:r>
              <a:t>[다음] 1단계 원문 보관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원문을 바꾸지 못하게 보관한다. 뒤의 모든 대조가 이 원문을 기준으로 삼기 때문</a:t>
            </a:r>
          </a:p>
          <a:p>
            <a:r>
              <a:t>· 글을 뽑지 못한 부분(그림만 있는 쪽, 스캔한 쪽)은 숨기지 않고 표시한다. 그 부분엔 근거로 댈 글이 없으니 사람이 원본에서 직접 확인해야 한다. HYD 예: 글이 없는 쪽을 표시해 검토자에게 보여 주고, 문서 전체에 글이 없으면 적재하지 않는다</a:t>
            </a:r>
          </a:p>
          <a:p>
            <a:r>
              <a:t>· 글이 뽑혀도 OCR · 표 · 두 열 문장에서 제목 · 단위 · 조건이 어긋날 수 있다 → 추출된 글의 순서 · 단위도 원본과 대조. 빈 쪽 표시만으로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원문의 뼈대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HM-8.5 즉시 완화 조치 — 절 번호가 뒤에 출처로 쓰인다</a:t>
            </a:r>
          </a:p>
          <a:p>
            <a:r>
              <a:t>· 절차: SOP-COOL-11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분석: 제목 · 번호처럼 모양이 정해진 뼈대를 먼저 가린다(HYD 예: 정해진 코드가 모양으로 찾는다). 번호 없는 문장의 조건과 결론은 뜻을 읽어야 해 모양만으로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뜻을 읽는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LLM은 후보를 어떤 모양으로 내놓고, 그 후보를 이미 있는 그래프에 어떻게 잇나</a:t>
            </a:r>
          </a:p>
          <a:p>
            <a:r>
              <a:t>· 일곱 단계에서 하늘색으로 묶은 두 칸(추출 · 매핑)이 문서의 뜻을 읽는 자리</a:t>
            </a:r>
          </a:p>
          <a:p>
            <a:r>
              <a:t>· 다룰 것: 지식 후보와 LLM, 추출 지시문, 구조화 출력과 형식 검사, 결과 한 건 읽기, 매핑과 맞는 대상이 없을 때</a:t>
            </a:r>
          </a:p>
          <a:p>
            <a:r>
              <a:t>[다음] 3단계 지식 후보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모델. 학습한 글의 패턴으로 앞의 말에 이어질 말을 만들어 가는 방식 → 원문에 없는 말도 그럴듯하게 이어 만들 수 있다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추출을 맡길 때 정해 두는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답을 받는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항목과 자료형을 미리 정해 그 모양대로 받는다. 형식은 JSON(JavaScript Object Notation). HYD 예: 약속한 모양의 JSON 파일로 받아 서버가 검사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실제 추출 결과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상자 위 원문 → 아래 중괄호(위 세 줄 → 가운데 두 줄 → prior · section) → 오른쪽 짚을 점</a:t>
            </a:r>
          </a:p>
          <a:p>
            <a:r>
              <a:t>· JSON: 이름과 값의 쌍. 중괄호 안이 원인 한 건</a:t>
            </a:r>
          </a:p>
          <a:p>
            <a:r>
              <a:t>· id · name · aliases: 식별자, 사람이 읽는 이름, 별칭. 접두사 cause가 클래스를 드러낸다</a:t>
            </a:r>
          </a:p>
          <a:p>
            <a:r>
              <a:t>· prior 0.6: 원문의 「사전 확률 0.6」, 이 원인이 얼마나 흔한지. section: 나온 절 번호 HM-8.4</a:t>
            </a:r>
          </a:p>
          <a:p>
            <a:r>
              <a:t>· failure_mode · parts: 이어질 고장 유형과 부품을 식별자로 가리킨다. 이미 있는지 새로 만들지는 다음 단계(매핑)가 가른다</a:t>
            </a:r>
          </a:p>
          <a:p>
            <a:r>
              <a:t>· 섞여 있던 이름 · 값 · 연결 · 근거가 항목으로 나뉘어야 노드 · 속성 · 관계가 된다</a:t>
            </a:r>
          </a:p>
          <a:p>
            <a:r>
              <a:t>[다음] 새로 만들 것과 가리킬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한 문장이 갈라지는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문장 → 가운데 하늘색 원 → 왼쪽 증상 둘 · 오른쪽 오일 쿨러 → 선</a:t>
            </a:r>
          </a:p>
          <a:p>
            <a:r>
              <a:t>· 문장: 쿨러 냉각 성능 상실은 오일 쿨러에서 생기고 유온 상승 · 냉각 효율 저하로 나타난다</a:t>
            </a:r>
          </a:p>
          <a:p>
            <a:r>
              <a:t>· 새 후보: 고장 유형 「쿨러 냉각 성능 상실」(하늘색)</a:t>
            </a:r>
          </a:p>
          <a:p>
            <a:r>
              <a:t>· 등록된 대상: 증상 둘(유온 상승, 냉각 효율 저하), 구성 요소 오일 쿨러</a:t>
            </a:r>
          </a:p>
          <a:p>
            <a:r>
              <a:t>· 관계: 증상 -INDICATES→ 고장 유형, 고장 유형 -OCCURS_IN→ 오일 쿨러</a:t>
            </a:r>
          </a:p>
          <a:p>
            <a:r>
              <a:t>· 새 고장 유형은 처음부터 기존 대상에 이어진 채로 들어간다 → 경보에서 출발한 길이 여기까지 닿는다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문장(원칙) → 아래 칸 셋(실제 예: 원문 → 모델의 처리 → 사람의 몫)</a:t>
            </a:r>
          </a:p>
          <a:p>
            <a:r>
              <a:t>· 원칙: 지시문이 「목록에 없으면 지어내지 말고 경고로」를 요구한다. 지시만으로 보장되지는 않으니 사람이 경고와 원문을 본다</a:t>
            </a:r>
          </a:p>
          <a:p>
            <a:r>
              <a:t>· 원문: 「펌프 부하는 60 % 아래로 내리지 않는다」(HM-8.5 · HM-8.8)</a:t>
            </a:r>
          </a:p>
          <a:p>
            <a:r>
              <a:t>· 모델의 처리: 펌프 부하 설정값을 가리킬 입력 데이터가 목록에 없어 규칙을 만들지 않고 경고로 남겼다. HM-8 추출 경고 18건 중 하나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형식은 맞아도 내용이 틀린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형식 검사도 통과하고 경고도 없는 후보가 틀렸다면 무엇으로 찾아내나</a:t>
            </a:r>
          </a:p>
          <a:p>
            <a:r>
              <a:t>· 다룰 것: 추출 오류 네 가지, 실제로 기록된 오류 한 건, 인용과 원문 대조(5단계), 사람 검토의 네 항목</a:t>
            </a:r>
          </a:p>
          <a:p>
            <a:r>
              <a:t>[다음] 출력이 틀리는 네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실제로 기록된 오류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PR-07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어렵다(네 오류 가운데 부정 조건 누락이 값을 바꾼 모습으로 나타난 경우)</a:t>
            </a:r>
          </a:p>
          <a:p>
            <a:r>
              <a:t>· 교훈: 조건은 값 고르기에 미리 적용하지 않고 규칙으로 따로 남긴다 → 조건이 눈에 보여 사람이 확인할 수 있다. HYD 예: 추출 지시문에 「조건으로 값을 바꾸지 말 것」을 더하고 그 조건은 제외 규칙으로 옮기게 했다</a:t>
            </a:r>
          </a:p>
          <a:p>
            <a:r>
              <a:t>[다음] 항목마다 원문 자리를 붙이는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그대로. 문단 번호 대신 쪽 안의 문자 위치로 더 좁게 가리킨다</a:t>
            </a:r>
          </a:p>
          <a:p>
            <a:r>
              <a:t>· 모델은 쪽과 인용문만 낸다. 위치는 프로그램이 보관 원문의 그 쪽에서 직접 찾아 채운다(글자 위치를 모델에 맡기면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사람이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검토한 지식을 넣는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검토를 마친 지식, 그냥 넣으면 끝인가</a:t>
            </a:r>
          </a:p>
          <a:p>
            <a:r>
              <a:t>· 넣은 뒤에도 할 수 있어야 하는 일: 문서가 바뀌면 고치기, 잘못 넣었으면 되돌리기, 판단의 근거를 거슬러 따라가기</a:t>
            </a:r>
          </a:p>
          <a:p>
            <a:r>
              <a:t>· 다룰 것: 승인 적재(6단계), 판본 · 적재 기록 · 되돌리기, 지식 소유 관계, 관계 · 출처 조회(7단계), 역량 질문으로 검증, RAG와 규칙 판정</a:t>
            </a:r>
          </a:p>
          <a:p>
            <a:r>
              <a:t>[다음] 6단계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추출이 끝난 시점에 지식 그래프는 조금도 바뀌지 않았다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검토자는 후보마다 채택 · 수정 · 제외를 정하고, 그 결과 전체에 이름을 밝혀 검토 완료를 표시한다. HYD 예: 후보별 상태 칸 없이 고치고 뺀 제안 전체를 한 번에 넣고, 인용 위치와 가리킨 대상의 존재를 다시 확인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원자성(Atomicity): 전부 반영하거나 전부 취소. 내용의 정확성은 막지 못한다(앞의 대조와 검토의 몫)</a:t>
            </a:r>
          </a:p>
          <a:p>
            <a:r>
              <a:t>[다음] 문서가 개정될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되돌릴 때 지워도 되는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그래프에는 여러 문서의 지식과 처음부터 넣은 구조가 함께 있다</a:t>
            </a:r>
          </a:p>
          <a:p>
            <a:r>
              <a:t>· 출처 표시(출처 추적): 지식마다 만든 문서를 남긴다. 개정 · 되돌리기는 그 문서가 만든 것만</a:t>
            </a:r>
          </a:p>
          <a:p>
            <a:r>
              <a:t>· 충돌은 멈춘다(충돌 감지): 출처가 다른 지식과 부딪치면 조용히 덮어쓰지 않고 멈춰 사람이 판단. HYD 예: 다른 문서가 만든 노드나 같은 절차 번호를 만나면 그 적재 전체를 취소하고 알린다</a:t>
            </a:r>
          </a:p>
          <a:p>
            <a:r>
              <a:t>· 판단 이력 보존: 지난 판단의 근거가 된 지식은 말없이 없애지 않는다. HYD 예: 새 판에서 빠질 조치 방법에 지난 판단 기록이 걸려 있으면 개정을 거절, 적재 뒤 사람이 손으로 고친 지식이 있으면 되돌리기를 거절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HM-8.5(절) -PART_OF→ HM-8(문서, 판본 식별자)</a:t>
            </a:r>
          </a:p>
          <a:p>
            <a:r>
              <a:t>· 후보 선택 규칙 -DERIVED_FROM→ HM-8.5: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처음 질문에 답할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 → 셋째 칸의 화살표 세 줄</a:t>
            </a:r>
          </a:p>
          <a:p>
            <a:r>
              <a:t>· 역량 질문 예: 「팬 최대 운전의 절차와 제한은? 근거는?」 넣기 전에 원문에서 기대 답을 정한다 — 단계 셋, 수행 조건 REMOTE_AUTO, 연속 운전 24시간 이내, 근거 절 HM-8.5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조회 경로 → 고친 뒤 같은 질문으로 재검증</a:t>
            </a:r>
          </a:p>
          <a:p>
            <a:r>
              <a:t>· 골든 퀘스천 기능: 문서 적재로 답할 수 있어야 할 질문에 답/일부/미답을 근거와 보고. 정답 보증은 아니다 — 기대 답과 원문으로 대조</a:t>
            </a:r>
          </a:p>
          <a:p>
            <a:r>
              <a:t>· 역량 질문은 설계 · 검증의 기준, 골든 퀘스천 기능은 확인을 돕는 수단. 그래프 반영 실습의 성공 기준</a:t>
            </a:r>
          </a:p>
          <a:p>
            <a:r>
              <a:t>[다음] 답을 얻는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RAG → 오른쪽 구조화해 등록한 지식(넷째 줄까지)</a:t>
            </a:r>
          </a:p>
          <a:p>
            <a:r>
              <a:t>· 상황: 수동 조작으로 운전 모드가 원격 수동일 때 팬 최대 운전을 써도 되나</a:t>
            </a:r>
          </a:p>
          <a:p>
            <a:r>
              <a:t>· RAG(Retrieval-Augmented Generation) = 검색 증강 생성: 질문에 맞는 자료(문서 조각, 그래프 조회도 가능)를 찾아 모델에 주어 답을 생성. 문장을 못 찾거나 조건을 잘못 읽으면 답이 달라진다</a:t>
            </a:r>
          </a:p>
          <a:p>
            <a:r>
              <a:t>· 구조화해 등록(예: HYD): 검토한 지식을 관계로 조회하고, 인용 · 판본으로 원문까지 되짚는다. 조건은 제외 규칙으로 등록돼, 지금의 운전 모드를 넣어 평가 함수가 비교. 같은 규칙 · 같은 입력이면 같은 판정 — 그래프에 저장해서가 아니라 정해진 방식으로 계산하기 때문</a:t>
            </a:r>
          </a:p>
          <a:p>
            <a:r>
              <a:t>· 규칙 원문이 바뀌면 검토 · 갱신 · 재검증</a:t>
            </a:r>
          </a:p>
          <a:p>
            <a:r>
              <a:t>· 둘 중 하나를 고르는 기술이 아니다: 근거 검색, 지식 구조화, 규칙 판정은 함께 구성할 수 있다</a:t>
            </a:r>
          </a:p>
          <a:p>
            <a:r>
              <a:t>[다음] 규칙에 넣는 지금의 값은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매뉴얼의 기준값 · 확인할 센서 가운데 무엇을 그래프에 등록하고, 무엇을 판단 순간 원천에서 읽나</a:t>
            </a:r>
          </a:p>
          <a:p>
            <a:r>
              <a:t>· 규칙은 문서에서 왔지만 지금의 운전 모드는 문서로 알 수 없다</a:t>
            </a:r>
          </a:p>
          <a:p>
            <a:r>
              <a:t>· 다룰 것: 바뀌는 빠르기의 차이, 대상별 짝, 지식에 적힌 읽는 방법, 업무 DB의 값의 자리</a:t>
            </a:r>
          </a:p>
          <a:p>
            <a:r>
              <a:t>[다음] 지식과 값의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→ 오른쪽 값, 값 칸의 쿨러 사건 예</a:t>
            </a:r>
          </a:p>
          <a:p>
            <a:r>
              <a:t>· 지식: 원인 · 절차 · 규칙 · 기준. 문서 개정 · 지식 검토로 바뀐다 → 그래프에 등록</a:t>
            </a:r>
          </a:p>
          <a:p>
            <a:r>
              <a:t>· 값: 센서 값 · 재고 · 운전시간. 매초 또는 업무가 일어날 때마다 바뀐다 → HYD는 그래프에 복사하지 않는다</a:t>
            </a:r>
          </a:p>
          <a:p>
            <a:r>
              <a:t>· 복사하면 원천이 바뀐 뒤 갱신 전까지 지난 값이 남는다(낡은 값)</a:t>
            </a:r>
          </a:p>
          <a:p>
            <a:r>
              <a:t>· 예: 쿨러 사건 유온은 경보 때 약 56 ℃, 2분도 안 돼 61.8 ℃. 한계 65 ℃ 가까이</a:t>
            </a:r>
          </a:p>
          <a:p>
            <a:r>
              <a:t>· 값은 시계열 DB · 업무 DB에 두고 판단하는 순간 읽는다. 결정표가 기준만 갖고 값은 그때 읽는다는 구분을 그래프 전체에 적용</a:t>
            </a:r>
          </a:p>
          <a:p>
            <a:r>
              <a:t>[다음] 대상별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칸(지식) → 오른쪽 칸(값)</a:t>
            </a:r>
          </a:p>
          <a:p>
            <a:r>
              <a:t>· 설비: 유온 한계 65 ℃(수업용으로 정한 값) ↔ 지금의 유온 TS1(시계열 DB)</a:t>
            </a:r>
          </a:p>
          <a:p>
            <a:r>
              <a:t>· 원인과 증거: 냉각 효율 평균 70 % 미만 ↔ 최근 30초 효율 평균(시계열 DB)</a:t>
            </a:r>
          </a:p>
          <a:p>
            <a:r>
              <a:t>· 조치와 규칙: 팬 100 % 연속 운전 24시간 초과 시 감점 ↔ 지금까지의 연속 운전 시간(시계열에서 계산)</a:t>
            </a:r>
          </a:p>
          <a:p>
            <a:r>
              <a:t>· 업무: 납기 · 재고가 판단의 입력이라는 정의와 자리 ↔ 남은 납기 시간 · 재고 수량(업무 DB)</a:t>
            </a:r>
          </a:p>
          <a:p>
            <a:r>
              <a:t>· 기준은 그래프에, 기준에 댈 값은 원천에</a:t>
            </a:r>
          </a:p>
          <a:p>
            <a:r>
              <a:t>[다음] 기준은 값을 어떻게 찾아가나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맨 위 중괄호(증거 한 건) → 가운데 조회문 → 맨 아래 비교</a:t>
            </a:r>
          </a:p>
          <a:p>
            <a:r>
              <a:t>· 증거에 있는 것: 읽을 값 CE, 최근 30초 평균, 70보다 작은지. 지금의 값은 없다</a:t>
            </a:r>
          </a:p>
          <a:p>
            <a:r>
              <a:t>· SQL(Structured Query Language): 데이터베이스에 조회를 요청하는 언어. 판단 순간 시계열 DB에서 이 설비의 CE 30초 평균을 낸다</a:t>
            </a:r>
          </a:p>
          <a:p>
            <a:r>
              <a:t>· 조회문은 모델이 쓰지 않는다. 추출은 칸만 내고 프로그램이 정해진 틀에 채운다 → 같은 항목엔 같은 틀. 다만 추출한 태그 · 기간이 틀리면 틀린 값이 들어간다 → 틀 제한과 원문 확인 둘 다 필요</a:t>
            </a:r>
          </a:p>
          <a:p>
            <a:r>
              <a:t>· 쿨러 사건: 46.2 % &lt; 70 → 증거 성립</a:t>
            </a:r>
          </a:p>
          <a:p>
            <a:r>
              <a:t>· 기준이 개정되면: 원문과 대조해 기준을 고치고 검토 · 적재 · 같은 질문으로 재확인. 측정값이 아니라 기준을 갱신</a:t>
            </a:r>
          </a:p>
          <a:p>
            <a:r>
              <a:t>[다음] 업무 DB는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업무 DB 표 → 가운데 입력 데이터 → 오른쪽 위 이상 패턴(TESTS) → 오른쪽 출처 시스템(SOURCED_FROM) → 판단 시점의 조회</a:t>
            </a:r>
          </a:p>
          <a:p>
            <a:r>
              <a:t>· 업무 DB 연결은 행의 값을 옮기지 않고, 값이 어느 표 어느 열에 있는지를 입력 데이터로 등록</a:t>
            </a:r>
          </a:p>
          <a:p>
            <a:r>
              <a:t>· 예: 입력 데이터 「마지막 정기 정비 뒤 운전시간」 = 정비 계수기 표의 운전시간 열, 출처 시스템은 정비 관리 시스템</a:t>
            </a:r>
          </a:p>
          <a:p>
            <a:r>
              <a:t>· 이상 패턴 「정기 정비 도래, 운전시간 1,950시간 이상」이 이 입력 데이터를 검사(TESTS)</a:t>
            </a:r>
          </a:p>
          <a:p>
            <a:r>
              <a:t>· 판단 순간 그 자리에서 값을 조회해 기준과 비교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지식의 출처 → 오른쪽 값의 출처, 칸마다 맨 아래 예</a:t>
            </a:r>
          </a:p>
          <a:p>
            <a:r>
              <a:t>· 지식의 출처 = 인용 + 적재 기록: 문서 식별자 · 판본, 쪽 · 문자 위치 · 인용문, 검토자와 적재 시각. 예: 팬 최대 운전 2단계 ← HM-8.5의 인용</a:t>
            </a:r>
          </a:p>
          <a:p>
            <a:r>
              <a:t>· 값의 출처 = 판단할 때 남는 기록: 원천 · 표 · 열 · 조건 · 관측 시각. 예: 유온 59.9 ℃(판단할 때 읽은 값 — 경보 때 55.71 ℃에서 오르던 중) ← 시계열 DB의 TS1 최신값, 납기까지 5.98시간 ← MES 생산 오더의 납기</a:t>
            </a:r>
          </a:p>
          <a:p>
            <a:r>
              <a:t>· 조회 시각 ≠ 관측 시각: 방금 조회해도 센서가 멈춰 오래된 값일 수 있다 → 관측 시각까지 확인</a:t>
            </a:r>
          </a:p>
          <a:p>
            <a:r>
              <a:t>· 둘이 함께 남아야 판단이 이상할 때 지식이 틀렸는지 값이 틀렸는지 가른다</a:t>
            </a:r>
          </a:p>
          <a:p>
            <a:r>
              <a:t>· 지식과 값의 경계: 기준 · 읽는 방법은 출처 단 지식으로, 변하는 값은 원천에 두고 읽은 기록을 남긴다</a:t>
            </a:r>
          </a:p>
          <a:p>
            <a:r>
              <a:t>[다음] 실습: 원문과 등록된 지식의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이론과의 연결: 문장이 출처를 가진 지식이 되는 일곱 단계와 지식 · 값의 경계를 실제 등록 결과에서 확인한다</a:t>
            </a:r>
          </a:p>
          <a:p>
            <a:r>
              <a:t>· 세 실습의 순서: 포털에서 등록된 지식을 원문과 대조 → 추출 기능 만들기 → 검토한 결과를 그래프에 반영</a:t>
            </a:r>
          </a:p>
          <a:p>
            <a:r>
              <a:t>· 첫 실습은 포털에서 확인하는 활동, 뒤의 둘은 기능을 직접 만든다</a:t>
            </a:r>
          </a:p>
          <a:p>
            <a:r>
              <a:t>[다음] 첫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목표 · 입력: 제공 매뉴얼 원문 + 포털에 등록된 추출 · 검토 결과. 등록된 지식의 조건 · 출처가 원문과 맞는지 가린다</a:t>
            </a:r>
          </a:p>
          <a:p>
            <a:r>
              <a:t>· 원문 대조(중심): 작업 순서 · 단위 · 금지 조건 · 대상 설비. 다르게 옮겨진 곳은 고칠 후보, 근거 없는 것은 뺄 후보로 검토 기록에</a:t>
            </a:r>
          </a:p>
          <a:p>
            <a:r>
              <a:t>· 연결 확인: 지식 지도에서 채택 항목의 설비 · 조치 · 출처 연결을 따라간다</a:t>
            </a:r>
          </a:p>
          <a:p>
            <a:r>
              <a:t>· 산출물: 고칠 곳 · 뺄 곳과 근거 인용을 적은 검토 기록. 성공 기준: 팬 최대 운전의 절차 · 제한을 근거 절까지 답한다</a:t>
            </a:r>
          </a:p>
          <a:p>
            <a:r>
              <a:t>· 주의: 포털에 문서를 더 적재하지 않는다. 추가 적재는 마지막 교대 실습에서 제공 보충 매뉴얼로</a:t>
            </a:r>
          </a:p>
          <a:p>
            <a:r>
              <a:t>[다음] 둘째 실습: 추출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포털에서 결과로만 본 추출 과정을 바이브 코딩으로 직접 만든다</a:t>
            </a:r>
          </a:p>
          <a:p>
            <a:r>
              <a:t>· 이론의 연결: 추출 지시문의 약속(원문에 없는 것은 만들지 말고 경고로), 구조화 출력, 인용</a:t>
            </a:r>
          </a:p>
          <a:p>
            <a:r>
              <a:t>· 이 실습의 검토 기록이 다음 실습의 적재 입력이 된다</a:t>
            </a:r>
          </a:p>
          <a:p>
            <a:r>
              <a:t>[다음] 추출 기능의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실습용 매뉴얼 · 작업 절차 자료. 작업 순서 · 조건 · 단위 · 금지 사항이 놓인 곳을 먼저 확인</a:t>
            </a:r>
          </a:p>
          <a:p>
            <a:r>
              <a:t>· 추출 기능: 원문에서 지식 후보를 뽑고 후보마다 문서 식별자 · 절 · 원문 인용을 함께 돌려준다. 근거 없는 것은 경고로</a:t>
            </a:r>
          </a:p>
          <a:p>
            <a:r>
              <a:t>· 대조와 검토 기록: 후보마다 채택 · 수정 · 제외 · 보류. 다른 문서에도 적용해 누락 · 근거 없는 생성을 본다</a:t>
            </a:r>
          </a:p>
          <a:p>
            <a:r>
              <a:t>· 제공 추출 결과는 비교 · 연결 장애 대안일 뿐, 직접 실행한 추출과 구분</a:t>
            </a:r>
          </a:p>
          <a:p>
            <a:r>
              <a:t>· 산출물: 추출 기능 + 검토 기록. 성공 기준: 모든 후보의 인용이 원문에 실제로 있고, 부정 조건 · 단위가 원문과 같다</a:t>
            </a:r>
          </a:p>
          <a:p>
            <a:r>
              <a:t>[다음] 셋째 실습: 그래프에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둘째 실습의 검토 기록을 받아 승인한 지식만 실습용 그래프 DB에 반영한다</a:t>
            </a:r>
          </a:p>
          <a:p>
            <a:r>
              <a:t>· 처음 정한 질문으로 조회해 지금까지 만든 것을 하나의 온톨로지 구축 결과로 묶는다</a:t>
            </a:r>
          </a:p>
          <a:p>
            <a:r>
              <a:t>· 순서는 인제스천의 단계 그대로: 승인 → 적재 → 조회 · 검증</a:t>
            </a:r>
          </a:p>
          <a:p>
            <a:r>
              <a:t>· 이 지식과 조회 기능은 뒤의 에이전트 실습이 다시 쓴다</a:t>
            </a:r>
          </a:p>
          <a:p>
            <a:r>
              <a:t>[다음] 셋째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카드의 성공 기준</a:t>
            </a:r>
          </a:p>
          <a:p>
            <a:r>
              <a:t>· 입력: 앞 단계 검토 기록 + 실습용 설비 모델(설비 모델에 조치 · 규칙 구조를 더한 것, 실라버스의 「랩 모델」). 넣는 것은 승인한 후보뿐</a:t>
            </a:r>
          </a:p>
          <a:p>
            <a:r>
              <a:t>· 적재와 조회: 승인 후보를 기존 식별자 · 관계에 잇고, 등록된 대상은 새로 만들지 않는다. 처음 질문으로 설비 · 조치 · 작업 조건 · 문서 근거를 조회해 원문과 대조. 코드는 바이브 코딩으로</a:t>
            </a:r>
          </a:p>
          <a:p>
            <a:r>
              <a:t>· 확인: 보류 후보가 빠졌나, 다시 적재해도 대상이 둘로 늘지 않나, 다른 문서도 같은 방법으로 더해지나</a:t>
            </a:r>
          </a:p>
          <a:p>
            <a:r>
              <a:t>· 산출물: 질문 · 스키마 · 원문 · 추출/검토 기록 · 적재 코드 · 조회 결과를 엮은 구축 결과</a:t>
            </a:r>
          </a:p>
          <a:p>
            <a:r>
              <a:t>· 성공 기준: 답할 수 있는 질문과 현재값 · 추가 자료가 필요한 질문을 가려 적는다. 넣은 개수가 아니라 팬 최대 운전의 절차 · 제한을 근거까지 답하는지</a:t>
            </a:r>
          </a:p>
          <a:p>
            <a:r>
              <a:t>· 답이 빠지면 구조 · 적재 내용 · 조회 경로 중 원인을 찾아 고친 뒤 다시 조회</a:t>
            </a:r>
          </a:p>
          <a:p>
            <a:r>
              <a:t>[다음] 실습 뒤, 구축 과정 전체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온톨로지의 필요성부터 문서의 지식까지, 같은 구조 위에서 지식 그래프는 어떻게 자랐나. 단계마다 무엇을 받아 무엇을 남겼나</a:t>
            </a:r>
          </a:p>
          <a:p>
            <a:r>
              <a:t>· 실습에서 한 일(원문 대조, 추출 기능, 적재 기능)을 구축 과정의 마지막 단계로 받는다</a:t>
            </a:r>
          </a:p>
          <a:p>
            <a:r>
              <a:t>· 다룰 것: 그래프가 자라는 순서, 단계별 결과물(관계 그림 → 스키마와 인스턴스 → 조치 · 규칙 · 지표 → 출처 있는 지식), 세 층</a:t>
            </a:r>
          </a:p>
          <a:p>
            <a:r>
              <a:t>[다음] 네 칸으로 본 자라는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왼쪽부터 네 칸, 칸 위 굵은 줄(한 일)과 그 아래 주제 → 칸 아래 결과물 → 하늘색 부분 → 오른쪽 끝 에이전트</a:t>
            </a:r>
          </a:p>
          <a:p>
            <a:r>
              <a:t>· 칸 위 굵은 줄(질문 · 설계 · 구현 → 절차 · 판단 조건 연결 → 인제스천 · 검토 · 조회)을 이어 읽으면 구축 순서: 질문 정의 → 클래스 · 관계 · 식별자 설계 → 그래프 구현 → 절차 · 판단 조건 연결 → 문서 인제스천 → 원문 검토 · 적재 → 근거 조회</a:t>
            </a:r>
          </a:p>
          <a:p>
            <a:r>
              <a:t>· 필요성 → 관계 그림, 지식 구조 → 스키마와 인스턴스(그래프 DB), 조치와 판단 → 조치 절차와 판단 규칙(조건표 · 판단 기능), 문서의 지식 → 검토된 지식과 출처</a:t>
            </a:r>
          </a:p>
          <a:p>
            <a:r>
              <a:t>· 하늘색 = 그 단계에 새로 더해진 것. 에이전트는 이 지식을 쓰는 쪽</a:t>
            </a:r>
          </a:p>
          <a:p>
            <a:r>
              <a:t>· 결과물 넷이 따로가 아니라 그래프 하나가 자란 것. 앞 칸이 비면 뒤 칸이 제 몫을 못 한다</a:t>
            </a:r>
          </a:p>
          <a:p>
            <a:r>
              <a:t>[다음] 첫 칸의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입력 → 위 관계 그림(가운데 고장 유형) → 오른쪽 아래 남은 과제</a:t>
            </a:r>
          </a:p>
          <a:p>
            <a:r>
              <a:t>· 입력: 경보 한 건과 네 곳의 정보(시계열 DB 센서 값, PLC 운전 상태, 매뉴얼 HM-8 원인 · 조치, MES 생산 일정). 연결은 숙련자의 머릿속에만</a:t>
            </a:r>
          </a:p>
          <a:p>
            <a:r>
              <a:t>· 결과물: 증상 -INDICATES→ 고장 유형, 원인 -CAUSES→ 고장 유형, 고장 유형 -MITIGATED_BY→ 조치</a:t>
            </a:r>
          </a:p>
          <a:p>
            <a:r>
              <a:t>· 고장 유형을 가운데 두면 증상 하나에서 원인 후보 여럿으로 갈라지고, 완화 조치를 한곳에서 찾는다</a:t>
            </a:r>
          </a:p>
          <a:p>
            <a:r>
              <a:t>· 남은 과제: 그려도 되는 것의 정의(유온 상승 → 팬 최대 운전처럼 원인을 건너뛰는 선을 막을 수 없다), 대상을 하나로 가리키는 식별자(오일 쿨러/쿨러)</a:t>
            </a:r>
          </a:p>
          <a:p>
            <a:r>
              <a:t>[다음] 그 과제를 푼 지식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질문 → 위 상자 줄(스키마) → 아래 원 줄(인스턴스) → 위아래 짝 → 원 아래 식별자</a:t>
            </a:r>
          </a:p>
          <a:p>
            <a:r>
              <a:t>· 역량 질문: 「오일 쿨러를 재는 센서와 그 한계값은?」 스키마 설계는 클래스가 아니라 질문에서 출발 — 필요한 대상 · 연결이 빠지지 않고 쓰이지 않는 정의가 늘지 않는다</a:t>
            </a:r>
          </a:p>
          <a:p>
            <a:r>
              <a:t>· 스키마 = 무엇이 무엇에 이어질 수 있는가(Asset -HAS_COMPONENT→ Component -MONITORED_BY→ Sensor -OBSERVES→ StateVariable). 정의에 없는 선은 틀렸다고 가린다</a:t>
            </a:r>
          </a:p>
          <a:p>
            <a:r>
              <a:t>· 인스턴스 데이터 = 실제로 이어져 있는 것: HYD-01 → 오일 쿨러 → 유온 센서 → 유온(한계 65 ℃)</a:t>
            </a:r>
          </a:p>
          <a:p>
            <a:r>
              <a:t>· 식별자(asset:hyd-01 등)는 이름이 바뀌어도 대상 하나를 가리킨다</a:t>
            </a:r>
          </a:p>
          <a:p>
            <a:r>
              <a:t>· 추출 후보가 스키마의 클래스여야 하고, 등록 대상을 식별자로 가리킨 것도 이 정의 덕분</a:t>
            </a:r>
          </a:p>
          <a:p>
            <a:r>
              <a:t>[다음] 조치와 판단의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줄, 왼쪽 문장 → 화살표 뒤 결과물 → 오른쪽 물음</a:t>
            </a:r>
          </a:p>
          <a:p>
            <a:r>
              <a:t>· 수행 단계 「팬 속도를 100 %로 올린다」 → 조치 방법의 작업 단계(냉각 성능 상실 -MITIGATED_BY→ 팬 최대 운전 -HAS_STEP→ 2단계): 어떻게 하는가</a:t>
            </a:r>
          </a:p>
          <a:p>
            <a:r>
              <a:t>· 금지 사항 「펌프 부하를 60 % 미만으로 설정하지 않는다」(HM-8.8) → 판단 규칙이 되지 못하고 경고로 남았다(추출 때 본 그 경고, 검사할 입력 데이터가 없음). 실행 동작에 이미 있던 부하 하한 60 %와 같은 값: 무엇을 하면 안 되는가</a:t>
            </a:r>
          </a:p>
          <a:p>
            <a:r>
              <a:t>· 전제 조건 「원격 조치는 REMOTE_AUTO일 때만 한다」(HM-8.5) → 제외 규칙. 같은 조건을 HM-8.8 금지와 제한이 다시 적었고 규칙은 그 HM-8.8을 근거 절로 가리킨다: 언제 할 수 있는가</a:t>
            </a:r>
          </a:p>
          <a:p>
            <a:r>
              <a:t>· 모두 단계 문장으로만 두면 조건이 묻혀 후보를 고를 때 검사할 수 없다</a:t>
            </a:r>
          </a:p>
          <a:p>
            <a:r>
              <a:t>· 규칙에는 조건만, 지금의 운전 모드 값은 판단할 때 읽는다</a:t>
            </a:r>
          </a:p>
          <a:p>
            <a:r>
              <a:t>[다음] 규칙을 통과한 후보끼리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후보 → 팬 속도 · 펌프 부하 → 가운데 유온 · 생산량 → 오른쪽 지표 셋 → 맨 오른쪽 관점</a:t>
            </a:r>
          </a:p>
          <a:p>
            <a:r>
              <a:t>· 직접 만든 판단 기능이 견준 득실을 그래프의 영향 관계로 본 모습(그림은 포털에 등록된 영향 관계). 판단 기능은 주어진 값과 계산식으로 손실을 비교했고, 그 결과는 그래프에 넣지 않았다</a:t>
            </a:r>
          </a:p>
          <a:p>
            <a:r>
              <a:t>· 조치 「팬 최대 운전과 부하 80 %」: 팬 속도 올림 · 펌프 부하 내림 → 유온 내려감 · 생산량 줄어듦</a:t>
            </a:r>
          </a:p>
          <a:p>
            <a:r>
              <a:t>· 인터록 여유 이로움(무재해 운전, 내부 프로세스 관점), 전력 사용량 불리(에너지 효율, 내부 프로세스 관점), 납기 준수율 불리(납기 신뢰, 고객 관점)</a:t>
            </a:r>
          </a:p>
          <a:p>
            <a:r>
              <a:t>· 설비와 지표 사이 영향 관계가 그래프에 있어, 새 조치는 처음 건드리는 것만 이으면 득실이 같은 길로 나온다</a:t>
            </a:r>
          </a:p>
          <a:p>
            <a:r>
              <a:t>· 가능 여부는 규칙, 통과한 후보끼리의 견줌은 이 길의 득실</a:t>
            </a:r>
          </a:p>
          <a:p>
            <a:r>
              <a:t>[다음] 문서 지식의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왼쪽부터 → 마지막 칸 아래 세 가지</a:t>
            </a:r>
          </a:p>
          <a:p>
            <a:r>
              <a:t>· 매뉴얼 원문 → (추출) 항목마다 인용이 붙은 후보 → (검토) 사람이 확인한 지식 → (적재) 출처를 가진 지식</a:t>
            </a:r>
          </a:p>
          <a:p>
            <a:r>
              <a:t>· 마지막 칸: 내용(원인 · 증거 · 조치 방법 · 규칙), 출처(문서 식별자 · 판본 · 인용), 확인(검토자 · 검토 시각)</a:t>
            </a:r>
          </a:p>
          <a:p>
            <a:r>
              <a:t>· 출처가 있으면 원문으로 돌아가 대조하고, 확인이 있으면 책임이 분명 → 판단의 근거로 내놓을 수 있다</a:t>
            </a:r>
          </a:p>
          <a:p>
            <a:r>
              <a:t>· 직접 만든 것: 추출 기능, 채택 · 수정 · 제외 · 보류 검토 기록, 적재 · 조회 코드, 질문부터 조회 결과까지 묶은 구축 결과</a:t>
            </a:r>
          </a:p>
          <a:p>
            <a:r>
              <a:t>· 같은 길로 PM-02 점검표, PR-07 예비품 기준, 개정판도 들어온다</a:t>
            </a:r>
          </a:p>
          <a:p>
            <a:r>
              <a:t>[다음] 새 문서를 더할 때 바꿀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칸(바꿀 곳) → 오른쪽 칸(까닭)</a:t>
            </a:r>
          </a:p>
          <a:p>
            <a:r>
              <a:t>· 스키마에 있는 대상 · 관계: 바꾸지 않는다. 추출 · 검토 · 적재를 그대로 — 그래야 어느 문서에서 온 지식이든 출처 · 확인이 똑같이 붙는다</a:t>
            </a:r>
          </a:p>
          <a:p>
            <a:r>
              <a:t>· 스키마에 없는 종류: 추출에서 지어내지 않고 질문과 스키마부터 검토. 정의에 없는 노드는 조회 · 판단이 따라가지 못한다</a:t>
            </a:r>
          </a:p>
          <a:p>
            <a:r>
              <a:t>· 값의 자리가 없는 조건: 입력 데이터를 먼저 등록. 펌프 부하 60 % 하한이 규칙이 되지 못하고 경고로 남았던 그 경우</a:t>
            </a:r>
          </a:p>
          <a:p>
            <a:r>
              <a:t>· 그 문서로 답할 질문: 역량 질문을 더해 같은 방법으로 검증. 노드 수가 아니라 질문의 답으로 확인</a:t>
            </a:r>
          </a:p>
          <a:p>
            <a:r>
              <a:t>· 고칠 곳은 문서가 아니라 그 앞 단계(질문 · 스키마 · 값의 자리)다</a:t>
            </a:r>
          </a:p>
          <a:p>
            <a:r>
              <a:t>[다음] 결과물을 바뀌는 빠르기로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 아래로 세 층, 왼쪽 언제 바뀌는지 → 가운데 층 오른쪽 끝에서 아래로 가는 파란 점선</a:t>
            </a:r>
          </a:p>
          <a:p>
            <a:r>
              <a:t>· 스키마: 지식의 구조(Cause -CAUSES→ FailureMode, Cause -EVIDENCED_BY→ Evidence), 설계를 고칠 때만 바뀐다</a:t>
            </a:r>
          </a:p>
          <a:p>
            <a:r>
              <a:t>· 인스턴스 데이터: 쿨러 냉각 성능 상실 · 쿨러 핀 오염 · 냉각 효율 70 % 미만. 문서 개정 · 지식 검토 때 바뀐다</a:t>
            </a:r>
          </a:p>
          <a:p>
            <a:r>
              <a:t>· 값: 납기 5.98시간(MES), 원격 자동(PLC), 냉각 효율 46.2 %(시계열 DB). 매초 또는 업무마다 바뀐다, 그래프 밖 원천</a:t>
            </a:r>
          </a:p>
          <a:p>
            <a:r>
              <a:t>· 판단 순간에만 점선을 따라 읽는다. 센서를 새로 달면 인스턴스가 늘 뿐 스키마는 그대로</a:t>
            </a:r>
          </a:p>
          <a:p>
            <a:r>
              <a:t>· 고치는 방법도 층마다: 스키마는 설계 재검토, 인스턴스는 새 판본 검토 · 적재(기록 · 되돌리기), 값은 원천에서 읽기만. 섞으면 매초 검토 · 적재를 해야 한다</a:t>
            </a:r>
          </a:p>
          <a:p>
            <a:r>
              <a:t>· 그래프 DB가 측정값을 못 담는다는 뜻이 아니라 이 설계의 선택</a:t>
            </a:r>
          </a:p>
          <a:p>
            <a:r>
              <a:t>[다음] 이 결과물이 실제 판단에서 쓰인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층으로 나눠 쌓은 결과물이 쿨러 사건의 판단에서는 어디에 쓰였나</a:t>
            </a:r>
          </a:p>
          <a:p>
            <a:r>
              <a:t>· 다룰 것: 판단의 다섯 걸음과 쓰인 결과물, 규칙과 근거 문서의 연결, 개정 때 규칙을 찾는 길, 에이전트에게 주는 것, 온톨로지가 답하는 질문의 경계</a:t>
            </a:r>
          </a:p>
          <a:p>
            <a:r>
              <a:t>[다음] 다섯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칸, 칸마다 굵은 글씨 아래 첫 줄</a:t>
            </a:r>
          </a:p>
          <a:p>
            <a:r>
              <a:t>· 경보와 고장 유형: 지식 구조(스키마가 정한 관계)</a:t>
            </a:r>
          </a:p>
          <a:p>
            <a:r>
              <a:t>· 원인 후보: 문서의 지식(매뉴얼의 원인 · 증거)</a:t>
            </a:r>
          </a:p>
          <a:p>
            <a:r>
              <a:t>· 값의 대조: 원천의 값(판단 순간 읽은 값)</a:t>
            </a:r>
          </a:p>
          <a:p>
            <a:r>
              <a:t>· 조치의 판단: 조치와 판단(판단 규칙 · 성과 기준)</a:t>
            </a:r>
          </a:p>
          <a:p>
            <a:r>
              <a:t>· 근거의 제시: 문서의 지식(절 · 인용) — 문서의 지식이 처음과 끝 두 번 쓰였다</a:t>
            </a:r>
          </a:p>
          <a:p>
            <a:r>
              <a:t>· 원인을 가리고 조치안을 비교하는 데 1분 반 남짓: 판단 순간 새로 가져온 것은 값뿐, 나머지는 미리 쌓아 둔 결과물</a:t>
            </a:r>
          </a:p>
          <a:p>
            <a:r>
              <a:t>[다음] 앞의 두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 → 오른쪽 원인 후보 셋과 증거 기준 → 아래 두 이름표</a:t>
            </a:r>
          </a:p>
          <a:p>
            <a:r>
              <a:t>· 이상 패턴 쿨러 성능 저하 -DETECTS→ 증상 유온 상승 -INDICATES→ 고장 유형: 스키마가 정의한 관계(지식 구조의 결과물)</a:t>
            </a:r>
          </a:p>
          <a:p>
            <a:r>
              <a:t>· 헷갈림: 고장 유형 노드는 매뉴얼에서 왔지만, 증상이 고장 유형을 가리킬 수 있다는 정의는 스키마가 미리 정했다</a:t>
            </a:r>
          </a:p>
          <a:p>
            <a:r>
              <a:t>· 원인 셋과 기준(HM-8.4, 문서 지식의 결과물): 핀 오염(냉각 효율 평균 70 % 미만), 팬 구동 불량(팬 진동 평균 0.9 mm/s 이상), 주변 온도 상승(캐비닛 온도 평균 35 ℃ 이상)</a:t>
            </a:r>
          </a:p>
          <a:p>
            <a:r>
              <a:t>· 원인 셋의 CAUSES가 모두 고장 유형으로 들어와, 경보 하나가 후보 셋을 내놓는다</a:t>
            </a:r>
          </a:p>
          <a:p>
            <a:r>
              <a:t>· 기준 70이 다르게 옮겨졌다면 판단은 틀린 기준으로 원인을 가렸다 → 넣기 전 검토가 이 걸음의 조건</a:t>
            </a:r>
          </a:p>
          <a:p>
            <a:r>
              <a:t>[다음] 기준에 값을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증상 → 가운데 계기 셋(위 → 가운데 → 아래) → 오른쪽 원인마다 기준 → 맨 아래 판정 줄</a:t>
            </a:r>
          </a:p>
          <a:p>
            <a:r>
              <a:t>· 읽은 값(시계열 DB): 냉각 효율 46.2 %, 팬 진동 0.575 mm/s, 캐비닛 온도 28 ℃</a:t>
            </a:r>
          </a:p>
          <a:p>
            <a:r>
              <a:t>· 핀 오염 기준은 두 줄: 냉각 효율 평균 70 % 미만 + 팬 진동 평균 0.9 mm/s 미만. 팬이 안 돌아도 효율이 떨어지므로 팬 정상이 함께 있어야 핀 오염으로 좁혀진다</a:t>
            </a:r>
          </a:p>
          <a:p>
            <a:r>
              <a:t>· 판정: 핀 오염 맞음, 팬 구동 불량 아님(진동 0.9 미만), 주변 온도 상승 아님(35 ℃ 미만)</a:t>
            </a:r>
          </a:p>
          <a:p>
            <a:r>
              <a:t>· 등록된 후보와 기준 안에서의 결과. 현장의 모든 원인을 배제한 것은 아니다</a:t>
            </a:r>
          </a:p>
          <a:p>
            <a:r>
              <a:t>· 경보는 증상까지만 알려 준다. 원인은 기준(지식)에 그 순간의 값(원천)을 대어야 가려진다</a:t>
            </a:r>
          </a:p>
          <a:p>
            <a:r>
              <a:t>[다음] 조치의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그래프(네 후보 예측 유온) → 오른쪽 1 판단 규칙 → 2 성과 기준 → 3 추천 → 4 대안</a:t>
            </a:r>
          </a:p>
          <a:p>
            <a:r>
              <a:t>· 판단 규칙: 제외된 후보 없음 — 원격 조치 셋(SOP-COOL-11~13)은 그때 원격 자동이라 원격 자동 규칙을 통과, 쿨러 핀 세척(SOP-COOL-14)은 그 규칙의 대상이 아니다. 예측 유온이 가장 높은 쿨러 핀 세척에는 경고 — 조치 뒤에도 경보 기준 위로 예측</a:t>
            </a:r>
          </a:p>
          <a:p>
            <a:r>
              <a:t>· 경고는 확인할 사항을 남기는 표시라 핀 세척은 후보에 남고 뒤 순위. 후보에 남았다 ≠ 실행해도 된다(수행 조건 · 매뉴얼 제한 · 승인은 따로)</a:t>
            </a:r>
          </a:p>
          <a:p>
            <a:r>
              <a:t>· 성과 기준: 유온을 가장 많이 내리는 조치가 1순위가 아니다. 생산을 그대로 두는 팬 최대 운전이 추천(예측 유온 49.8 ℃), 부하를 낮추는 두 후보는 공동 2순위</a:t>
            </a:r>
          </a:p>
          <a:p>
            <a:r>
              <a:t>· 나머지 셋은 대안으로 함께 제시 — 진 후보와 나란히 놓아야 추천의 까닭이 보인다</a:t>
            </a:r>
          </a:p>
          <a:p>
            <a:r>
              <a:t>· 가능 여부는 판단 규칙의 검사, 순서는 성과 기준. 검사한 제외 규칙도 HM-8.8의 문장에서 온 지식</a:t>
            </a:r>
          </a:p>
          <a:p>
            <a:r>
              <a:t>[다음] 근거의 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묶음(길 → 규칙 → 출처) → 둘째 묶음 괄호의 절 번호와 맨 아래 출처 견주기</a:t>
            </a:r>
          </a:p>
          <a:p>
            <a:r>
              <a:t>· 추천안에 이른 길: 원인 쿨러 핀 오염 → 고장 유형 쿨러 냉각 성능 상실 → 완화 조치 팬 최대 운전, 스키마의 관계를 따라온 경로</a:t>
            </a:r>
          </a:p>
          <a:p>
            <a:r>
              <a:t>· 후보로 고른 규칙: 냉각 성능 상실의 즉시 완화 후보(HM-8.5)</a:t>
            </a:r>
          </a:p>
          <a:p>
            <a:r>
              <a:t>· 출처: 적재가 조치 방법의 단계에 이어 둔 HM-8.5 즉시 완화 조치</a:t>
            </a:r>
          </a:p>
          <a:p>
            <a:r>
              <a:t>· 후보를 검사한 제외 규칙은 HM-8.8, 후보로 올린 규칙과 단계는 같은 HM-8.5 → 근거를 확인할 곳이 한 곳으로 모인다</a:t>
            </a:r>
          </a:p>
          <a:p>
            <a:r>
              <a:t>· 담당자는 길 · 규칙 · 출처를 보고 승인 · 거절한다. 근거가 없으면 승인은 믿음에 기댄다</a:t>
            </a:r>
          </a:p>
          <a:p>
            <a:r>
              <a:t>[다음] 규칙과 문서의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HM-8.8 문장 → 오른쪽 감점 규칙 → 오른쪽 셋째 줄과 왼쪽 마지막 줄(잇는 관계)</a:t>
            </a:r>
          </a:p>
          <a:p>
            <a:r>
              <a:t>· 문장: 「이미 24시간을 넘겼다면 팬 최대 운전은 팬 수명 손실로 20만 원 감점해 비교」 — 왜 그런 기준인지 사람에게 설명</a:t>
            </a:r>
          </a:p>
          <a:p>
            <a:r>
              <a:t>· 규칙: fan100_hours &gt; 24 → 팬 최대 운전이 든 두 조치(SOP-COOL-11 · 12) 감점 20만 원 — 지금 어떻게 판정하는지</a:t>
            </a:r>
          </a:p>
          <a:p>
            <a:r>
              <a:t>· 규칙은 프로그램 조건문이 아니라 그래프에 있고 평가 함수가 읽어 판정. 같은 평가 방식 안의 기준값 변경은 원문 대조로 갱신, 새 평가 방식이면 평가 함수도 검토</a:t>
            </a:r>
          </a:p>
          <a:p>
            <a:r>
              <a:t>· 규칙만 있으면 까닭을 설명 못 하고, 문장만 있으면 판정에 못 쓴다 → 함께 둔다</a:t>
            </a:r>
          </a:p>
          <a:p>
            <a:r>
              <a:t>· 규칙 -DERIVED_FROM→ HM-8.8, 절은 문서 판본에 속함. 같은 적재에서 인용과 함께 들어왔다 → 규칙이 걸리면 근거 문장을, 문서가 바뀌면 영향받는 규칙을 찾는다</a:t>
            </a:r>
          </a:p>
          <a:p>
            <a:r>
              <a:t>[다음] 개정될 때 규칙을 찾아 고치는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상황: 24시간 기준이 개정된다면</a:t>
            </a:r>
          </a:p>
          <a:p>
            <a:r>
              <a:t>· 문서의 개정 → 같은 문서 식별자로 새 판본 → 그 절을 가리키는 규칙을 관계를 거꾸로 따라 찾기 → 원문 대조 · 검토 · 적재(적재 기록이 사슬에 하나 더)</a:t>
            </a:r>
          </a:p>
          <a:p>
            <a:r>
              <a:t>· 근거 관계가 없으면 규칙을 하나하나 열어 원문과 견줘야 한다</a:t>
            </a:r>
          </a:p>
          <a:p>
            <a:r>
              <a:t>· 적재 기록으로 언제부터 새 기준으로 판단했는지 가른다</a:t>
            </a:r>
          </a:p>
          <a:p>
            <a:r>
              <a:t>· 갱신 뒤 바뀐 규칙의 질문과 전에 맞던 다른 질문도 다시 확인 — 기존 연결을 끊지 않았는지</a:t>
            </a:r>
          </a:p>
          <a:p>
            <a:r>
              <a:t>[다음] 이 지식이 에이전트에게 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이 구조는 답을 확인할 근거를 줄 뿐, 에이전트의 설명이 저절로 정확해지지 않는다</a:t>
            </a:r>
          </a:p>
          <a:p>
            <a:r>
              <a:t>· 지식 그래프: 따라갈 길과 댈 근거. 쿨러 성능 저하 경보 → 등록된 원인 후보 셋, 팬 최대 운전 추천의 출처 HM-8.5. 같은 판본 · 같은 경로면 같은 후보와 근거</a:t>
            </a:r>
          </a:p>
          <a:p>
            <a:r>
              <a:t>· 판단 규칙: 지킬 기준. 조건을 모델이 매번 해석하지 않고 값을 읽어 비교 → 같은 조건이면 같은 판정, 걸린 규칙과 근거가 결과에 남는다</a:t>
            </a:r>
          </a:p>
          <a:p>
            <a:r>
              <a:t>· 값의 자리: 읽을 곳. 어디서 언제 읽었는지 남는다. 쓸 수 없는 값은 정상으로 채우지 않고 미확인 처리와 사유(HYD는 규칙에 따라 제외 · 경고, 실습 판단 기능은 보류)</a:t>
            </a:r>
          </a:p>
          <a:p>
            <a:r>
              <a:t>[다음] 사람과 에이전트의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검토하고 결정하는 것 → 오른쪽 에이전트에게 맡기는 것 → 왼쪽 마지막 줄</a:t>
            </a:r>
          </a:p>
          <a:p>
            <a:r>
              <a:t>· 사람: 스키마의 정의, 문서에서 온 지식과 규칙, 값이 있는 자리, 추천안의 승인 · 거절 — 무엇이 사실이고 기준인지</a:t>
            </a:r>
          </a:p>
          <a:p>
            <a:r>
              <a:t>· 에이전트: 상황에 맞는 지식 조회, 값을 읽어 기준에 대기, 종합해 추천안</a:t>
            </a:r>
          </a:p>
          <a:p>
            <a:r>
              <a:t>· 까닭: LLM은 모르는 부분도 그럴듯하게 채운다(신입 사원 비유). 인제스천에서도 LLM은 후보만, 지식으로 정한 건 사람의 검토</a:t>
            </a:r>
          </a:p>
          <a:p>
            <a:r>
              <a:t>· AI에 그대로 물으면 근거를 확인할 수 없다는 문제의 답이 이 구분. 추천안은 어느 지식 · 값에서 나왔는지 되짚을 수 있다</a:t>
            </a:r>
          </a:p>
          <a:p>
            <a:r>
              <a:t>[다음] 온톨로지가 어디까지 답하나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맨 오른쪽 칸(답을 얻는 곳)</a:t>
            </a:r>
          </a:p>
          <a:p>
            <a:r>
              <a:t>· 관계(핀 오염은 어떤 고장을 일으키나), 조건 · 출처(팬 최대 운전의 제한과 근거 절) → 지식 그래프 조회</a:t>
            </a:r>
          </a:p>
          <a:p>
            <a:r>
              <a:t>· 지식의 옳음(등록된 관계 · 기준이 원문과 맞나) → 사람의 검토. 그래프 DB에 넣었다고 의미가 저절로 옳지 않다(설계 · 원문 대조한 만큼만 맞다). 그래프가 스스로 추론해 새 결론을 만들지도 않는다</a:t>
            </a:r>
          </a:p>
          <a:p>
            <a:r>
              <a:t>· 지금의 값(냉각 효율 최근 30초 평균) → 원천(시계열 DB · 업무 DB)</a:t>
            </a:r>
          </a:p>
          <a:p>
            <a:r>
              <a:t>· 판정(지금 팬 최대 운전을 후보로 둘 수 있나) → 판단 규칙: 조건은 그래프에, 판정은 지금 운전 모드를 읽어 평가 함수가 계산</a:t>
            </a:r>
          </a:p>
          <a:p>
            <a:r>
              <a:t>· 실행 결정 → 사람이 근거를 보고 승인 · 거절</a:t>
            </a:r>
          </a:p>
          <a:p>
            <a:r>
              <a:t>· 새 질문이 생기면 이 표의 어느 줄인지 먼저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따라갈 근거. 학생이 먼저 고르게 한다(약 20초)</a:t>
            </a:r>
          </a:p>
          <a:p>
            <a:r>
              <a:t>· 관계 유형이 정의에 없다 → 스키마(클래스 · 관계 유형의 정의). 인스턴스를 넣어도 길이 안 생긴다</a:t>
            </a:r>
          </a:p>
          <a:p>
            <a:r>
              <a:t>· 증거 기준이 매뉴얼 숫자와 다르다 → 문서 지식(인용 · 원문 구간 · 검토 기록)</a:t>
            </a:r>
          </a:p>
          <a:p>
            <a:r>
              <a:t>· 판단에 쓰인 냉각 효율이 실제와 다르다 → 값(값의 출처 기록: 원천 · 표 · 관측 시각)</a:t>
            </a:r>
          </a:p>
          <a:p>
            <a:r>
              <a:t>· 감점 기준이 개정됐다 → 판본(같은 식별자로 새 판본, 그 절을 가리키는 규칙)</a:t>
            </a:r>
          </a:p>
          <a:p>
            <a:r>
              <a:t>· 헷갈리는 짝: 기준이 틀림(지식) vs 값이 틀림(원천). 정의 · 지식 · 값 가운데 어디가 어긋났는지부터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인제스천(Ingestion): 원천 자료를 스키마에 맞는 지식으로 바꾸어 들여오는 과정</a:t>
            </a:r>
          </a:p>
          <a:p>
            <a:r>
              <a:t>· 원천 자료(Source): 문서와 업무 DB</a:t>
            </a:r>
          </a:p>
          <a:p>
            <a:r>
              <a:t>· LLM: 문장을 이해 · 생성하는 언어 모델. 구조화 출력: 정해진 항목 · 형식의 답. JSON: 이름과 값의 쌍</a:t>
            </a:r>
          </a:p>
          <a:p>
            <a:r>
              <a:t>· 인용(Citation): 근거 원문의 쪽 · 위치 · 문장. 판본(Revision): 내용이 달라질 때마다 구별되는 한 벌</a:t>
            </a:r>
          </a:p>
          <a:p>
            <a:r>
              <a:t>· RAG: 검색한 자료(문서 조각, 그래프 조회도 가능)로 답을 생성. SQL: 데이터베이스 조회 언어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이름 암기보다 상황마다 무엇을 근거로 판단하는지</a:t>
            </a:r>
          </a:p>
          <a:p>
            <a:r>
              <a:t>· 보기를 읽고 잠깐 멈춰 고르게 한다. 정답과 까닭은 세 문제 뒤에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HM-8.8의 「24시간」 감점 기준을 바꾼 개정판을 그래프에 반영</a:t>
            </a:r>
          </a:p>
          <a:p>
            <a:r>
              <a:t>· 생각할 거리: 개정 뒤에도 같은 문서의 지식 · 출처 · 지난 판단의 근거가 이어지는가</a:t>
            </a:r>
          </a:p>
          <a:p>
            <a:r>
              <a:t>· 보기의 갈림: 새 식별자(문서가 둘로 갈라짐), 같은 식별자 새 판본 + 규칙 대조 검토 적재, 숫자만 손으로 수정(출처 끊김), 지난 판단 기록 삭제(판단 근거가 사라짐)</a:t>
            </a:r>
          </a:p>
          <a:p>
            <a:r>
              <a:t>· 약 20초 생각할 시간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물음: 그래프에 등록하지 않고 판단 순간 원천에서 읽을 것은?</a:t>
            </a:r>
          </a:p>
          <a:p>
            <a:r>
              <a:t>· 보기: 냉각 효율 평균 70 % 미만 기준, 팬 최대 운전의 수행 단계, 핀 오염 → 냉각 성능 상실 관계, 지금 측정되는 최근 30초 냉각 효율 평균값</a:t>
            </a:r>
          </a:p>
          <a:p>
            <a:r>
              <a:t>· 생각할 거리: 문서가 개정될 때만 바뀌는 것 vs 매초 바뀌는 것. 숫자가 들어 있다고 값이 아니다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추출이 끝났고 모든 후보에 인용, 형식 검사 통과</a:t>
            </a:r>
          </a:p>
          <a:p>
            <a:r>
              <a:t>· 물음: 프로그램 검사로는 보장되지 않아 사람이 원문과 대조해야 하는 것은?</a:t>
            </a:r>
          </a:p>
          <a:p>
            <a:r>
              <a:t>· 생각할 거리: 보기마다 형식 검사 · 인용 대조 · 적재 때 재확인 · 사람 검토 중 누가 맡나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같은 문서는 같은 식별자로 새 판본, 그 절의 규칙을 원문과 대조 · 검토 · 적재해야 출처와 이력이 이어진다. 오답 1 새 문서 → 같은 문서가 둘로, 3 숫자만 수정 → 근거 문장 · 판본과 끊김, 4 지난 판단의 근거 삭제</a:t>
            </a:r>
          </a:p>
          <a:p>
            <a:r>
              <a:t>· Quiz 2 정답 4번: 측정값만 매초 바뀌어 판단 순간 원천에서 읽는다. 1번은 숫자가 있어도 매뉴얼의 기준(지식), 2 · 3번은 절차 · 관계</a:t>
            </a:r>
          </a:p>
          <a:p>
            <a:r>
              <a:t>· Quiz 3 정답 3번: 1 형식 검사, 2 인용 대조, 4 적재 때 재확인이 맡는다. 부정 조건 누락은 이 검사들을 모두 통과 → 사람이 원문 대조</a:t>
            </a:r>
          </a:p>
          <a:p>
            <a:r>
              <a:t>· 맺음: 문장 추출에서 시작해 질문에 근거까지 답하고, 부족하면 원인을 찾아 고치고, 개정되면 같은 질문으로 재검증하는 데까지가 지식 관리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0.png"/><Relationship Id="rId5" Type="http://schemas.openxmlformats.org/officeDocument/2006/relationships/image" Target="../media/image37.png"/><Relationship Id="rId6" Type="http://schemas.openxmlformats.org/officeDocument/2006/relationships/image" Target="../media/image12.png"/><Relationship Id="rId7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0.png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3.png"/><Relationship Id="rId4" Type="http://schemas.openxmlformats.org/officeDocument/2006/relationships/image" Target="../media/image44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Relationship Id="rId5" Type="http://schemas.openxmlformats.org/officeDocument/2006/relationships/image" Target="../media/image44.png"/><Relationship Id="rId6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39.png"/><Relationship Id="rId6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Relationship Id="rId5" Type="http://schemas.openxmlformats.org/officeDocument/2006/relationships/image" Target="../media/image27.png"/><Relationship Id="rId6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3.png"/><Relationship Id="rId4" Type="http://schemas.openxmlformats.org/officeDocument/2006/relationships/image" Target="../media/image57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5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9.png"/><Relationship Id="rId4" Type="http://schemas.openxmlformats.org/officeDocument/2006/relationships/image" Target="../media/image42.png"/><Relationship Id="rId5" Type="http://schemas.openxmlformats.org/officeDocument/2006/relationships/image" Target="../media/image60.png"/><Relationship Id="rId6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4회차 · 현장 자료를 검증해 신뢰할 수 있는 판단 근거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문서에서 검증된 지식으로: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인제스천과 출처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매뉴얼의 문장을 추출 · 대조 · 검토해 출처가 붙은 지식으로 등록하고, 지식과 값이 판단에 쓰이는 자리를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zoom-check" descr="zoom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검토된 지식으로 등록하는 과정을 익히고, 그 지식이 판단에 쓰이는 자리까지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인제스천의 과정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자료가 지식이 되는 일곱 단계를 설명한다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· 매핑에서 언어 모델(LLM)과 코드가 맡는 일을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출처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추출의 네 가지 오류를 원문 대조로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 · 판본 · 적재 기록으로 지식을 되짚는다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신뢰의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값의 구분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둘 것과 원천에서 읽을 것을 가른다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자리와 값의 출처를 설명한다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데이터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반영과 종합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검토해 그래프에 반영한다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 · 규칙 · 문서 지식이 판단에 쓰인 자리를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실습과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 입력과 결과물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 원인 · 조치 · 조건 · 출처가 매뉴얼에서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쓰인 원인 · 조치 · 조건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쓰인 원인 · 조치 · 조건과 출처는 모두 매뉴얼 HM-8 한 편에서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HM-8.4 원인과 확인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운전(SOP-COOL-11)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즉시 완화 조치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원격 자동일 때만 원격 조치를 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· HM-8.8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지식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HM-8.4의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인제스천과 원천 자료의 두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자료를 온톨로지에 맞는 지식으로 바꾸어 들여오는 과정을 인제스천이라고 하며, 자료의 형태에 따라 길이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바깥의 자료를 받아들여 시스템이 쓸 수 있는 형태로 바꾸어 넣는 과정이다.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원천 자료의 내용을 스키마에 맞는 노드와 관계로 옮겨 지식 그래프에 등록하는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자료이다.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문서: 쿨러 팬 정비 매뉴얼 HM-8, 정기 점검표 PM-02, 예비품 기준 PR-07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DB: 생산 오더 · 정비 · 재고를 담은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업무 DB의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형태에 따른 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문서는 원문 보관 · 추출 · 검토 · 적재를 거쳐 원인 · 절차 · 규칙이 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DB는 행의 값을 옮기지 않고, 판단에 쓸 값이 놓인 자리를 등록한다.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옮기는 일을 정해진 과정으로 두는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손으로 옮기면 양에 밀리고 조건을 빠뜨리며, 문서가 개정될 때마다 같은 일을 처음부터 되풀이한다.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s" descr="fil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 한 편에 절 8개 · 절차 7개 · 단계 25개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점검표 · 구매 기준까지 옮겨야 판단이 쓸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「REMOTE_AUTO가 아닐 때 쓰지 않는다」 한 줄이 빠져도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결과만 보아서는 알아차리기 어렵다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하나가 바뀌면 그 문장에서 나온 지식을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인제스천_전체.svg" descr="illust_6219989855498527378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뒤의 모든 대조가 기준으로 삼을 원문을 고정하고, 절 · 절차 · 단계를 가려 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원문은 바꾸지 못하게 보관하고 문서마다 식별자를 붙여야, 뒤의 대조와 검토가 언제나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원문은 바꾸지 못하게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글을 뽑지 못한 부분은 숨기지 않고 표시한다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표시된 부분은 사람이 원본에서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대조의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팬 최대 운전.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 · 번호처럼 모양이 정해진 뼈대를 먼저 가린다. 번호 없는 문장의 조건과 결론은 뜻을 읽어야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뜻을 읽어 지식 후보를 정해진 형식으로 내고, 이미 등록된 대상에 잇는다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학습해, 앞의 말에 이어질 말을 만드는 방식으로 문장을 이해하고 생성하는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문서에 숨은 지시가 모델을 움직이는 프롬프트 인젝션(Prompt Injection)을 막는다. 지시만으로는 보장되지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항목과 자료형을 미리 정한 출력 형식대로 받는 답이다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모양대로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 읽기: 원인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 하나에 섞여 있던 이름 · 값 · 연결 · 근거가 항목으로 나뉘어야 그대로 노드와 속성과 관계가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"id":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"aliases": 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"prior": 0.6,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"parts": ["part:cooler-core"],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"section": "HM-8.4"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형식이다. 중괄호 안이 원인 한 건이다.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· name · aliases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식별자, 사람이 읽는 이름, 별칭이다. 접두사 cause가 클래스를 드러낸다.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 · section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원문의 「사전 확률 0.6」은 이 원인이 얼마나 흔한지를 적은 값이며 prior로 옮겨졌다. 내용이 나온 절의 번호가 section에 붙었다.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 · parts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원인이 이어질 고장 유형과 부품을 식별자로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매핑의 예: 한 문장에서 나온 새 후보와 기존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HM-8.4의 한 문장에서 고장 유형 하나가 새 후보로 만들어지고, 증상 둘과 구성 요소는 등록된 대상을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한문장.svg" descr="illust_6508114430952323329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95692" y="1934916"/>
            <a:ext cx="916397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상실은 오일 쿨러에서 생기는 고장이며 유온 상승과 냉각 효율 저하로 나타난다.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7493" y="4889571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7524" y="5693237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9454" y="5078669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 · 새 후보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040" y="4889571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 · 등록된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3707709"/>
            <a:ext cx="130913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8629" y="3778620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 대상이 목록에 없으면 비슷한 것을 지어내지 말고 까닭을 경고로 남기게 지시하고, 사람이 그 경고부터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것은 지어내지 않고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경고로 남긴다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않는다.」(HM-8.5 · HM-8.8)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처리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부하 설정값을 가리킬 입력 데이터가 목록에 없어 규칙을 만들지 않고 경고로 남겼다. HM-8 추출의 경고 18건 가운데 하나다.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기록된 오류: 조건을 값에 미리 적용한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조건은 값을 고를 때 미리 적용하지 말고 규칙으로 따로 남겨야, 사람이 그 조건을 확인할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인용.svg" descr="illust_5995100980617166845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매뉴얼 HM-8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한 번에 넣고, 판본과 적재 기록으로 출처와 변경을 되짚는다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검사나 쓰기가 실패하면 모두 취소한다(원자성).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인제스천_6.svg" descr="illust_8864603125282990221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적재묶음_사슬.svg" descr="illust_7918079784736542447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소유 관계: 문서가 만든 지식의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어느 문서에서 왔는지 남겨 두어야, 개정과 되돌리기가 다른 출처의 지식을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표시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지식마다 어느 문서가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만들었는지 남긴다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· 되돌리기는 그 문서의 지식만 다룬다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추적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lock" descr="shield-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충돌은 멈춘다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출처가 다른 지식과 부딪치면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조용히 덮어쓰지 않고 멈춘다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남길지는 사람이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충돌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이력 보존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지난 판단의 근거가 된 지식은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때도 말없이 없애지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고친 내용을 되돌리기로 덮지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판단의 근거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13546"/>
            <a:ext cx="3442106" cy="355561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39642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5004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01098"/>
            <a:ext cx="3295802" cy="249491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넣기 전에 원문에서 기대 답을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셋, REMOTE_AUTO일 때만,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연속 운전 24시간 이내, 근거 HM-8.5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13546"/>
            <a:ext cx="3442106" cy="355561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39642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search" descr="lis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5004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01098"/>
            <a:ext cx="3295802" cy="249491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출처까지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답과 나란히 견준다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13546"/>
            <a:ext cx="3442106" cy="355561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39642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5004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01098"/>
            <a:ext cx="3295802" cy="249491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관계가 없다 → 스키마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내용이 없다 → 추출 · 매핑 ·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내용을 놓쳤다 → 조회 경로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고친 뒤 같은 질문을 다시 묻는다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검색해 참고하는 방식과 구조화된 지식으로 등록하는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검색해 참고하면 찾은 문장으로 답을 만들고, 구조화해 등록하면 관계 · 출처를 따라 조회하고 같은 판정을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증강 생성(RAG)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Retrieval-Augmented Generation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맞는 문서 조각을 찾아 모델에 주고 답을 생성한다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그래프에서 조회한 내용도 자료로 줄 수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문장을 못 찾거나 조건을 잘못 읽으면 답이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검색해 참고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구조화해 등록한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검토해 등록한 지식을 관계로 따라 조회한다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지식마다 인용 · 판본이 붙어 원문으로 되짚는다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조건은 규칙으로 등록해 같은 입력에 같은 판정을 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원문이 개정되면 검토 · 갱신 · 재검증한다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구조화해 등록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절차 · 규칙은 그래프에 두고, 변하는 값은 판단하는 순간 원천에서 읽는다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잘 바뀌지 않는 것과 계속 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기준은 지식으로 관리하고 계속 변하는 값은 원천에서 그때 읽어야, 복사해 둔 값이 낡아 판단을 그르치지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02895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8257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원인, 절차, 규칙,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개정 · 지식 검토를 거쳐 바뀐다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등록한다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697728"/>
            <a:ext cx="11277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97728"/>
            <a:ext cx="1127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안정적이다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02895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18257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재고, 운전시간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매초, 또는 업무가 일어날 때마다 바뀐다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복사하면 원천 변경 뒤 갱신하지 않으면 지난 값이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 사건의 유온은 경보 뒤 2분이 안 되어 61.8 ℃까지 올랐다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 두고 판단하는 순간에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6977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6977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변한다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대상별로 본 지식과 값의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대상에도 지식과 값이 짝으로 있으며, 기준은 지식 그래프에 있고 그 기준에 댈 값은 원천에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그래프에 두는 지식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시점에 읽는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유온의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유온 TS1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최근 30초의 효율 평균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운전이 24시간을 넘으면 감점한다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운전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납기와 재고가 판단의 입력이라는 정의와 그 자리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납기 시간, 재고 수량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적힌 읽는 방법과 판단 시점의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지식에는 값 대신 읽는 방법을 적어 두고, 판단하는 순간 그 방법으로 만든 조회문이 원천의 지금 값을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{"tag": "CE",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"aggregate": "avg", "window_seconds": 30,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"expect": "lt", "threshold": 70}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avg(value) FROM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WHERE asset = 'HYD-01' AND name = 'CE'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AND time &gt; now() - interval '30 seconds'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46.2 &lt; 70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성립한다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aggregate · window_seconds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읽을 값은 냉각 효율 CE이고 최근 30초의 평균을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expect · threshold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70보다 작은지를 본다. 여기에 지금의 값은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Language. 데이터베이스에 조회를 요청하는 언어이다. 추출은 위의 칸만 내고, 조회문은 프로그램이 정해진 틀로 만든다.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읽은 냉각 효율 평균은 46.2 %였다.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등록: 값이 아니라 값의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DB의 값은 지식으로 옮기지 않고, 그 값이 어느 표의 어느 열에 있는지를 입력 데이터로 등록해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입력데이터_자리.svg" descr="illust_9202385977616995538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1745818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자리(표 · 열)의 등록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656" y="5622325"/>
            <a:ext cx="414560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계수기 표 · 운전시간 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2194925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1,950시간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8584" y="3329513"/>
            <a:ext cx="98185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512" y="4960482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9556" y="3494973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SOURCED_FROM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출처로 삼는다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1424" y="4865933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관리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5031394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인용으로 원문 구간까지, 값은 출처 기록으로 원천의 표와 읽은 시각까지 되짚을 수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quote" descr="quo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식별자와 판본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 · 문자 위치 · 인용문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검토자와 적재 시각(적재 기록)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팬 최대 운전 2단계 ← HM-8.5의 인용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인용과 적재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· 표 · 열 · 조건 · 관측 시각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유온 59.9 ℃ ← 시계열 DB의 유온 센서 최신값, 0초 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납기까지 5.98시간 ← MES 생산 오더의 납기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원문과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지식의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원문과 등록된 지식의 조건 · 출처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매뉴얼의 원문과 포털에 등록된 추출 · 검토 결과를 나란히 놓고, 지식의 조건과 출처를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1379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목표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조건과 출처가 원문과 맞는지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93931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93931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1379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단위 · 금지 조건 · 대상 설비를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후보와 뺄 후보를 검토 기록에 표시한다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1379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채택된 항목의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조치 · 출처 연결을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6018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1379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곳 · 뺄 곳과 근거 인용을 적은 검토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제한 질문에 근거 절까지 답한다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 적재는 마지막 교대 실습에서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9393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9393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문서에서 근거 있는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추출하는 기능 만들기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지식 후보를 뽑는 추출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지식 후보를 뽑아 문서 식별자 · 절 · 인용과 함께 돌려주는 기능을 만들고, 원문과 대조해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실습용 매뉴얼 · 작업 절차 자료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조건 · 단위 · 금지 사항이 놓인 곳을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원문에서 지식 후보를 뽑는다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문서 식별자 · 절 · 인용을 함께 돌려준다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없는 것은 경고로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eye-check" descr="ey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채택 · 수정 · 제외 · 보류를 남긴다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문서로 누락 · 근거 없는 생성을 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추출 결과는 비교 · 대안용이다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기능과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후보의 인용이 원문에 실제로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조건과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검토한 문서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DB에 반영하기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지식의 적재 · 조회와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후보를 기존 식별자에 잇는 적재 · 조회 기능을 만들고, 질문부터 조회 결과까지 구축 결과로 묶는다.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list" descr="check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검토 기록과 실습용 설비 모델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후보만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적재와 조회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후보를 기존 식별자에 잇는다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정한 질문으로 근거까지 조회한다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보류 후보가 빠졌는가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중복되지 않는가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문서도 같은 방법으로 더해지는가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 결과까지 묶은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질문과 현재값이 필요한 질문을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결과물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 · 지식 구조 · 조치와 판단 · 문서의 지식이 하나의 지식 그래프로 쌓인 순서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하나의 지식 그래프가 자라는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그림에서 출발한 지식이 스키마와 인스턴스, 조치와 판단 규칙, 출처를 가진 문서 지식으로 자랐다.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네일차_흐름.svg" descr="illust_786932321697619289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관계로 적는가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283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설계 · 구현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3101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판단 조건 연결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08638" y="1651269"/>
            <a:ext cx="272737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 · 검토 · 조회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014" y="5456864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3101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절차와 판단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828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검토된 지식과 출처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9641" y="4369551"/>
            <a:ext cx="120004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지식을 쓰는 쪽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필요성의 결과물: 흩어진 정보에서 관계 그림으로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곳에 흩어진 정보를 노드와 이름 붙은 관계로 꺼내 적었고, 무엇을 그려도 되는지의 정의와 식별자가 과제로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관계.svg" descr="illust_2401742359294203842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085904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221856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0497" y="4085904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36231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88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5887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306" y="4322277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195" y="5220492"/>
            <a:ext cx="392741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건과 네 곳의 정보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DB의 센서 값, PLC의 운전 상태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HM-8의 원인과 조치, MES의 생산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5031" y="522049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과제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그려도 되는 것의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대상을 하나로 가리키는 식별자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결과물: 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출발한 스키마가 이어질 수 있는 것을 정하고, 그 정의대로 넣은 인스턴스 데이터가 질문에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pic>
        <p:nvPicPr>
          <p:cNvPr id="6" name="삽화:두층_3.svg" descr="illust_4246439634312412727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04853" y="1651269"/>
            <a:ext cx="676388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쿨러를 재는 센서와 그 한계값은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2573121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① 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이어질 수 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664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400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0452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77813" y="2762219"/>
            <a:ext cx="1309139" cy="71678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2129" y="221856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584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5945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47" y="4605924"/>
            <a:ext cx="2072804" cy="88722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 ② 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이어져 있는가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261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asset:hyd-01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7622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407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143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sv:ts1 · 한계 65 ℃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조치 방법과 판단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단계는 작업 단계로, 전제 조건은 판단 규칙으로 옮겨지고, 검사할 값의 자리가 없는 금지는 경고로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85415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「2. 팬 속도를 100 %로 올린다.」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09160" y="2212848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737360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어떻게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157984"/>
            <a:ext cx="5852160" cy="3017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방법의 작업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8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2670048"/>
            <a:ext cx="114300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0696" y="2724912"/>
            <a:ext cx="106984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00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36976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709160" y="3712464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236976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하면 안 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694176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규칙이 되지 못하고 경고로 남음(검사할 입력 데이터가 없음)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736592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84648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709160" y="5212079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언제 할 수 있는가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193792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규칙: plc_mode != REMOTE_AUTO → 제외(근거 절 HM-8.8)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후보를 견주는 성과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후보끼리는 조치가 설비의 값을 거쳐 성과 지표에 닿는 길로, 이로운 것과 불리한 것을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pic>
        <p:nvPicPr>
          <p:cNvPr id="6" name="삽화:성과경로_5.svg" descr="illust_7433028274624937446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455" y="1958553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 효율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455" y="3684071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455" y="5244129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고객 관점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결과물: 출처와 확인이 붙은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원문에서, 내용과 함께 출처와 확인이 붙어 판단의 근거로 내놓을 수 있는 지식을 만들었다.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364674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38361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9" name="Oval 8"/>
          <p:cNvSpPr/>
          <p:nvPr/>
        </p:nvSpPr>
        <p:spPr>
          <a:xfrm>
            <a:off x="1341081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128759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Chevron 11"/>
          <p:cNvSpPr/>
          <p:nvPr/>
        </p:nvSpPr>
        <p:spPr>
          <a:xfrm>
            <a:off x="5976975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1965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4" name="Oval 13"/>
          <p:cNvSpPr/>
          <p:nvPr/>
        </p:nvSpPr>
        <p:spPr>
          <a:xfrm>
            <a:off x="4114685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128759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3683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인용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0579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5569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9" name="Oval 18"/>
          <p:cNvSpPr/>
          <p:nvPr/>
        </p:nvSpPr>
        <p:spPr>
          <a:xfrm>
            <a:off x="6888289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128759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87287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9661893" y="2843466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128759"/>
            <a:ext cx="618134" cy="6181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0891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출처를 가진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내용: 원인, 증거, 조치 방법,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문서 식별자, 판본, 인용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검토자, 검토한 시각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문서를 더할 때 바꿀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문서도 같은 단계를 밟아 질문으로 검증하고, 스키마 · 값의 자리에 없는 것이 나올 때만 그 앞을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문서에서 나온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바꿀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스키마에 있는 대상 · 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추출 · 검토 · 적재를 그대로 밟는다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단계를 밟아야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출처와 확인이 똑같이 붙는다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스키마에 없는 종류의 대상 · 관계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스키마를 먼저 검토한다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추출에서 클래스를 지어내지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정의에 없는 노드는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조회와 판단이 따라가지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검사할 값의 자리가 없는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데이터를 먼저 등록한다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규칙으로 만들 수 없다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펌프 부하 60 % 하한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문서로 답할 질문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역량 질문을 더해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방법으로 검증한다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노드가 늘었다고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답할 수 있는 것은 아니다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결과물은 바뀌는 빠르기가 다른 세 층이며, 빠르기가 다른 것은 한곳에 섞어 두지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pic>
        <p:nvPicPr>
          <p:cNvPr id="6" name="삽화:세층.svg" descr="illust_6727394992977679908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958553"/>
            <a:ext cx="207280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때만 바뀐다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104" y="3424062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104" y="5125943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매초, 또는 업무가 일어날 때마다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2129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4951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6863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7635" y="179309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1357" y="179309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5749" y="4180453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6761" y="4180453"/>
            <a:ext cx="174551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5031" y="4180453"/>
            <a:ext cx="207280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749" y="5787786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5.98시간 ·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666" y="578778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746" y="5787786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0417" y="4605924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걸음마다 쓰인 결과물, 규칙과 근거 문서, 에이전트에게 주는 것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판단을 순서대로 놓으면 걸음마다 다른 단계의 결과물이 쓰였고, 그 자리에서 지어낸 것은 없었다.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경보와 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관계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 원인과 증거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ertificate" descr="file-certificat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743720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원인 후보까지: 스키마의 관계와 문서의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고장 유형까지는 스키마가 정의한 관계를 따라갔고, 원인 후보와 증거 기준은 매뉴얼에서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pic>
        <p:nvPicPr>
          <p:cNvPr id="6" name="삽화:경로_3.svg" descr="illust_6390483233485426154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9285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5709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8473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1140" y="4038630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107" y="4038630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1277" y="1958553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7768" y="2081467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평균 70 %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7768" y="322078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7768" y="43553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캐비닛 온도 평균 35 ℃ 이상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6783" y="5125943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9356" y="4653198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6730" y="5220492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195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정의한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461" y="5598688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HM-8.4에서 온 지식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읽은 값의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지식에 있고 값은 원천에 있어서, 판단하는 순간 읽은 값을 기준에 대어 등록된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pic>
        <p:nvPicPr>
          <p:cNvPr id="6" name="삽화:원인후보.svg" descr="illust_739459780911778265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47477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알려 주는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7579" y="1627632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8484" y="316405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0.575 mm/s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463901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캐비닛 온도 28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4077" y="2076739"/>
            <a:ext cx="4036513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냉각 효율 평균 70 % 미만,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4077" y="3627342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팬 진동 평균 0.9 mm/s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4077" y="5102306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캐비닛 온도 평균 35 ℃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0295" y="583506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값의 원천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판단: 판단 규칙과 성과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가능 여부는 판단 규칙이, 통과한 후보의 순서는 성과 기준이 정해 쿨러 사건에서는 팬 최대 운전이 추천되었다.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제외된 후보는 없었다.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세척에는 경고가 붙었다.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통과한 후보의 순서를 정했다.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낮추는 두 후보는 공동 2순위였다.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49.8 ℃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나머지 세 후보는 대안으로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추천과 함께 제시되었다.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제시: 추천안에 붙은 길 · 규칙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추천안에는 따라온 길과 후보를 고른 규칙과 매뉴얼의 절이 함께 제시되어, 담당자가 근거를 보고 승인 · 거절한다.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(HM-8.5)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이른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스키마의 관계를 따라온 경로이다.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후보로 고른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조치를 후보로 올린 판단 규칙이다.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방법의 단계가 가리키는 매뉴얼의 절이다.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규칙과 근거 문서: 같은 내용의 두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규칙만 있으면 기준의 까닭을 설명할 수 없고 문장만 있으면 판정에 쓸 수 없으므로, 둘을 관계로 이어 함께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0277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5639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0277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문서의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HM-8.8 금지와 제한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「이미 24시간을 넘겼다면 팬 최대 운전 조치는 팬 수명 손실로 20만 원을 감점해서 비교한다.」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HM-8의 판본에 속한 절이다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2390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2390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그런 기준인가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0277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5639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0277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조건: fan100_hours &gt; 24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판정: 감점 20만 원 · 대상: 팬 최대 운전이 든 두 조치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DERIVED_FROM으로 HM-8.8을 가리킨다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적재에서 그 절의 인용과 함께 들어왔다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23903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23903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어떻게 판정하는가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개정될 때 규칙을 찾아 고치는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기준이 개정된다면, 그 절에서 나온 규칙을 관계로 찾아 새 판본의 검토와 적재로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개정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절의 기준값이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올린다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영향받는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절을 가리키는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규칙을 찾는다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·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기록을 남긴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다시 검증한다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규칙이 에이전트에게 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관계 · 규칙의 판정 · 원천의 값은 에이전트가 만든 설명을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원인 후보와 조치까지 따라갈 길을 준다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추천에 붙일 출처 절을 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길과 댈 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그때마다 해석하지 않고 값을 읽어 비교하므로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같은 판정이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규칙과 근거가 결과에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지킬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 적힌 자리에서 원천의 값을 읽고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어디서 언제 읽었는지가 남는다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쓸 수 없는 값은 미확인 처리와 사유를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곳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정한 것과 에이전트에게 맡기는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사실이고 무엇이 기준인지는 사람이 검토한 지식에 두고, 에이전트에게는 조회하고 종합하는 일을 맡긴다.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검토하고 결정하는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스키마의 정의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문서에서 온 지식과 규칙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있는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승인 · 거절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사실과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에이전트에게 맡기는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맞는 지식을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읽어 기준에 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종합해 추천안을 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조회와 종합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온톨로지가 답하는 질문과 그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그래프는 관계 · 조건 · 출처에 답하고, 지식의 옳음 · 지금의 값 · 판정 · 실행 결정은 다른 자리가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답을 얻는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오염은 어떤 고장을 일으키는가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조회한다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·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제한과 근거 절은 무엇인가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절 · 판본을 조회한다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옳음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관계와 기준이 원문과 맞는가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검토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넣었다고 옳아지거나 스스로 추론하지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냉각 효율의 최근 30초 평균은 얼마인가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업무 DB에서 읽는다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팬 최대 운전을 후보로 둘 수 있는가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조건에 지금의 값을 대어 계산한다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추천안대로 조치를 실행할 것인가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근거를 보고 승인 · 거절한다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 근거가 어긋났을 때 되짚을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스키마 · 문서 지식 · 값 · 판본 가운데 먼저 살펴볼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erarchy" descr="hierarch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579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관계가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후보로 이을 관계 유형이 정의에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클래스와 관계 유형의 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19423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quote" descr="quo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57907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55415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 기준이 매뉴얼의 숫자와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지식의 인용 · 원문 구간과 검토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database-search" descr="databas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57907"/>
            <a:ext cx="424281" cy="4242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97599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쓰인 냉각 효율이 실제와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값의 출처 기록 · 원천 · 표 · 관측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03791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579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9783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개정됐다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감점 기준이 개정되었다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새 판본과 그 절을 가리키는 규칙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인제스천과 출처를 다루며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바꾸어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문서와 업무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읽는 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JavaScript Object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쪽 · 위치 ·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바탕으로 모델이 답을 생성하는 방식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조회를 요청하는 언어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문서가 개정되었을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HM-8.8의 「24시간」 감점 기준을 다른 값으로 바꾼 개정판이 나와, 지식 그래프에 반영하려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바른 처리로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문서로 올려 새 문서 식별자를 받고, 옛 지식은 그대로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 새 판본을 올리고, 바뀐 절에서 나온 규칙을 원문과 대조해 검토한 뒤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원문은 그대로 두고, 그래프의 감점 규칙에서 「24」만 새 값으로 손으로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옛 기준으로 내린 판단이 섞이지 않게, 이 규칙으로 판단한 지난 기록부터 지우고 다시 적재한다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지식과 값의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상실의 판단에 쓰이는 네 가지를 지식 그래프에 둘 것과 원천에서 읽을 것으로 나누려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등록하지 않고 판단하는 순간 원천에서 읽어야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미만이라는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 적힌 팬 최대 운전의 세 수행 단계와 그 순서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 쿨러 냉각 성능 상실을 일으킨다는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설비에서 지금 측정되는 최근 30초 냉각 효율의 평균값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확인을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추출이 끝났고, 모든 후보에 인용이 붙어 있으며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검사로는 보장되지 않아 사람이 원문과 대조해 확인해야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항목이 JSON에 모두 들어 있는가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보관한 원문의 그 쪽에 실제로 있는가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 같은 부정 조건이 빠지지 않았는가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구성 요소가 지식 그래프에 실제로 있는가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개정의 처리, 지식과 값의 자리, 프로그램과 사람의 확인 범위를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문서는 같은 식별자로 새 판본을 올린다. 그 절에서 나온 규칙을 찾아 원문과 대조해 검토하고 적재해야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· 절차 · 관계는 지식이고, 그 순간의 측정값은 값이다. 값은 판단하는 순간 원천에서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· 인용의 존재 · 대상의 존재는 프로그램이 검사한다. 조건이 빠졌는지는 사람이 원문과 대조해야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