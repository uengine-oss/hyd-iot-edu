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오른쪽 출처 카드의 절 번호</a:t>
            </a:r>
          </a:p>
          <a:p>
            <a:r>
              <a:t>· 원인: 쿨러 핀 오염 — 근거 매뉴얼의 원인과 확인 증거 절</a:t>
            </a:r>
          </a:p>
          <a:p>
            <a:r>
              <a:t>· 추천 조치: 팬 최대 운전 — 근거 매뉴얼의 즉시 완화 조치 절</a:t>
            </a:r>
          </a:p>
          <a:p>
            <a:r>
              <a:t>· 조치 조건: 조치를 고를 때 쓴 조건 「원격 자동일 때만 원격 조치」 — 매뉴얼의 즉시 완화 조치 절에 적히고 금지와 제한 절에 다시 적힌 조건 — 판단 규칙(제외 규칙)으로 쓴다</a:t>
            </a:r>
          </a:p>
          <a:p>
            <a:r>
              <a:t>· 출처: 추천안에 붙은 절 번호 — 매뉴얼의 즉시 완화 조치 절을 가리킨다</a:t>
            </a:r>
          </a:p>
          <a:p>
            <a:r>
              <a:t>· 넷 모두 쿨러 팬 정비 매뉴얼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문서(쿨러 팬 정비 매뉴얼, 정기 점검표,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매뉴얼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문장의 뜻을 읽어야 하는 칸 — LLM이 후보를 만드는 자리</a:t>
            </a:r>
          </a:p>
          <a:p>
            <a:r>
              <a:t>· 나머지(보관 · 구조 분석 · 인용 대조 · 검토 · 적재)는 정해진 규칙과 사람의 확인으로 할 수 있는 일.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뜻을 읽기 전에 할 수 있는 일이다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원문을 바꾸지 못하게 보관한다. 뒤의 모든 대조가 이 원문을 기준으로 삼기 때문</a:t>
            </a:r>
          </a:p>
          <a:p>
            <a:r>
              <a:t>· 글을 뽑지 못한 부분(그림만 있는 쪽, 스캔한 쪽)은 숨기지 않고 표시한다. 그 부분엔 근거로 댈 글이 없으니 사람이 원본에서 직접 확인해야 한다. 문서 전체에 글이 없다면 글자 인식(OCR)부터 해야 대조할 수 있다</a:t>
            </a:r>
          </a:p>
          <a:p>
            <a:r>
              <a:t>· 글이 뽑혀도 OCR · 표 · 두 열 문장에서 제목 · 단위 · 조건이 어긋날 수 있다 → 추출된 글의 순서 · 단위도 원본과 대조. 빈 쪽 표시만으로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즉시 완화 조치 — 절 번호가 뒤에 출처로 쓰인다</a:t>
            </a:r>
          </a:p>
          <a:p>
            <a:r>
              <a:t>· 절차: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분석: 제목 · 번호처럼 모양이 정해진 뼈대를 먼저 가린다. 번호 없는 문장의 조건과 결론은 뜻을 읽어야 해 모양만으로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모델. 학습한 글의 패턴으로 앞의 말에 이어질 말을 만들어 가는 방식 → 원문에 없는 말도 그럴듯하게 이어 만들 수 있다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항목과 자료형을 미리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내용이 나온 절의 번호(원인과 확인 증거 절)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문장(원칙) → 아래 칸 셋(원문 → 막히는 곳 → 사람의 몫)</a:t>
            </a:r>
          </a:p>
          <a:p>
            <a:r>
              <a:t>· 원칙: 지시문이 「목록에 없으면 지어내지 말고 경고로」를 요구한다. 지시만으로 보장되지는 않으니 사람이 경고와 원문을 본다</a:t>
            </a:r>
          </a:p>
          <a:p>
            <a:r>
              <a:t>· 원문: 「펌프 부하는 60 % 아래로 내리지 않는다」(즉시 완화 조치 절 · 금지와 제한 절)</a:t>
            </a:r>
          </a:p>
          <a:p>
            <a:r>
              <a:t>· 막히는 곳: 이 금지를 검사하려면 펌프 부하 설정값이 있어야 하는데 가리킬 입력 데이터가 목록에 없다 → 규칙 대신 경고로 넘긴다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조건을 값에 미리 적용한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조건을 값에 미리 적용한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예비품 기준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교훈: 조건은 값 고르기에 미리 적용하지 않고 규칙으로 따로 남긴다 → 조건이 눈에 보여 사람이 확인할 수 있다. 그래서 추출 지시문에도 「조건으로 값을 바꾸지 말 것, 그 조건은 제외 규칙으로」를 적어 둔다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그대로. 문단 번호 대신 쪽 안의 문자 위치로 더 좁게 가리킨다</a:t>
            </a:r>
          </a:p>
          <a:p>
            <a:r>
              <a:t>· 글자 위치는 모델에 맡기지 않는 편이 좋다 — 모델은 쪽과 인용문만 내고, 위치는 프로그램이 보관 원문에서 찾아 채우게 한다(모델이 쓴 위치는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추출은 제안일 뿐 — 추출만으로 지식 그래프는 조금도 바뀌지 않는다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검토자는 후보마다 채택 · 수정 · 제외를 정하고, 그 결과 전체에 이름을 밝혀 검토 완료를 표시한다. 넣기 직전에는 인용 위치와 가리킨 대상이 정말 있는지 다시 확인한다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원자성(Atomicity):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출처 표시(출처 추적): 지식마다 만든 문서를 남긴다. 개정 · 되돌리기는 그 문서가 만든 것만</a:t>
            </a:r>
          </a:p>
          <a:p>
            <a:r>
              <a:t>· 충돌은 멈춘다(충돌 감지): 출처가 다른 지식과 부딪치면 조용히 덮어쓰지 않고 멈춰 사람이 판단. 일부만 넣지 않고 그 적재 전체를 멈춘 뒤 알린다</a:t>
            </a:r>
          </a:p>
          <a:p>
            <a:r>
              <a:t>· 판단 이력 보존: 지난 판단의 근거가 된 지식은 말없이 없애지 않는다. 지난 판단 기록이 걸린 지식이 새 판에서 빠지거나 사람이 고친 지식을 되돌리기가 덮게 되면, 멈추고 사람에게 넘긴다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즉시 완화 조치 절 -PART_OF→ 쿨러 팬 매뉴얼(문서, 판본 식별자)</a:t>
            </a:r>
          </a:p>
          <a:p>
            <a:r>
              <a:t>· 후보 선택 규칙 -DERIVED_FROM→ 즉시 완화 조치 절: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 → 셋째 칸의 화살표 세 줄</a:t>
            </a:r>
          </a:p>
          <a:p>
            <a:r>
              <a:t>· 역량 질문 예: 「팬 최대 운전의 절차와 제한은? 근거는?」 넣기 전에 원문에서 기대 답을 정한다 — 단계 셋, 수행 조건 원격 자동, 연속 운전 24시간 이내, 근거 절 즉시 완화 조치 절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조회 경로 → 고친 뒤 같은 질문으로 재검증</a:t>
            </a:r>
          </a:p>
          <a:p>
            <a:r>
              <a:t>· 질문을 문서마다 자동으로 확인해 주는 도구를 둘 수 있다: 답 · 일부 · 미답을 근거와 함께 보고. 정답 보증은 아니다 — 기대 답과 원문으로 대조</a:t>
            </a:r>
          </a:p>
          <a:p>
            <a:r>
              <a:t>· 역량 질문은 설계 · 검증의 기준, 확인 도구는 그 확인을 돕는 수단. 그래프 반영 실습의 성공 기준</a:t>
            </a:r>
          </a:p>
          <a:p>
            <a:r>
              <a:t>[다음] 답을 얻는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구조화해 등록한 지식(넷째 줄까지)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RAG(Retrieval-Augmented Generation) = 검색 증강 생성: 질문에 맞는 자료(문서 조각, 그래프 조회도 가능)를 찾아 모델에 주어 답을 생성. 문장을 못 찾거나 조건을 잘못 읽으면 답이 달라진다</a:t>
            </a:r>
          </a:p>
          <a:p>
            <a:r>
              <a:t>· 구조화해 등록: 검토한 지식을 관계로 조회하고, 인용 · 판본으로 원문까지 되짚는다. 조건은 제외 규칙으로 등록돼, 지금의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지금의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그래프에 복사하지 않는다</a:t>
            </a:r>
          </a:p>
          <a:p>
            <a:r>
              <a:t>· 복사하면 원천이 바뀐 뒤 갱신 전까지 지난 값이 남는다(낡은 값)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한계(이 설비에서는 65 ℃) ↔ 지금의 유온(시계열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모델에게 쓰게 하지 않는다 — 추출은 칸만 내고 정해진 틀에 채워야 같은 항목에 같은 조회가 나간다.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즉시 완화 조치 절의 인용</a:t>
            </a:r>
          </a:p>
          <a:p>
            <a:r>
              <a:t>· 값의 출처 = 판단할 때 남는 기록: 원천 · 표 · 열 · 조건 · 관측 시각. 예: 유온 59.9 ℃(판단할 때 읽은 값 — 경보 때 55.71 ℃에서 오르던 중)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실습용 설비 모델(설비 모델에 조치 · 규칙 구조를 더한 것).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굵은 줄(한 일)과 그 아래 주제 → 칸 아래 결과물 → 하늘색 부분 → 오른쪽 끝 에이전트</a:t>
            </a:r>
          </a:p>
          <a:p>
            <a:r>
              <a:t>· 칸 위 굵은 줄(질문 · 설계 · 구현 → 절차 · 판단 조건 연결 → 인제스천 · 검토 · 조회)을 이어 읽으면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쿨러 팬 매뉴얼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쿨러/쿨러)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부하를 60 % 미만으로 설정하지 않는다」(금지와 제한 절) → 검사할 값의 자리가 없으면 규칙으로 판정할 수 없으니 사람이 확인할 경고로 넘긴다(추출 때 본 그 경고): 무엇을 하면 안 되는가</a:t>
            </a:r>
          </a:p>
          <a:p>
            <a:r>
              <a:t>· 전제 조건 「원격 조치는 원격 자동일 때만 한다」(즉시 완화 조치 절) → 제외 규칙(운전 모드가 원격 자동이 아니면 제외). 같은 조건을 금지와 제한 절이 다시 적었고, 규칙은 그 절을 근거로 가리킨다: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직접 만든 판단 기능이 견준 득실을 그래프의 영향 관계로 본 모습(설비 → 지표의 영향 관계). 판단 기능이 계산한 손실은 그때의 값이라 그래프에 넣지 않는다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직접 만든 것: 추출 기능, 채택 · 수정 · 제외 · 보류 검토 기록, 적재 · 조회 코드, 질문부터 조회 결과까지 묶은 구축 결과</a:t>
            </a:r>
          </a:p>
          <a:p>
            <a:r>
              <a:t>· 같은 길로 정기 점검표, 예비품 기준, 개정판도 들어온다</a:t>
            </a:r>
          </a:p>
          <a:p>
            <a:r>
              <a:t>[다음] 새 문서를 더할 때 바꿀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칸(바꿀 곳) → 오른쪽 칸(까닭)</a:t>
            </a:r>
          </a:p>
          <a:p>
            <a:r>
              <a:t>· 스키마에 있는 대상 · 관계: 바꾸지 않는다. 추출 · 검토 · 적재를 그대로 — 그래야 어느 문서에서 온 지식이든 출처 · 확인이 똑같이 붙는다</a:t>
            </a:r>
          </a:p>
          <a:p>
            <a:r>
              <a:t>· 스키마에 없는 종류: 추출에서 지어내지 않고 질문과 스키마부터 검토. 정의에 없는 노드는 조회 · 판단이 따라가지 못한다</a:t>
            </a:r>
          </a:p>
          <a:p>
            <a:r>
              <a:t>· 값의 자리가 없는 조건: 입력 데이터를 먼저 등록. 펌프 부하 하한처럼 검사할 값의 자리가 없는 금지가 그 경우</a:t>
            </a:r>
          </a:p>
          <a:p>
            <a:r>
              <a:t>· 그 문서로 답할 질문: 역량 질문을 더해 같은 방법으로 검증. 노드 수가 아니라 질문의 답으로 확인</a:t>
            </a:r>
          </a:p>
          <a:p>
            <a:r>
              <a:t>· 고칠 곳은 문서가 아니라 그 앞 단계(질문 · 스키마 · 값의 자리)다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아니라, 빠르기가 달라서 나누는 설계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1회차에 본 경보 뒤의 판단(원인을 가리고 조치안을 견준 일)이 이 다섯 걸음: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기준(원인과 확인 증거 절,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제외된 후보 없음 — 원격 조치 셋은 그때 원격 자동이라 원격 자동 규칙을 통과, 쿨러 핀 세척은 원격 조치가 아니라 그 규칙의 대상이 아니다.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규칙의 검사, 순서는 성과 기준. 검사한 제외 규칙도 금지와 제한 절의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후보(즉시 완화 조치 절)</a:t>
            </a:r>
          </a:p>
          <a:p>
            <a:r>
              <a:t>· 출처: 적재가 조치 방법의 단계에 이어 둔 즉시 완화 조치 절</a:t>
            </a:r>
          </a:p>
          <a:p>
            <a:r>
              <a:t>· 후보를 검사한 제외 규칙은 금지와 제한 절, 후보로 올린 규칙과 단계는 같은 즉시 완화 조치 절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금지와 제한 절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연속 운전 24시간 초과 → 팬 최대 운전이 든 조치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금지와 제한 절, 절은 문서 판본에 속함. 같은 적재에서 인용과 함께 넣는다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즉시 완화 조치 절.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사유(제외 · 경고 · 보류 가운데 어느 처리를 했는지 결과에 남긴다)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검토하고 결정하는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지식의 옳음(등록된 관계 · 기준이 원문과 맞나) → 사람의 검토. 그래프 DB에 넣었다고 의미가 저절로 옳지 않다(설계 · 원문 대조한 만큼만 맞다). 그래프가 스스로 추론해 새 결론을 만들지도 않는다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금지와 제한 절의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삭제(판단 근거가 사라짐)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0.png"/><Relationship Id="rId5" Type="http://schemas.openxmlformats.org/officeDocument/2006/relationships/image" Target="../media/image37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44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44.png"/><Relationship Id="rId6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39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27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3.png"/><Relationship Id="rId4" Type="http://schemas.openxmlformats.org/officeDocument/2006/relationships/image" Target="../media/image5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5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9.png"/><Relationship Id="rId4" Type="http://schemas.openxmlformats.org/officeDocument/2006/relationships/image" Target="../media/image42.png"/><Relationship Id="rId5" Type="http://schemas.openxmlformats.org/officeDocument/2006/relationships/image" Target="../media/image60.png"/><Relationship Id="rId6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4회차 · 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뜻을 읽는 언어 모델(LLM)의 일과 정해진 규칙 · 사람의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원인 · 조치 · 조건 · 출처가 매뉴얼에서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쓰인 원인 · 조치 · 조건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쓰인 원인 · 조치 · 조건과 출처는 모두 매뉴얼 한 편의 문장에서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매뉴얼의 원인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매뉴얼의 즉시 완화 조치 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원격 자동일 때만 원격 조치를 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매뉴얼의 즉시 완화 조치 · 금지와 제한 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매뉴얼 · SOP 문서(쿨러 팬 정비 매뉴얼, 정기 점검표, 예비품 기준)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DB는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 한 편에도 절 8개 · 절차 7개 · 단계 25개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619963267288531590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원문은 바꾸지 못하게 보관하고 문서마다 식별자를 붙여야, 뒤의 대조와 검토가 언제나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원문은 바꾸지 못하게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글을 뽑지 못한 부분은 숨기지 않고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표시된 부분은 사람이 원본에서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대조의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맨 윗줄의 「즉시 완화 조치」.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가운데 제목 「팬 최대 운전」.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 · 번호처럼 모양이 정해진 뼈대를 먼저 가린다. 번호 없는 문장의 조건과 결론은 뜻을 읽어야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학습해, 앞의 말에 이어질 말을 만드는 방식으로 문장을 이해하고 생성하는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속 명령을 따르지 않게 한다. 프롬프트 인젝션(Prompt Injection)은 지시만으로 못 막아 검사 · 사람 검토가 함께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항목과 자료형을 미리 정한 출력 형식대로 받는 답이다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모양대로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값이고 prior 칸에 담긴다. 내용이 나온 절의 번호는 section 칸에 담긴다.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4652139639323997868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 대상이 목록에 없으면 비슷한 것을 지어내지 말고 까닭을 경고로 남기게 지시하고, 사람이 그 경고부터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것은 지어내지 않고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경고로 남긴다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막히는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금지를 검사하려면 펌프 부하 설정값이 필요한데, 그 값을 가리킬 입력 데이터가 목록에 없다. 그러면 규칙 대신 경고로 넘긴다.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값에 미리 적용한 추출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조건은 값을 고를 때 미리 적용하지 말고 규칙으로 따로 남겨야, 사람이 그 조건을 확인할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4618186951186281643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쿨러 팬 매뉴얼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검사나 쓰기가 실패하면 모두 취소한다(원자성).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6833990955749806871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6344617727577087363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어느 문서에서 왔는지 남겨 두어야, 개정과 되돌리기가 다른 출처의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어느 문서가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만들었는지 남긴다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그 문서의 지식만 다룬다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추적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충돌은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출처가 다른 지식과 부딪치면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조용히 덮어쓰지 않고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남길지는 사람이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판단의 근거가 된 지식은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때도 말없이 없애지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고친 내용을 되돌리기로 덮지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팬 매뉴얼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9751"/>
            <a:ext cx="3442106" cy="332320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1263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66625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17303"/>
            <a:ext cx="3295802" cy="2262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넣기 전에 원문에서 기대 답을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셋, 원격 자동일 때만,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연속 운전 24시간 이내, 근거 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29751"/>
            <a:ext cx="3442106" cy="332320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1263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search" descr="lis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66625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17303"/>
            <a:ext cx="3295802" cy="2262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답과 나란히 견준다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29751"/>
            <a:ext cx="3442106" cy="332320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1263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66625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17303"/>
            <a:ext cx="3295802" cy="2262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관계가 없다 →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내용이 없다 → 추출 · 매핑 ·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내용을 놓쳤다 → 조회 경로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참고하는 방식과 구조화된 지식으로 등록하는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검색해 참고하면 찾은 문장으로 답을 만들고, 구조화해 등록하면 관계 · 출처를 따라 조회하고 같은 판정을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증강 생성(RAG)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Retrieval-Augmented Generation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문서 조각을 찾아 모델에 주고 답을 생성한다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그래프에서 조회한 내용도 자료로 줄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문장을 못 찾거나 조건을 잘못 읽으면 답이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등록한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검토해 등록한 지식을 관계로 따라 조회한다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인용 · 판본이 붙어 원문으로 되짚는다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조건은 규칙으로 등록해 같은 입력에 같은 판정을 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원문이 개정되면 검토 · 갱신 · 재검증한다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지식으로 관리하고 계속 변하는 값은 원천에서 그때 읽어야, 복사해 둔 값이 낡아 판단을 그르치지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조회문은 정해진 틀로 만들어야 같은 항목에 같은 조회가 나간다.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 46.2 %는 기준 70보다 낮아 증거가 성립한다.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DB의 값은 지식으로 옮기지 않고, 그 값이 어느 표의 어느 열에 있는지를 입력 데이터로 등록해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5875364901726345835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즉시 완화 조치 절의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DB의 유온 센서 최신값, 0초 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실습용 설비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77982115280333941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설계 · 구현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판단 조건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8638" y="1651269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 · 검토 · 조회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96725540439872619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145295518776131194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단계는 작업 단계로, 전제 조건은 판단 규칙으로 옮겨지고, 검사할 값의 자리가 없는 금지는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검사할 값의 자리가 없으면 사람이 확인할 경고로 넘긴다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운전 모드가 원격 자동이 아니면 제외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611826137577178223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문장은 추출 · 검토 · 적재를 거쳐 출처와 확인이 붙어야 판단의 근거로 내놓을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문서를 더할 때 바꿀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문서도 같은 단계를 밟아 질문으로 검증하고, 스키마 · 값의 자리에 없는 것이 나올 때만 그 앞을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문서에서 나온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바꿀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있는 대상 · 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 · 검토 · 적재를 그대로 밟는다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단계를 밟아야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확인이 똑같이 붙는다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없는 종류의 대상 · 관계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스키마를 먼저 검토한다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추출에서 클래스를 지어내지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정의에 없는 노드는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조회와 판단이 따라가지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검사할 값의 자리가 없는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데이터를 먼저 등록한다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규칙으로 만들 수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펌프 부하 60 % 하한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문서로 답할 질문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역량 질문을 더해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방법으로 검증한다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노드가 늘었다고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답할 수 있는 것은 아니다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pic>
        <p:nvPicPr>
          <p:cNvPr id="6" name="삽화:세층.svg" descr="illust_8131088243080929206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걸음마다 미리 쌓아 둔 다른 단계의 결과물이 쓰이므로, 판단하는 순간 새로 가져오는 것은 값뿐이다.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경로_3.svg" descr="illust_1087102113266388654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매뉴얼에서 온 지식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삽화:원인후보.svg" descr="illust_9049913987990670296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가능 여부는 판단 규칙이, 통과한 후보의 순서는 성과 기준이 정해 쿨러 사건에서는 팬 최대 운전이 추천되었다.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후보를 쓸 수 있는지 검사한다.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제외 없음, 핀 세척에 경고.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정한다.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부하를 낮추는 두 후보가 공동 2순위.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 후보도 대안으로 함께 보여야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추천의 까닭이 드러난다.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금지와 제한 절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한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팬 100 % 연속 운전이 24시간 초과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운전이 든 조치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그 절을 가리킨다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넣는다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원인 후보와 조치까지 따라갈 길을 준다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추천에 붙일 출처 절을 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검토하고 결정하는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그래프는 관계 · 조건 · 출처에 답하고, 지식의 옳음 ·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옳음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관계와 기준이 원문과 맞는가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넣었다고 옳아지거나 스스로 추론하지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erarchy" descr="hierarch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579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19423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quote" descr="quo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57907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55415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57907"/>
            <a:ext cx="424281" cy="4242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7599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03791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579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9783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원문은 그대로 두고, 그래프의 감점 규칙에서 「24」만 새 값으로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옛 기준으로 내린 판단이 섞이지 않게, 이 규칙으로 판단한 지난 기록부터 지우고 다시 적재한다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 적힌 팬 최대 운전의 세 수행 단계와 그 순서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