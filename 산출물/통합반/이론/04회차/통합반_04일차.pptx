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출처: 추천안에 붙은 「HM-8.5」 = 매뉴얼의 절 번호</a:t>
            </a:r>
          </a:p>
          <a:p>
            <a:r>
              <a:t>· 셋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모델이 아니라 코드가 맡는다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파일을 바꾸지 못하는 원본으로, 쪽마다 뽑은 글을 함께 둔다. 뒤의 대조가 이 원문을 기준으로 삼기 때문</a:t>
            </a:r>
          </a:p>
          <a:p>
            <a:r>
              <a:t>· 글이 뽑히지 않은 쪽이 하나라도 있으면 적재를 막는다(그 쪽의 지식은 대조할 수 없다)</a:t>
            </a:r>
          </a:p>
          <a:p>
            <a:r>
              <a:t>· 글이 뽑혀도 OCR · 표 · 두 열 문장에서 제목 · 단위 · 조건이 어긋날 수 있다 → 원본과 대조. 빈 쪽 검사만으로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실제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나온 절 번호 HM-8.4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실제로 기록된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고친 방법: 지시문에 「조건으로 값을 바꾸지 말 것」, 그 조건은 제외 규칙으로 옮긴다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소유 표시: 적재가 만든 노드 · 관계에 만든 문서를 표시. 개정 · 되돌리기는 이 표시가 있는 것만</a:t>
            </a:r>
          </a:p>
          <a:p>
            <a:r>
              <a:t>· 덮어쓰지 않음: 다른 문서 · 기존 지식의 노드는 덮어쓰지 않고 알린다. 같은 SOP 번호를 다른 원천이 쓰면 멈춘다</a:t>
            </a:r>
          </a:p>
          <a:p>
            <a:r>
              <a:t>· 판단 이력 보존: 새 판에서 빠지는 조치 방법 · 원인에 지난 판단 기록이 걸려 있으면 개정을 거절. 적재 뒤 손으로 고친 지식이 있으면 되돌리기도 거절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</a:t>
            </a:r>
          </a:p>
          <a:p>
            <a:r>
              <a:t>· 역량 질문 예: 「팬 최대 운전의 절차와 제한은? 근거는?」 넣기 전에 원문에서 기대 답(조건 · 단계 · 근거 절)을 정한다. 수행 조건 REMOTE_AUTO와 연속 운전 제한 24시간도 나와야 한다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질의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답을 만드는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HYD 규칙 판정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RAG: 검색한 자료(문서 조각, 그래프 조회도 가능)를 모델에 주어 답을 생성. 문장을 못 찾거나 조건을 잘못 읽으면 답이 달라진다</a:t>
            </a:r>
          </a:p>
          <a:p>
            <a:r>
              <a:t>· HYD: 검토한 제외 규칙에 현재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현재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HYD는 그래프에 복사하지 않는다</a:t>
            </a:r>
          </a:p>
          <a:p>
            <a:r>
              <a:t>· 복사하면 원천이 바뀐 뒤 갱신 전까지 지난 값이 남는다(노후화)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정상값 48 ℃ · 한계 65 ℃ ↔ 지금의 유온 TS1(시계열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모델이 쓰지 않는다. 추출은 칸만 내고 프로그램이 정해진 틀에 채운다 → 같은 항목엔 같은 틀.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HM-8.5의 인용</a:t>
            </a:r>
          </a:p>
          <a:p>
            <a:r>
              <a:t>· 값의 출처 = 판단할 때 남는 기록: 원천 · 표 · 열 · 조건 · 관측 시각. 예: 유온 59.9 ℃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앞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랩 모델(설비 모델에 조치 · 규칙 구조를 더한 것).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주제 → 칸 아래 결과물 → 하늘색 부분 → 오른쪽 끝 에이전트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매뉴얼 HM-8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쿨러/쿨러)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부하는 60 % 아래로 내리지 않는다」 → 조치의 한계(부하 설정 하한 60 %), 판단 규칙이 되지 않았다(추출 때 경고로 본 그 문장): 무엇을 하면 안 되는가</a:t>
            </a:r>
          </a:p>
          <a:p>
            <a:r>
              <a:t>· 전제 조건 「REMOTE_AUTO가 아닐 때 원격 조치를 쓰지 않는다」 → 제외 규칙(근거 HM-8.8):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포털에 등록된 영향 관계. 직접 만든 판단 기능은 주어진 값과 계산식으로 손실을 비교했고, 그 계산 결과는 그래프에 넣지 않았다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같은 길로 PM-02 점검표, PR-07 예비품 기준, 개정판도 들어온다</a:t>
            </a:r>
          </a:p>
          <a:p>
            <a:r>
              <a:t>· 새 문서를 더할 때: 추출 · 검토 · 적재는 그대로. 스키마에 없는 대상 · 관계면 지어내지 않고 질문과 스키마부터 검토, 값의 자리가 없으면 입력 데이터부터 등록, 그 문서로 답할 질문을 더해 검증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 이 설계의 선택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원인을 가리고 조치안을 비교하는 데 1분 반 남짓: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기준(HM-8.4,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넷 모두 제외 규칙 통과(그때 원격 자동).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규칙, 순서는 성과 기준. 제외 규칙도 HM-8.8의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후보(HM-8.5)</a:t>
            </a:r>
          </a:p>
          <a:p>
            <a:r>
              <a:t>· 출처: 적재가 조치 방법의 단계에 이어 둔 HM-8.5 즉시 완화 조치</a:t>
            </a:r>
          </a:p>
          <a:p>
            <a:r>
              <a:t>· 후보를 거른 제외 규칙은 HM-8.8, 후보로 올린 규칙과 단계는 같은 HM-8.5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HM-8.5.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사유(HYD는 규칙에 따라 제외 · 경고, 실습 판단 기능은 보류)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정해 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그래프 DB에 넣었다고 의미가 저절로 옳지 않다(설계 · 원문 대조한 만큼만 맞다). 그래프가 스스로 추론해 새 결론을 만들지도 않는다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Relationship Id="rId6" Type="http://schemas.openxmlformats.org/officeDocument/2006/relationships/image" Target="../media/image11.png"/><Relationship Id="rId7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.png"/><Relationship Id="rId4" Type="http://schemas.openxmlformats.org/officeDocument/2006/relationships/image" Target="../media/image41.png"/><Relationship Id="rId5" Type="http://schemas.openxmlformats.org/officeDocument/2006/relationships/image" Target="../media/image8.png"/><Relationship Id="rId6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0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37.png"/><Relationship Id="rId7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2.png"/><Relationship Id="rId4" Type="http://schemas.openxmlformats.org/officeDocument/2006/relationships/image" Target="../media/image3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2.png"/><Relationship Id="rId4" Type="http://schemas.openxmlformats.org/officeDocument/2006/relationships/image" Target="../media/image55.png"/><Relationship Id="rId5" Type="http://schemas.openxmlformats.org/officeDocument/2006/relationships/image" Target="../media/image44.png"/><Relationship Id="rId6" Type="http://schemas.openxmlformats.org/officeDocument/2006/relationships/image" Target="../media/image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8.png"/><Relationship Id="rId4" Type="http://schemas.openxmlformats.org/officeDocument/2006/relationships/image" Target="../media/image37.png"/><Relationship Id="rId5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· 매핑에서 언어 모델(LLM)과 코드가 맡는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원인 · 조치 · 출처가 매뉴얼의 문장에서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나온 원인 · 조치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나온 원인과 조치와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9727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9727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4365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ook-2" descr="boo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9727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6473581788045874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고칠 수 없게 보관하고 문서마다 식별자를 붙여야, 뒤의 대조와 검토가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파일을 바꾸지 못하는 원본으로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쪽마다 뽑은 글을 함께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글이 없는 쪽은 적재를 막는다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추출된 글의 순서 · 단위도 원본과 대조한다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명령을 따르지 않도록 지시한다.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값이며 prior로 옮겨졌다. 내용이 나온 절의 번호가 section에 붙었다.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47700908748155514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지시문에 「조건으로 값을 바꾸지 말 것」을 더하고, 그 조건은 제외 규칙으로 옮기게 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830116478090822837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적재 중 검사나 쓰기가 실패하면 모두 취소한다.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2711382472287878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72922853558790503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만든 노드와 관계에 그 문서를 표시해 두어야, 개정과 되돌리기가 다른 원천의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소유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적재가 만든 노드 · 관계에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만든 문서를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이 표시로 범위를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만들었나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덮어쓰지 않음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문서나 기존 지식이 가진 노드는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덮어쓰지 않고 그 사실을 알린다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SOP 번호를 다른 원천이 쓰면 멈춘다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원천의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판에서 빠지는 조치 방법 · 원인에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 기록이 걸려 있으면 개정을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 뒤 손으로 고친 지식은 되돌리지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 조건 · 단계 · 근거 절을 정한다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4794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946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출처도 확인한다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0948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누락 · 내용 누락 · 조회 오류를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부분을 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검색으로 답을 생성하는 일과 규칙으로 판정하는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검색으로 근거를 모으는 일과 규칙으로 판정하는 일은 구별되며, 지식 그래프와 함께 구성할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RAG: 검색한 자료로 답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필요한 자료를 찾아 모델에 제공한다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조각뿐 아니라 그래프 조회도 활용할 수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검색 결과와 답의 의미를 확인해야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검색과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HYD: 등록된 규칙으로 조건 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규칙에 현재 운전 모드를 넣는다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· 입력을 평가 함수로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개정 시 검토 · 갱신 · 재검증한다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계산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기준을 지식으로 관리하고 변하는 값은 원천에서 조회해, 복사한 값의 노후화를 피한다.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정상값 48 ℃와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 TS1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추출은 위의 칸만 내고, 조회문은 프로그램이 정해진 틀로 만든다.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평균은 46.2 %였다.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값이 어느 표의 어느 열에 있는지를 입력 데이터로 등록한다.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87480083829697382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HM-8.5의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 tag_1s의 TS1 최신값, 0초 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랩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34586670433211542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그래프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· 규칙 ·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1375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21504817870998869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54604936804305992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자료의 수행 단계는 조치 방법의 작업 단계로, 전제 조건은 판단 규칙으로, 금지 사항은 조치의 한계로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한계: 펌프 부하 설정의 하한 60 %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조치(SOP-COOL-11~13)는 REMOTE_AUTO가 아닐 때 쓰지 않는다.」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plc_mode != REMOTE_AUTO → 제외 (근거 HM-8.8)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341554349839483474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원문에서, 내용과 함께 출처와 확인이 붙어 판단의 근거로 내놓을 수 있는 지식을 만들었다.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세층.svg" descr="illust_35296156479519078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판단을 순서대로 놓으면 걸음마다 다른 단계의 결과물이 쓰였고, 그 자리에서 지어낸 것은 없었다.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pic>
        <p:nvPicPr>
          <p:cNvPr id="6" name="삽화:경로_3.svg" descr="illust_639561131601337053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HM-8.4에서 온 지식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원인후보.svg" descr="illust_78024817948423171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네 후보를 판단 규칙이 거르고 성과 기준이 순위를 매겨, 팬 최대 운전이 추천으로 올라갔다.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제외 규칙을 통과했다.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세척에는 경고가 붙었다.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낮추는 두 후보는 공동 2순위였다.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나머지 세 후보는 대안으로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추천과 함께 제시되었다.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성능 저하 경보에서 출발하면 등록된 원인 후보 셋에 이른다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운전을 추천하면서 HM-8.5를 출처로 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정해 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조건 · 출처의 질문은 지식 그래프가 답하고,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783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감점 규칙에서 「24」만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 전에 이 규칙으로 판단한 기록부터 지운다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수행 단계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