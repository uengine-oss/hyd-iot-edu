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셋(에이전트 · 도구 · 멈춤)</a:t>
            </a:r>
          </a:p>
          <a:p>
            <a:r>
              <a:t>· 앞에서 만든 설비 모델 · 판단 규칙 · 문서 지식 → 오늘부터 그 지식을 읽고 일하는 쪽</a:t>
            </a:r>
          </a:p>
          <a:p>
            <a:r>
              <a:t>· 오늘의 흐름: 이론 → 원인 · 점검 에이전트 → 품질 접수 에이전트 → 센서 시각화와 결과 검증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역할과 활용: 같은 구조로 원인 점검 · 품질 접수 · 시각화 · 회의 후속 · 퀴즈를 할 수 있다 — 무엇이 달라지나</a:t>
            </a:r>
          </a:p>
          <a:p>
            <a:r>
              <a:t>· 2 실행 고리: 해석 → 계획 → 호출 → 관찰 → 종료, 쿨러 사건의 실제 기록으로</a:t>
            </a:r>
          </a:p>
          <a:p>
            <a:r>
              <a:t>· 3 지식과 현재값: 설비 지식은 그래프에, 지금 값은 원천에서 판단하는 순간에</a:t>
            </a:r>
          </a:p>
          <a:p>
            <a:r>
              <a:t>· 4 멈춤 조건: 끝까지 하는 것보다 멈추는 것이 맞는 때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쿨러 사건에서 에이전트가 맡은 94초, 세 방식의 차이, 활용마다 달라지는 것</a:t>
            </a:r>
          </a:p>
          <a:p>
            <a:r>
              <a:t>· 02 그 94초를 기록으로: 관찰이 다음 행동을, 끝은 추천안 제출</a:t>
            </a:r>
          </a:p>
          <a:p>
            <a:r>
              <a:t>· 03 어디서 무엇을 읽나, 기준과 값을 섞지 않는 법</a:t>
            </a:r>
          </a:p>
          <a:p>
            <a:r>
              <a:t>· 04 근거 부족 · 호출 실패 · 권한 밖에서 멈추고 보류하는 형식</a:t>
            </a:r>
          </a:p>
          <a:p>
            <a:r>
              <a:t>[다음] 에이전트의 자리와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경보에서 승인까지 108초 중 누가 무엇을 했나, 질문에 답하는 AI와 일을 맡는 AI는 무엇이 다른가</a:t>
            </a:r>
          </a:p>
          <a:p>
            <a:r>
              <a:t>· 끝에서 원인 점검 · 품질 접수 · 시각화 같은 활용이 같은 구조에서 어떻게 갈리는지</a:t>
            </a:r>
          </a:p>
          <a:p>
            <a:r>
              <a:t>[다음] 경보에서 승인까지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연결한 기능이 다른 세 구성의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모델만(LLM = 대규모 언어 모델): 학습한 내용 → 유압 설비에 대한 일반 설명(「쿨러 성능이 떨어지면 이런 걸 점검한다」)</a:t>
            </a:r>
          </a:p>
          <a:p>
            <a:r>
              <a:t>· 문서 RAG(검색한 자료를 답 생성의 근거로 주는 방식):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에이전트의 세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 장의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에이전트를 정의하는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</a:t>
            </a:r>
          </a:p>
          <a:p>
            <a:r>
              <a:t>· 목표 · 도구 · 지침이 다르면 같은 모델도 전혀 다른 일을 하는 에이전트</a:t>
            </a:r>
          </a:p>
          <a:p>
            <a:r>
              <a:t>[다음] 목적 · 입력 · 결과가 다른 에이전트 활용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실행 고리와 업무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에이전트는 다음에 무엇을 할지 무엇을 보고 정하나, 언제 끝났다고 아나</a:t>
            </a:r>
          </a:p>
          <a:p>
            <a:r>
              <a:t>· 쿨러 사건의 실제 기록 네 장면(요청 해석 · 다음 호출 · 재시도 · 종료)으로 고리를 따라간다</a:t>
            </a:r>
          </a:p>
          <a:p>
            <a:r>
              <a:t>[다음] 실행 고리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 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첫 줄(경보 · 처리 건 열림) → 둘째 줄(배정된 스킬 1개) → 셋째 줄 강조한 스킬 읽음 → 마지막 줄 진행 설명</a:t>
            </a:r>
          </a:p>
          <a:p>
            <a:r>
              <a:t>· 11:13:08 경보, 처리 건이 열림 → 1초 뒤 에이전트 단계 시작, 배정된 스킬 하나(cooling-emergency-response) = 업무 지침이 실제로 일에 붙은 것</a:t>
            </a:r>
          </a:p>
          <a:p>
            <a:r>
              <a:t>· 받는 것: 맡은 업무와 지시사항, 입력(설비 HYD-01 · 경보 번호), 작업 공간(이 실행 전용 폴더, 만드는 파일을 여기에, 결과 파일도 여기), 결과 형식</a:t>
            </a:r>
          </a:p>
          <a:p>
            <a:r>
              <a:t>· 결과 형식을 처음부터 받는 까닭: 끝에서 무엇을 낼지 알아야 길을 거꾸로 세운다(원인을 내야 하면 원인 가리기, 추천과 대안이면 후보 견주기)</a:t>
            </a:r>
          </a:p>
          <a:p>
            <a:r>
              <a:t>· 가장 먼저 한 일 = 업무 지침(스킬 파일) 읽기(11:13:14)</a:t>
            </a:r>
          </a:p>
          <a:p>
            <a:r>
              <a:t>· 마지막 줄 = 에이전트가 호출 사이에 적은 진행 설명, 처리 기록에 그대로 남아 왜 그 도구를 불렀는지 단서</a:t>
            </a:r>
          </a:p>
          <a:p>
            <a:r>
              <a:t>· 진행 설명은 모델 내부 생각을 그대로 보여 주거나 실행 성공을 증명하지 않는다 → 실제로 지침을 읽었는지, 도구가 결과를 돌려줬는지는 호출 기록과 함께 확인</a:t>
            </a:r>
          </a:p>
          <a:p>
            <a:r>
              <a:t>[다음] 실제 기록 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지침의 셋째 단계(업무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실제 기록 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칸: 결과 관찰 → 계획 수정 → 강조한 재시도 계획, 따옴표 안은 기록 그대로</a:t>
            </a:r>
          </a:p>
          <a:p>
            <a:r>
              <a:t>· 고리가 늘 한 번에 이어지진 않는다: 대안 평가 결과가 12만 자 넘음(128,466자)</a:t>
            </a:r>
          </a:p>
          <a:p>
            <a:r>
              <a:t>· 에이전트가 한 번에 받을 수 있는 크기엔 한도가 있다 → 본문이 파일로 빠져 그대로 받지 못함(11:13:23)</a:t>
            </a:r>
          </a:p>
          <a:p>
            <a:r>
              <a:t>· 11:13:40 「순위와 규정 판정만 간추려 보겠습니다」 → 11:13:46 「필요한 항목만 좁혀 다시 뽑겠습니다」</a:t>
            </a:r>
          </a:p>
          <a:p>
            <a:r>
              <a:t>· 왜 순위와 규정 판정? 추천안에 들어갈 것(몇 순위, 규정에 걸려 빠지거나 감점된 후보) → 통째로 다시 달라는 게 아니라 목표에서 거꾸로 꼭 필요한 것만</a:t>
            </a:r>
          </a:p>
          <a:p>
            <a:r>
              <a:t>· 화면으로 확인되는 건 상황과 진행 설명뿐. 실제로 무엇을 다시 읽었고 필요한 걸 다 얻었는지는 이어지는 호출 · 결과를 봐야</a:t>
            </a:r>
          </a:p>
          <a:p>
            <a:r>
              <a:t>· 짧게 만들려고 조치 제한이나 경고를 빼면 안 된다 → 근거를 보존하면서 다룰 크기로 읽는다</a:t>
            </a:r>
          </a:p>
          <a:p>
            <a:r>
              <a:t>[다음] 실제 기록 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쿨러 사건의 업무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정보원과 지식 · 현재값의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앞에서 만든 지식은 에이전트에게 무엇을 주고, 무엇은 주지 못하나</a:t>
            </a:r>
          </a:p>
          <a:p>
            <a:r>
              <a:t>· 값을 쓸 때 관측 시각을 함께 보는 까닭(신선도)까지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읽는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지식과 현재값을 섞는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신선도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멈추거나 물을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값을 못 읽었는데도 추천안이 그럴듯하게 나왔다면 무엇이 문제인가</a:t>
            </a:r>
          </a:p>
          <a:p>
            <a:r>
              <a:t>· 멈춤 세 경우 → 근거의 세 상태 → 보류의 형식 → 기준이 지지한 원인과 가설의 구분</a:t>
            </a:r>
          </a:p>
          <a:p>
            <a:r>
              <a:t>[다음] 멈추지 않는 에이전트가 만드는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근거의 세 가지 상태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값이 없다고 조건을 통과로 치지 않는다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조회 실패 · 일치하는 기록 없음 · 수량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권한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기준이 지지한 원인과 가설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정리: 등록 기준이 지지한 것과 가설을 나눠 적어야 사람이 확인하고 승인할 수 있다</a:t>
            </a:r>
          </a:p>
          <a:p>
            <a:r>
              <a:t>[다음] 쿨러 사건의 94초를 다시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장면 → 가운데 가를 것(물음) → 오른쪽 근거, 강조한 넷째 줄</a:t>
            </a:r>
          </a:p>
          <a:p>
            <a:r>
              <a:t>· 생각할 시간(약 20초): 가운데 물음에 먼저 답한 뒤 오른쪽과 대조</a:t>
            </a:r>
          </a:p>
          <a:p>
            <a:r>
              <a:t>· 대안 평가의 네 후보 점수: 모델이 아니라 판단 도구가 계산(모델은 어느 도구에 무엇을 넣을지 적었을 뿐)</a:t>
            </a:r>
          </a:p>
          <a:p>
            <a:r>
              <a:t>· 냉각 효율 70 %와 46.2 %: 70은 지식 그래프의 기준, 46.2는 그때 읽은 값</a:t>
            </a:r>
          </a:p>
          <a:p>
            <a:r>
              <a:t>· 쿨러 핀 오염 · 팬 구동 불량: 이 모델의 증거 기준이 지지한 건 핀 오염, 팬 진동이 기준보다 낮아 팬 구동 불량은 지웠다</a:t>
            </a:r>
          </a:p>
          <a:p>
            <a:r>
              <a:t>· 추천안 제출(판단 번호를 돌려받음)은 에이전트, 승인할지는 그 추천안을 본 운전원이 정한다</a:t>
            </a:r>
          </a:p>
          <a:p>
            <a:r>
              <a:t>· 조회 0행 = 조건에 맞는 기록 없음, 조회 실패 = 기록을 확인 못 함. 둘 다 재고 수량 0과 구분</a:t>
            </a:r>
          </a:p>
          <a:p>
            <a:r>
              <a:t>· 다섯 짝(계산의 주체, 지식과 값, 확인과 가설, 제안과 결정, 기록 없음과 실패)을 가르면 에이전트 결과를 어디까지 믿을지 판단한다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위에서부터, 정식 명칭은 화면에 맡기고 뜻만</a:t>
            </a:r>
          </a:p>
          <a:p>
            <a:r>
              <a:t>· LLM = 입력과 학습한 내용으로 응답을 만드는 대규모 언어 모델. RAG = 검색한 자료를 답 생성의 근거로 제공하는 방식</a:t>
            </a:r>
          </a:p>
          <a:p>
            <a:r>
              <a:t>· 에이전트 = 목표를 받고 도구 결과에 따라 다음 행동을 정하되 완료 · 멈춤 조건에서 끝내는 시스템. 도구 = 실제 조회 · 계산 · 제출을 수행하는 기능(모델이 이름과 입력을 적어 부름)</a:t>
            </a:r>
          </a:p>
          <a:p>
            <a:r>
              <a:t>· 실행 고리 = 요청 해석 · 계획 · 호출 · 관찰을 되풀이하다 종료하는 틀. 신선도 = 관측된 값이 판단 시점에서 얼마나 오래됐나</a:t>
            </a:r>
          </a:p>
          <a:p>
            <a:r>
              <a:t>· 근거의 상태 셋 = 지지 · 확인 못 함 · 지지 근거 없음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정리한 이름과 뜻을 판단에 쓸 수 있는지 확인하는 자리</a:t>
            </a:r>
          </a:p>
          <a:p>
            <a:r>
              <a:t>· 용어를 외웠는지보다 상황을 보고 에이전트가 무엇을 해야 하는지 고를 수 있는지</a:t>
            </a:r>
          </a:p>
          <a:p>
            <a:r>
              <a:t>· 세 문제: 처리 기록의 한 장면, 읽지 못한 값과 묵은 값, 허용되지 않은 도구</a:t>
            </a:r>
          </a:p>
          <a:p>
            <a:r>
              <a:t>· 문제마다 고를 시간 → 정답과 까닭은 세 문항을 다 푼 뒤</a:t>
            </a:r>
          </a:p>
          <a:p>
            <a:r>
              <a:t>[다음] Quiz 1. 처리 기록의 한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장면(원인 진단 결과의 식별자를 넣어 대안 평가 호출) → 물음 → 보기 넷</a:t>
            </a:r>
          </a:p>
          <a:p>
            <a:r>
              <a:t>· 보기 요지: ① 요청 해석 ② 결과 관찰에 이은 다음 호출 ③ 재시도 ④ 종료</a:t>
            </a:r>
          </a:p>
          <a:p>
            <a:r>
              <a:t>· 생각할 거리: 두 호출의 도구가 같은가, 뒤 호출의 입력이 어디서 왔나</a:t>
            </a:r>
          </a:p>
          <a:p>
            <a:r>
              <a:t>· 생각할 시간 약 20초</a:t>
            </a:r>
          </a:p>
          <a:p>
            <a:r>
              <a:t>[다음] Quiz 2. 읽지 못한 값과 묵은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상황(유온 최신 값이 3분 전, 냉각 효율 조회 실패) → 물음 → 보기 넷</a:t>
            </a:r>
          </a:p>
          <a:p>
            <a:r>
              <a:t>· 보기 요지: ① 3분 전 유온과 기준 70 %로 핀 오염 제출 ② 냉각 효율을 0 %로 적고 유온을 가장 많이 내리는 조치 추천 ③ 후보인 핀 오염을 확인된 원인으로 ④ 원인을 적지 않고 확인 못 한 값과 이유를 담아 보류</a:t>
            </a:r>
          </a:p>
          <a:p>
            <a:r>
              <a:t>· 생각할 거리: 보기마다 무엇을 무엇으로 바꿔 썼나</a:t>
            </a:r>
          </a:p>
          <a:p>
            <a:r>
              <a:t>· 생각할 시간 약 20초</a:t>
            </a:r>
          </a:p>
          <a:p>
            <a:r>
              <a:t>[다음] Quiz 3. 허용되지 않은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상황(허용 목록에 없는 도구가 필요, 유온은 계속 오름) → 물음 → 보기 넷</a:t>
            </a:r>
          </a:p>
          <a:p>
            <a:r>
              <a:t>· 보기 요지: ① 허용된 도구를 조합해 같은 효과 ② 급하니 한 번만 실행하고 기록 ③ 실행하지 않고 사람에게 묻는다, 답을 받아도 권한은 그대로 ④ 사람에게 묻고 답을 받으면 그 도구를 직접 실행</a:t>
            </a:r>
          </a:p>
          <a:p>
            <a:r>
              <a:t>· 생각할 거리: 상황의 급함과 사람의 답변이 권한을 바꾸나</a:t>
            </a:r>
          </a:p>
          <a:p>
            <a:r>
              <a:t>· 생각할 시간 약 20초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서로 다른 두 도구를 이어 불렀고 앞 결과가 뒤 입력이 됨 = 관찰이 다음 행동을 정한 장면. 3 재시도와 헷갈림 주의 — 재시도는 뜻대로 안 된 일을 방법을 바꿔 다시 하는 것, 여기선 앞 호출이 제대로 끝났다</a:t>
            </a:r>
          </a:p>
          <a:p>
            <a:r>
              <a:t>· Q2 정답 4: 묵은 값과 실패한 조회로는 근거가 확인되지 않는다. 1은 3분 전 값을 지금처럼, 기준 70을 측정값처럼 씀. 2는 실패를 0으로, 3은 후보를 확인된 원인으로 바꿈 — 모양은 그럴듯하지만 근거 없는 자리를 채웠다</a:t>
            </a:r>
          </a:p>
          <a:p>
            <a:r>
              <a:t>· Q3 정답 3: 허용 목록 밖 도구는 실행되지 않고 질문으로 올라간다. 1은 허용 도구로 막힌 일을 돌아가기, 2는 급하다는 이유로 권한을 넘기, 4는 그럴듯하지만 답변이 권한을 바꾸지 않는다</a:t>
            </a:r>
          </a:p>
          <a:p>
            <a:r>
              <a:t>· 이어지는 실습: 설비 · 센서 · 고장 · SOP 관계와 센서 입력을 읽어 원인 후보 · 증거 · 점검 순서를 내는 에이전트를 만들고, 같은 구조로 품질 접수를 유형 · 추가 확인 · 담당 부서 · 대응 초안으로 옮긴다. 확인 안 된 원인은 가설로, 빠진 정보는 조사 요청으로 남긴다</a:t>
            </a:r>
          </a:p>
          <a:p>
            <a:r>
              <a:t>· 센서 CSV의 온도 · 압력 변화를 그려 이상 구간을 관련 태그 · 조회 기간과 함께 요약하고, 세 결과에서 근거와 미확인이 갈리는지 검증한다 — 진행은 핸즈온 가이드</a:t>
            </a:r>
          </a:p>
          <a:p>
            <a:r>
              <a:t>· 다음 회차: 반복 작업의 지침을 스킬로 만들고 파일 · Git · 시간 도구를 조합한다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5.png"/><Relationship Id="rId4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5회차 · 서로 다른 일을 하는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근거 · 도구와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종료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구축한 지식을 근거로 도구를 골라 쓰고, 근거가 모자라면 멈추는 에이전트의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plug-connected" descr="plug-connected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and-stop" descr="hand-stop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활용마다 다른 에이전트의 입력 · 도구 · 결과를 견주고, 실행 고리와 정보원을 짚은 뒤, 멈추거나 물을 조건을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261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역할과 활용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LLM · RAG · 에이전트를 가른다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활용마다 입력 · 결과를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2613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관찰이 다음 호출을 정한다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제출로 끝나는 산출물을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7251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2613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물음에 맞는 정보원을 고른다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기준과 지금 값을 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71343"/>
            <a:ext cx="2567863" cy="324002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72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hand-stop" descr="hand-s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2613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95471"/>
            <a:ext cx="2238679" cy="171297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멈출 세 경우를 가린다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가설은 가설로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160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160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자리와 활용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맡은 구간과, 목적마다 달라지는 활용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73279554700910123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요소.svg" descr="illust_843799140290988426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가다 제출로 끝나는 고리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삽화:실행고리.svg" descr="illust_442861721092342081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①: 요청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맡은 업무와 입력을 받고 업무 지침을 읽어, 무엇을 내야 하는지를 파악하는 데서 시작되었다.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불러오겠습니다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업무와 지시사항, 입력(설비 HYD-01과 경보 번호), 작업 공간, 결과를 낼 형식이다.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읽음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지침인 에이전트 스킬을 읽어 무엇을 어떤 순서로 할지 파악했다.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호출 사이에 적은 진행 설명이다. 기록에 그대로 남는다.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③: 큰 결과를 읽는 방법을 바꾸려는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큰 결과를 다시 읽겠다는 설명은 남았지만, 실제로 필요한 근거를 얻었는지는 후속 호출에서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11:13:23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128,466자가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수 있는 크기를 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파일로 빠졌다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11:13:40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「순위와 규정 판정만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간추려 보겠습니다.」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 계획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「필요한 항목만 좁혀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뽑겠습니다.」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지식 ·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정보원이 답하는 물음과, 기준 · 지난 값을 지금 값처럼 쓰지 않는 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pic>
        <p:nvPicPr>
          <p:cNvPr id="6" name="삽화:신선도.svg" descr="illust_5699941623850306617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멈추거나 물을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 부족 · 호출 실패 · 권한 밖에서 멈추고, 가설은 가설로 남긴다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멈춤조건.svg" descr="illust_687915701658533055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94초를 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누가 무엇을 했고 어떤 근거를 썼는지 가르면, 일하는 에이전트의 원리가 한 번에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평가가 네 후보의 점수를 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계산했나,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계산했나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이름과 입력을 적고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계산은 판단 도구가 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70 %와 46.2 %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지금의 값인가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70은 지식의 기준,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46.2는 그때 읽은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구동 불량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기준이 지지하는가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기준에서 핀 오염은 지지,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불량은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제출과 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에이전트가 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에이전트는 제출까지,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승인은 운전원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조회 0행과 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뜻인가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일치 기록 없음,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실패는 조회 불가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일곱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학습한 내용을 바탕으로 응답을 만드는 대규모 언어 모델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답 생성의 근거로 제공하는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도구 결과에 따라 행동하며 완료 · 멈춤 조건에서 끝내는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부르는 조회 · 계산 · 제출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호출 · 관찰을 되풀이하다 종료하는 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관측된 값이 판단 시점에서 얼마나 오래됐는가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SUPPORTED · UNKNOWN · UNSUPPORTED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지지 · 미확인 · 지지 근거 없음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처리 기록의 한 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 진단을 부른 뒤, 그 결과에 든 원인과 고장 유형의 식별자를 넣어 대안 평가를 불렀다.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장면이 보여 주는 실행 고리의 단계는?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— 맡은 업무와 입력을 읽은 것이다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관찰에 이은 다음 호출 — 앞의 결과가 다음 입력을 정했다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재시도 — 뜻대로 되지 않은 호출을 다시 부른 것이다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종료 — 산출물을 제출하고 끝낸 것이다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값과 묵은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원인을 가리려는데 유온의 최신 값은 3분 전의 것이었고, 냉각 효율의 조회는 실패했다.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에이전트의 올바른 동작은?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3분 전의 유온과 판별 기준 70 %를 써서 쿨러 핀 오염으로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효율을 0 %로 적고 유온을 가장 많이 내리는 조치를 추천한다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후보에 올라 있는 쿨러 핀 오염을 확인된 원인으로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적지 않고, 확인하지 못한 값과 그 이유를 담아 보류한다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허용되지 않은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일을 끝내려면 허용 목록에 없는 도구가 필요하다고 판단했고, 유온은 계속 오르고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일어나야 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도구를 여럿 조합해 같은 효과를 내는 길을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급한 상황이므로 한 번만 실행하고 그 사실을 기록에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않고 사람에게 묻는다. 답을 받아도 실행 권한은 그대로이다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물은 뒤 답을 받으면 그 도구를 직접 실행한다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실행 고리의 단계, 지식과 값의 구분, 권한의 경계를 각각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도구를 이어 불렀고, 앞 호출의 결과가 뒤 호출의 입력이 되었다. 관찰이 다음 행동을 정한 것이다.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실패한 조회로는 근거가 확인되지 않는다. 채우지 않고 이유와 함께 보류한다.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 밖의 도구는 실행되지 않는다. 사람의 답변도 상황의 급함도 실행 권한을 바꾸지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