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셋(지침 · 연결 · 권한)</a:t>
            </a:r>
          </a:p>
          <a:p>
            <a:r>
              <a:t>· 앞에서 만든 에이전트는 매번 무엇을 어떤 순서로 할지 스스로 정했다 → 오늘은 그 방법을 지침으로 남기고, 쓰는 도구를 표준으로 잇는다</a:t>
            </a:r>
          </a:p>
          <a:p>
            <a:r>
              <a:t>· 오늘의 흐름: 이론 → 회의록 스킬 → 파일 · Git · 시간 도구 연결 → 내 조회 도구 구현과 조합</a:t>
            </a:r>
          </a:p>
          <a:p>
            <a:r>
              <a:t>· 이론은 온라인 6회차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SKILL.md: 언제 · 무엇을 위해 · 무엇을 받아 · 어떤 순서로 · 무엇을 내놓나 → 실습의 회의록 스킬</a:t>
            </a:r>
          </a:p>
          <a:p>
            <a:r>
              <a:t>· 2 MCP: 스킬이 부르는 도구는 스킬 밖 서버에 있다 → 실습의 파일 · Git · 시간 서버 연결</a:t>
            </a:r>
          </a:p>
          <a:p>
            <a:r>
              <a:t>· 3 스킬과 MCP: 지침만 있으면 부를 도구가 없고, 도구만 있으면 순서와 기준이 없다</a:t>
            </a:r>
          </a:p>
          <a:p>
            <a:r>
              <a:t>· 4 권한과 범위: 읽는 도구도 노출 위험, 쓰는 도구는 되돌리기 어렵다. 작업 폴더 하나, 비밀값은 설정 밖, 0행 · 실패 · 시간 초과를 구분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일하는 방법을 이름 붙인 지침 파일로</a:t>
            </a:r>
          </a:p>
          <a:p>
            <a:r>
              <a:t>· 02 그 지침이 부르는 도구가 어디에, 어떻게 이어지나</a:t>
            </a:r>
          </a:p>
          <a:p>
            <a:r>
              <a:t>· 03 둘이 한 실행 안에서 맡는 몫</a:t>
            </a:r>
          </a:p>
          <a:p>
            <a:r>
              <a:t>· 04 무엇을 읽고 쓸 수 있고, 어디까지 닿고, 실패는 어떻게 가르나</a:t>
            </a:r>
          </a:p>
          <a:p>
            <a:r>
              <a:t>[다음] 에이전트 스킬과 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같은 일을 맡길 때마다 에이전트가 방법을 새로 정하면 무엇이 흔들리나</a:t>
            </a:r>
          </a:p>
          <a:p>
            <a:r>
              <a:t>· 실제 SKILL.md 원문의 머리말 · 절차 · 결과 절을 읽고 여섯 가지로 정리 → 실습에서 회의록 스킬을 직접 쓴다</a:t>
            </a:r>
          </a:p>
          <a:p>
            <a:r>
              <a:t>[다음] 목표와 도구만 받은 에이전트가 정해야 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왼쪽부터, 넷째(강조)</a:t>
            </a:r>
          </a:p>
          <a:p>
            <a:r>
              <a:t>· 목표: 원인 진단 → 조치 후보 비교 → 추천안. 앞에 놓인 도구: 판단 엔진 19개 + 업무 DB 14개</a:t>
            </a:r>
          </a:p>
          <a:p>
            <a:r>
              <a:t>· 판단 엔진 = 원인 진단 · 조치 비교를 정해 둔 규칙대로 계산하는 프로그램</a:t>
            </a:r>
          </a:p>
          <a:p>
            <a:r>
              <a:t>· 무엇부터: 원인 진단 · 생산 오더 · 시계열 중 첫 호출 고르기. 순서: 원인을 모르면 조치 비교 불가, 바뀌면 근거가 빠진다</a:t>
            </a:r>
          </a:p>
          <a:p>
            <a:r>
              <a:t>· 예외: 값을 못 읽었는데 원인을 고르면 지어낸 답. 결과: 모양이 실행마다 다르면 승인을 받는 다음 단계가 값을 못 찾는다</a:t>
            </a:r>
          </a:p>
          <a:p>
            <a:r>
              <a:t>· 매번 그럴듯하게 정할 수는 있다. 문제는 같은 경보인데 실행마다 과정과 결과의 모양이 달라지는 것</a:t>
            </a:r>
          </a:p>
          <a:p>
            <a:r>
              <a:t>[다음] 에이전트 스킬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파일 → 셋째 줄 실제 예</a:t>
            </a:r>
          </a:p>
          <a:p>
            <a:r>
              <a:t>· 에이전트 스킬(Agent Skill): 업무 지침과 필요한 자료를 이름을 붙여 한 묶음으로 관리하고 같은 종류의 일에 다시 쓰는 것</a:t>
            </a:r>
          </a:p>
          <a:p>
            <a:r>
              <a:t>· 핵심 낱말은 「이름」: 이름이 있어야 같은 일이 다시 왔을 때 꺼내 쓴다. 한 번 쓰고 버리는 메모가 아니다</a:t>
            </a:r>
          </a:p>
          <a:p>
            <a:r>
              <a:t>· SKILL.md: 이름과 같은 폴더 안, 머리말(이름 · 설명) + 본문(수행 방법). 참고 문서 · 실행 스크립트(작은 프로그램)를 함께 둘 수 있다</a:t>
            </a:r>
          </a:p>
          <a:p>
            <a:r>
              <a:t>· HYD 예: 냉각 긴급 대응 스킬. 에이전트를 정하는 항목(목표 · 도구 · 업무 지침) 중 업무 지침의 파일</a:t>
            </a:r>
          </a:p>
          <a:p>
            <a:r>
              <a:t>[다음] SKILL.md 원문 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원문: 위 구분선 두 줄 사이 머리말 → 본문 요약 문단 → 마지막 두 줄</a:t>
            </a:r>
          </a:p>
          <a:p>
            <a:r>
              <a:t>· 머리말: name(폴더 이름과 같은 스킬 이름), description(어떤 경우에 쓰는지 한 줄)</a:t>
            </a:r>
          </a:p>
          <a:p>
            <a:r>
              <a:t>· 원문의 「쿨러 과열 경보」 = 우리가 부르는 쿨러 성능 저하 경보</a:t>
            </a:r>
          </a:p>
          <a:p>
            <a:r>
              <a:t>· 요약: 경보 한 건에서 원인 진단 → 냉각 조치 후보 비교 → 추천 카드 한 장과 지는 대안. 원문의 추천 카드가 곧 추천안</a:t>
            </a:r>
          </a:p>
          <a:p>
            <a:r>
              <a:t>· 마지막 두 줄: 승인 전에는 조회 · 계산만, 설비 명령은 사람 승인 뒤 시스템이 낸다 — 하지 않을 일을 적는 것도 지침의 몫</a:t>
            </a:r>
          </a:p>
          <a:p>
            <a:r>
              <a:t>[다음] SKILL.md 원문 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단계 1 → 2(끝 문장) → 3 → 4 · 5, 오른쪽 짚을 점</a:t>
            </a:r>
          </a:p>
          <a:p>
            <a:r>
              <a:t>· 번호 = 권장 수행 순서</a:t>
            </a:r>
          </a:p>
          <a:p>
            <a:r>
              <a:t>· 1단계: 입력 파일에서 설비 · 경보 종류 · 경보 번호 · 사건 번호를 읽는다</a:t>
            </a:r>
          </a:p>
          <a:p>
            <a:r>
              <a:t>· 2단계: hyd-dmn diagnose — 원인 1순위 · 고장 유형 · 가이드 카드(원인 후보 · 근거 · 권장 조치를 정리한 결과). 끝 문장: withheld면 원인을 지어내지 말고 보류</a:t>
            </a:r>
          </a:p>
          <a:p>
            <a:r>
              <a:t>· 3단계: 「필요하면」 업무 DB로 납기 오더 · 출하 대기 로트, 「조회만」 — 낱말로 필수 여부와 범위를 정함</a:t>
            </a:r>
          </a:p>
          <a:p>
            <a:r>
              <a:t>· 4단계: evaluate_cards에 2단계의 원인 · 고장 유형을 넘긴다. 추천 안이 왜 이기고 다른 안이 어디서 지는지 한 줄씩. 5단계: submit_decision, 돌려받은 번호 = decision_id</a:t>
            </a:r>
          </a:p>
          <a:p>
            <a:r>
              <a:t>· 에이전트는 무엇을 어떤 순서로 부를지 추측하지 않는다. 값이 제대로 넘어갔는지 확인할 기준도 여기서</a:t>
            </a:r>
          </a:p>
          <a:p>
            <a:r>
              <a:t>[다음] SKILL.md가 정하는 여섯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SKILL.md 그림, 오른쪽 라벨 위에서 아래로</a:t>
            </a:r>
          </a:p>
          <a:p>
            <a:r>
              <a:t>· 호출 조건 = 머리말 description(언제 쓰나)</a:t>
            </a:r>
          </a:p>
          <a:p>
            <a:r>
              <a:t>· 작업 목적 = 본문 첫 요약 문단(무엇을 내는 일인가)</a:t>
            </a:r>
          </a:p>
          <a:p>
            <a:r>
              <a:t>· 입력 = 절차 1단계, 예외 지침 = 2단계 끝 문장, 순서 = 단계 번호</a:t>
            </a:r>
          </a:p>
          <a:p>
            <a:r>
              <a:t>· 출력 = 결과 절(내놓을 항목 이름)</a:t>
            </a:r>
          </a:p>
          <a:p>
            <a:r>
              <a:t>· 실제 파일에 「호출 조건」 「예외」라는 절은 따로 없다. 여섯 가지는 칸이 아니라 스킬 한 편이 빠짐없이 답해야 할 물음 — 직접 쓸 때 점검표</a:t>
            </a:r>
          </a:p>
          <a:p>
            <a:r>
              <a:t>[다음] 결과 절이 정한 항목과 실제 출력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절 → 아래 result.json(위 두 항목 → guide_card → decision → decision_id)</a:t>
            </a:r>
          </a:p>
          <a:p>
            <a:r>
              <a:t>· 결과 절이 정한 다섯 항목이 파일에 그대로</a:t>
            </a:r>
          </a:p>
          <a:p>
            <a:r>
              <a:t>· cause · failure_mode: 지식 그래프 식별자(쿨러 핀 오염, 쿨러 냉각 성능 상실)</a:t>
            </a:r>
          </a:p>
          <a:p>
            <a:r>
              <a:t>· guide_card: 원인 진단이 돌려준 것 그대로. decision: 추천 · 설명 · 순위. 추천 값 skill:sop-cool-11은 조치 방법(팬 최대 운전)이지 에이전트 스킬이 아니다</a:t>
            </a:r>
          </a:p>
          <a:p>
            <a:r>
              <a:t>· 설명: 원인 · 추천한 안 · 다른 안이 지는 까닭을 두세 문장 — 승인자가 고르지 않은 안의 까닭까지 보게</a:t>
            </a:r>
          </a:p>
          <a:p>
            <a:r>
              <a:t>· decision_id: 같은 스킬로 두 번 처리된 쿨러 경보 중 둘째 건의 번호</a:t>
            </a:r>
          </a:p>
          <a:p>
            <a:r>
              <a:t>· 다음 단계가 값을 항목 이름으로 읽는다 → 이름이 바뀌면 못 찾는다. 결과 절 = 에이전트의 일과 사람의 일을 잇는 약속</a:t>
            </a:r>
          </a:p>
          <a:p>
            <a:r>
              <a:t>[다음] MCP의 구성과 도구 호출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스킬에 적힌 도구 이름은 누가 실제로 실행하나</a:t>
            </a:r>
          </a:p>
          <a:p>
            <a:r>
              <a:t>· 네 구성요소 → 도구 정의 한 건과 호출 한 건 → 연결 방식 둘</a:t>
            </a:r>
          </a:p>
          <a:p>
            <a:r>
              <a:t>· 실습에서 파일 · Git · 시간 서버의 도구 목록 · 입력 · 반환값을 직접 확인한다</a:t>
            </a:r>
          </a:p>
          <a:p>
            <a:r>
              <a:t>[다음] 스킬의 절차가 가리키는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한 줄 → 아래 칸 셋 왼쪽부터</a:t>
            </a:r>
          </a:p>
          <a:p>
            <a:r>
              <a:t>· hyd-dmn: 도구를 내주는 프로그램(판단 엔진 앞), 원인 진단은 여기서 실행</a:t>
            </a:r>
          </a:p>
          <a:p>
            <a:r>
              <a:t>· diagnose: 그 프로그램이 내주는 도구 이름</a:t>
            </a:r>
          </a:p>
          <a:p>
            <a:r>
              <a:t>· asset, pattern, alert_id: 넘길 값 — 1단계에서 입력 파일로 읽은 설비 · 경보 종류 · 경보 번호</a:t>
            </a:r>
          </a:p>
          <a:p>
            <a:r>
              <a:t>· 세 이름이 답하는 것: 어느 프로그램에, 무엇을, 무엇에 대해</a:t>
            </a:r>
          </a:p>
          <a:p>
            <a:r>
              <a:t>· 스킬은 이름을 적은 글일 뿐. 원인 진단 계산은 스킬 밖 프로그램에서 일어난다</a:t>
            </a:r>
          </a:p>
          <a:p>
            <a:r>
              <a:t>[다음] 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MCP → 둘째 줄 JSON-RPC 2.0 → 셋째 줄 비유</a:t>
            </a:r>
          </a:p>
          <a:p>
            <a:r>
              <a:t>· MCP(Model Context Protocol): AI 애플리케이션이 외부 도구 · 데이터에 연결하는 방식을 하나로 정한 개방형 프로토콜. 개방형 = 누구나 규약에 맞춰 만들 수 있다</a:t>
            </a:r>
          </a:p>
          <a:p>
            <a:r>
              <a:t>· 실제 연결에는 규약 판 · 전송 방식 · 지원 기능 · 인증 조건이 맞아야 한다</a:t>
            </a:r>
          </a:p>
          <a:p>
            <a:r>
              <a:t>· HYD 예: 지식 그래프 서버는 공개된 서버를 가져다 붙임, 판단 엔진 · 업무 DB 서버는 HYD가 만듦 — 에이전트 쪽 연결 방식은 같다</a:t>
            </a:r>
          </a:p>
          <a:p>
            <a:r>
              <a:t>· JSON-RPC 2.0: 원격 기능 호출을 JSON으로 적은 메시지 형식. 요청 = 기능 이름 + 넘길 값, 응답 = 결과나 오류. 업무 결과의 항목 이름까지 정하지는 않는다</a:t>
            </a:r>
          </a:p>
          <a:p>
            <a:r>
              <a:t>· 비유 규격 단자: 닮은 점 만든 곳이 달라도 꽂힌다, 다른 점 연결 뒤 기능을 맞추고 서버가 무엇을 내주는지 물어 알아낸다(도구 목록 발견)</a:t>
            </a:r>
          </a:p>
          <a:p>
            <a:r>
              <a:t>[다음] MCP의 네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큰 하늘색 구획(호스트, 안의 모델 · 작은 상자 셋) → 가운데 흰 상자(서버) → 오른쪽 끝 시스템, 가로 줄로 읽기</a:t>
            </a:r>
          </a:p>
          <a:p>
            <a:r>
              <a:t>· 호스트: HYD에서는 에이전트 프로그램. 안에 모델(LLM)과 클라이언트</a:t>
            </a:r>
          </a:p>
          <a:p>
            <a:r>
              <a:t>· 클라이언트: 서버 하나와 일대일 → 서버가 셋이면 셋</a:t>
            </a:r>
          </a:p>
          <a:p>
            <a:r>
              <a:t>· 서버: 위부터 neo4j(지식 그래프), hyd-dmn(판단 엔진 · 도구 19개), enterprise(업무 DB · 도구 14개). 상자 안 톱니 = 도구</a:t>
            </a:r>
          </a:p>
          <a:p>
            <a:r>
              <a:t>· 그림은 서버의 주된 대상을 한 줄씩. 한 서버가 여러 시스템 값을 모으는 구성도 가능</a:t>
            </a:r>
          </a:p>
          <a:p>
            <a:r>
              <a:t>· 서버를 하나 빼면 그 줄(클라이언트 포함)이 통째로 사라진다</a:t>
            </a:r>
          </a:p>
          <a:p>
            <a:r>
              <a:t>[다음] 도구 정의 한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위에서 아래로(name → description → inputSchema → annotations), 오른쪽 둘째 항목</a:t>
            </a:r>
          </a:p>
          <a:p>
            <a:r>
              <a:t>· part_quotes: 구매 쪽 업무 DB 서버의 부품 견적 조회 도구</a:t>
            </a:r>
          </a:p>
          <a:p>
            <a:r>
              <a:t>· description: 부품별 공급사의 단가 · 불량률 · 납기 · 승인 여부를 읽는다</a:t>
            </a:r>
          </a:p>
          <a:p>
            <a:r>
              <a:t>· inputSchema: 부품 번호 하나(문자열), 생략하면 이 구현은 펌프 축 씰 키트(P-PMP-SEAL). JSON Schema 형식. 기본값 표시는 안내이고 실제 처리는 구현이 한다</a:t>
            </a:r>
          </a:p>
          <a:p>
            <a:r>
              <a:t>· annotations: readOnlyHint true(읽기만)</a:t>
            </a:r>
          </a:p>
          <a:p>
            <a:r>
              <a:t>· 모델이 부를지 정할 때 읽는 것은 설명과 입력 스키마. 설명이 모호하면 엉뚱한 도구를 고르거나 필요한 도구를 지나친다 — 스킬 설명처럼 도구 설명도 고르는 기준</a:t>
            </a:r>
          </a:p>
          <a:p>
            <a:r>
              <a:t>[다음] 호출 한 건의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첫 줄(전체 이름) → 아래 입력 JSON, 오른쪽 짚을 점</a:t>
            </a:r>
          </a:p>
          <a:p>
            <a:r>
              <a:t>· 둘째 쿨러 경보 실행 기록의 원인 진단 요청 원형</a:t>
            </a:r>
          </a:p>
          <a:p>
            <a:r>
              <a:t>· mcp__hyd-dmn__diagnose: MCP 표시 + 서버 이름 + 도구 이름. 이 실행 환경의 표기이고 MCP 공통 규칙은 아니다</a:t>
            </a:r>
          </a:p>
          <a:p>
            <a:r>
              <a:t>· 입력: 스키마가 정한 설비 · 경보 종류 · 경보 번호를 이름 · 형에 맞춘 JSON. 스킬 한 줄의 세 이름 중 둘은 전체 이름으로, 넘길 값은 입력 JSON으로</a:t>
            </a:r>
          </a:p>
          <a:p>
            <a:r>
              <a:t>· 서버 이름을 붙이는 까닭: part_quotes가 enterprise와 enterprise-purchase 둘에 있다</a:t>
            </a:r>
          </a:p>
          <a:p>
            <a:r>
              <a:t>· 포털 시험 화면은 스키마를 어긴 입력을 서버에 보내기 전에 거절. 형식이 맞아도 다른 설비 번호일 수 있다 — 스키마 통과 ≠ 업무 대상 정확</a:t>
            </a:r>
          </a:p>
          <a:p>
            <a:r>
              <a:t>[다음] 연결 방식 두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stdio(클라이언트 ↔ 서버 프로세스, 표준 입력 · 출력, 아래 같은 실행 환경) → 오른쪽 Streamable HTTP(클라이언트 둘 → 떠 있는 서버)</a:t>
            </a:r>
          </a:p>
          <a:p>
            <a:r>
              <a:t>· stdio(standard input/output): 호스트가 서버 프로그램을 하위 프로세스(실행 중인 프로그램 하나)로 직접 띄우고, 표준 입력으로 요청 · 표준 출력으로 응답. 같은 실행 환경. 서버가 접속하는 DB까지 같은 PC일 필요는 없다</a:t>
            </a:r>
          </a:p>
          <a:p>
            <a:r>
              <a:t>· Streamable HTTP: 서버가 먼저 떠 있고 클라이언트가 주소로 HTTP 요청. HTTP = 웹 브라우저가 웹 사이트와 주고받는 통신 규약 → 여러 클라이언트가 한 서버를 함께</a:t>
            </a:r>
          </a:p>
          <a:p>
            <a:r>
              <a:t>· 고르는 기준: 내 PC에서 나만 쓰면 stdio, 여러 에이전트가 함께 쓰는 공용 서버는 HTTP. 데이터 접근 권한은 별도</a:t>
            </a:r>
          </a:p>
          <a:p>
            <a:r>
              <a:t>· HYD: 지식 그래프 서버만 stdio, 나머지 넷은 HTTP</a:t>
            </a:r>
          </a:p>
          <a:p>
            <a:r>
              <a:t>[다음] 스킬과 MCP의 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스킬만 있거나 서버만 있으면 무엇이 안 되나</a:t>
            </a:r>
          </a:p>
          <a:p>
            <a:r>
              <a:t>· 실습에서 내 조회 도구를 서버로 노출하고 외부 도구와 조합할 때 이 구분을 쓴다</a:t>
            </a:r>
          </a:p>
          <a:p>
            <a:r>
              <a:t>[다음] 스킬과 MCP의 역할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스킬 → 오른쪽 MCP(강조)</a:t>
            </a:r>
          </a:p>
          <a:p>
            <a:r>
              <a:t>· 스킬: 수행 방법을 적은 지침, 사람이 읽고 고친다. 지침 문장이 호출을 실행하지 않는다. 실행 스크립트가 있어도 실행 주체와 권한이 따로 필요. 예: 「diagnose로 원인 1순위를 얻는다」</a:t>
            </a:r>
          </a:p>
          <a:p>
            <a:r>
              <a:t>· MCP: 도구를 내주고 호출을 받는 연결. 일은 서버가 한다. 어떤 순서로 부를지는 정하지 않는다. 예: hyd-dmn이 diagnose를 실행해 응답</a:t>
            </a:r>
          </a:p>
          <a:p>
            <a:r>
              <a:t>· 한 문장: 스킬은 무엇을 어떤 순서로, MCP는 그 도구를 실제로 부를 수 있게 이어 준다</a:t>
            </a:r>
          </a:p>
          <a:p>
            <a:r>
              <a:t>· 방법을 바꾸면 지침을, 접속 위치를 바꾸면 연결 설정을 먼저. 도구 이름 · 입력이 바뀌면 둘 다</a:t>
            </a:r>
          </a:p>
          <a:p>
            <a:r>
              <a:t>[다음] 둘 가운데 하나만 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필요한 도구가 없다: 지침에 원인 진단이 있어도 현재 설비 값을 가져올 길이 없으면 끝낼 수 없다. 글만으로 되는 일까지 MCP가 필요한 것은 아니다</a:t>
            </a:r>
          </a:p>
          <a:p>
            <a:r>
              <a:t>· 수행 기준이 없다: 호출은 되지만 순서 · 제출물을 모델이 그때그때 정할 부분이 커진다. 방법은 스킬 · 프롬프트 · 고정 프로그램으로 줄 수 있고, 재사용하려고 스킬로</a:t>
            </a:r>
          </a:p>
          <a:p>
            <a:r>
              <a:t>· 둘 다 갖췄다: 재료가 마련될 뿐, 권한 · 입력 · 응답과 지침 준수는 기록으로 검증. 연결만으로 정답 보장 안 됨</a:t>
            </a:r>
          </a:p>
          <a:p>
            <a:r>
              <a:t>· 예: 지정한 생산 오더 조회 도구의 서버가 연결 안 됨 → 호출 경로부터, 연결 · 입력은 정상인데 순서가 엉뚱 → 지침부터. 문제 자리를 가려 고친다</a:t>
            </a:r>
          </a:p>
          <a:p>
            <a:r>
              <a:t>[다음] 도구 권한과 접근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연결이 됐다면 에이전트가 그 서버의 모든 도구를 써도 되나</a:t>
            </a:r>
          </a:p>
          <a:p>
            <a:r>
              <a:t>· 실습에서 파일 서버의 접근 범위를 설정하고, 접근 실패와 자료 없음을 구분해 저장한다</a:t>
            </a:r>
          </a:p>
          <a:p>
            <a:r>
              <a:t>[다음] 읽는 도구와 쓰는 도구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읽는 도구 → 오른쪽 쓰는 도구</a:t>
            </a:r>
          </a:p>
          <a:p>
            <a:r>
              <a:t>· 읽는 도구(예: 생산 오더 조회): 기록을 바꾸지 않지만 영향이 없지는 않다 — 필요 없는 계약 · 개인정보를 가져오면 노출, 잘못된 설비의 값이면 추천이 틀어진다 → 대상과 범위를 제한</a:t>
            </a:r>
          </a:p>
          <a:p>
            <a:r>
              <a:t>· 쓰는 도구(예: 메일 발송): 기록 변경 · 명령 · 발송. 보낸 메일은 취소해도 받은편지함에서 사라지지 않는다 → 어떤 변경인지, 누가 허락하는지, 중복 호출을 어떻게 다룰지</a:t>
            </a:r>
          </a:p>
          <a:p>
            <a:r>
              <a:t>· 읽기 · 쓰기 표시를 보고, 실제 구현과 접근 계정이 그 범위에 맞는지도 본다</a:t>
            </a:r>
          </a:p>
          <a:p>
            <a:r>
              <a:t>[다음] 허용 목록(Allowlist)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목록 맨 위 두 줄 → 별표 네 줄 → 맨 아래 줄 → 오른쪽 셋째 항목(강조)</a:t>
            </a:r>
          </a:p>
          <a:p>
            <a:r>
              <a:t>· 사전 허용 범위를 넘는 요청은 호스트의 권한 검사가 다룬다. 추가 확인인지 차단인지는 실행 정책에 따라</a:t>
            </a:r>
          </a:p>
          <a:p>
            <a:r>
              <a:t>· neo4j: 조회 도구 둘만 이름으로. 서버도 읽기 전용으로 띄워 그래프를 고치는 도구를 막았다</a:t>
            </a:r>
          </a:p>
          <a:p>
            <a:r>
              <a:t>· 별표 = 그 서버의 도구 전부, 미리 검사한 기준 서버에만. hyd-dmn의 별표 안에 판단 제출 도구 둘도 있다</a:t>
            </a:r>
          </a:p>
          <a:p>
            <a:r>
              <a:t>· Read · Glob · Grep · Skill: 호스트 자신의 도구(파일 읽기, 스킬 읽기)</a:t>
            </a:r>
          </a:p>
          <a:p>
            <a:r>
              <a:t>· 새로 등록한 서버에는 별표를 쓰지 않는다: 읽기로 인정된 이름만, 아니면 실행을 막는다. 모델의 요청 ≠ 실행 권한</a:t>
            </a:r>
          </a:p>
          <a:p>
            <a:r>
              <a:t>· 이 목록 = 에이전트가 쓰는 도구의 범위</a:t>
            </a:r>
          </a:p>
          <a:p>
            <a:r>
              <a:t>[다음] 최소 권한 원칙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정비 → 셋째 줄 구매</a:t>
            </a:r>
          </a:p>
          <a:p>
            <a:r>
              <a:t>· 최소 권한 원칙(Principle of Least Privilege): 맡은 일에 필요한 권한만 주고 나머지는 주지 않는다. 읽기 도구라도 그 일에 안 쓰이면 연결하지 않는다</a:t>
            </a:r>
          </a:p>
          <a:p>
            <a:r>
              <a:t>· 정기 정비 계획 에이전트: enterprise-maint만, 정비 도구 4개(pm_status 등)</a:t>
            </a:r>
          </a:p>
          <a:p>
            <a:r>
              <a:t>· 예비품 구매 에이전트: enterprise-purchase만, 구매 도구 3개(part_quotes 등)</a:t>
            </a:r>
          </a:p>
          <a:p>
            <a:r>
              <a:t>· 두 서버의 도구는 겹치지 않고, SQL을 자유롭게 쓰는 도구를 두지 않았다(다른 표까지 읽을 수 있어서)</a:t>
            </a:r>
          </a:p>
          <a:p>
            <a:r>
              <a:t>· 범위를 좁혀 두면 잘못 판단해도 닿는 곳이 좁다</a:t>
            </a:r>
          </a:p>
          <a:p>
            <a:r>
              <a:t>[다음] 파일 접근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범위: 실행마다 작업 폴더 하나, 「작업 디렉터리 밖의 파일을 읽거나 수정하지 마세요」(지시 원문)</a:t>
            </a:r>
          </a:p>
          <a:p>
            <a:r>
              <a:t>· 금지: 「홈 디렉터리를 찾아보지 마세요」. 홈 = 사용자 계정마다 있는 개인 폴더, 프로그램 설정 · 로그인 정보가 있다</a:t>
            </a:r>
          </a:p>
          <a:p>
            <a:r>
              <a:t>· 결과: output/result.json 한 경로</a:t>
            </a:r>
          </a:p>
          <a:p>
            <a:r>
              <a:t>· 폴더 구분과 지시는 운영체제가 강제로 막는 격리가 아니다. 실제 접근 통제는 실행 계정 권한 · 허용 경로 검사 · 격리 환경 같은 별도 장치</a:t>
            </a:r>
          </a:p>
          <a:p>
            <a:r>
              <a:t>· 그래서 에이전트가 닿을 수 있는 곳에 비밀을 두지 않는다</a:t>
            </a:r>
          </a:p>
          <a:p>
            <a:r>
              <a:t>[다음] 인증 비밀값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설정의 Authorization 줄 → 왼쪽 아래 가린 비밀번호 → 오른쪽 넷째 항목</a:t>
            </a:r>
          </a:p>
          <a:p>
            <a:r>
              <a:t>· 토큰을 설정에 그대로 적으면 설정을 보는 누구에게나 드러난다</a:t>
            </a:r>
          </a:p>
          <a:p>
            <a:r>
              <a:t>· 자리표시자 ${SECRET:이름}: 값 대신 이름, 실제 값은 따로 보관했다 실행 직전에만 채운다. 값이 없으면 빈 토큰으로 연결하지 않고 그 서버를 실행에서 뺀다</a:t>
            </a:r>
          </a:p>
          <a:p>
            <a:r>
              <a:t>· 화면 · 기록에 보일 때는 별표로 가린다(지식 그래프 서버 비밀번호)</a:t>
            </a:r>
          </a:p>
          <a:p>
            <a:r>
              <a:t>· 토큰만 바꾸면 설정 지문이 같아 검사 통과 기록이 유지될 수 있다. 새 토큰의 계정 · 권한은 따로 확인</a:t>
            </a:r>
          </a:p>
          <a:p>
            <a:r>
              <a:t>· 환경변수(실행 때 넘겨받는 설정값): 워커만 쓸 DB 비밀번호는 에이전트 프로그램이 물려받지 못하게 지운다 — 전달되면 허용 목록을 거치지 않고 DB에 바로 접속. 모델 로그인 같은 예외, MCP 비밀값은 실행 중 설정에 들어갈 수 있고 종료 뒤 정리</a:t>
            </a:r>
          </a:p>
          <a:p>
            <a:r>
              <a:t>· 자리표시자 · 가림은 노출을 줄이는 방법이지 완전한 보장이 아니다</a:t>
            </a:r>
          </a:p>
          <a:p>
            <a:r>
              <a:t>[다음] 값 없음 · 실패 · 시간 초과 · 잘림의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셋째 줄(강조)</a:t>
            </a:r>
          </a:p>
          <a:p>
            <a:r>
              <a:t>· 조회 0행: 정상 처리, 그 조건에 맞는 행이 없다. 수량 0이 아니다</a:t>
            </a:r>
          </a:p>
          <a:p>
            <a:r>
              <a:t>· 호출 실패(연결 · 프로토콜 · 도구 오류): 사유와 확인 못 한 값을 적고 0 · 빈 값으로 바꾸지 않는다</a:t>
            </a:r>
          </a:p>
          <a:p>
            <a:r>
              <a:t>· 시간 초과: 제한 시간 안에 결과를 못 받았다는 사실뿐, 서버가 아무 일도 안 했다고 단정 못 한다. 변경 도구면 재시도 전에 처리 상태 · 중복 방지 확인</a:t>
            </a:r>
          </a:p>
          <a:p>
            <a:r>
              <a:t>· 결과 잘림: 읽은 범위와 누락을 밝힌다. 포털 시험 화면도 잘린 표시와 원래 크기를 함께 보여 준다</a:t>
            </a:r>
          </a:p>
          <a:p>
            <a:r>
              <a:t>· 원칙: 모르는 걸 아는 것처럼 적지 않는다. 시간 초과를 0으로 적으면 모르는 재고가 없는 재고가 되어 잘못된 발주로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2 × 2 카드, 상황(제목 · 첫 줄) → 아래 파란 줄의 답. 학생이 먼저 고르게 한다(약 15초)</a:t>
            </a:r>
          </a:p>
          <a:p>
            <a:r>
              <a:t>· 정기 정비 경보도 같은 방법으로 → 스킬: 이름 있는 지침을 에이전트에 붙인다(프롬프트에 매번 적지 않는다)</a:t>
            </a:r>
          </a:p>
          <a:p>
            <a:r>
              <a:t>· 부품별 단가 · 납기를 읽는 기능 → 도구: 스킬 밖 서버가 내주는 기능(part_quotes처럼), 모델은 설명과 입력 스키마를 보고 고른다</a:t>
            </a:r>
          </a:p>
          <a:p>
            <a:r>
              <a:t>· 결과 파일 → 작업 폴더: output/result.json 한 경로, 작업 폴더 밖과 홈 디렉터리는 보지 않는다. 지시만으로는 격리가 아니다</a:t>
            </a:r>
          </a:p>
          <a:p>
            <a:r>
              <a:t>· 토큰이 필요한 외부 서버 → 자리표시자: 값은 설정 밖, 실행 직전에 채운다</a:t>
            </a:r>
          </a:p>
          <a:p>
            <a:r>
              <a:t>· 무엇을 어디에 둘지(방법 · 도구 · 파일의 자리 · 비밀)를 가르면 바꿀 때 무엇부터 볼지 안다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</a:t>
            </a:r>
          </a:p>
          <a:p>
            <a:r>
              <a:t>· 에이전트 스킬(Agent Skill): 업무 지침과 자료를 이름 있는 묶음으로 관리해 다시 쓰는 방법. MCP: AI 애플리케이션이 외부 도구 · 데이터에 연결하는 방식을 정한 개방형 프로토콜</a:t>
            </a:r>
          </a:p>
          <a:p>
            <a:r>
              <a:t>· 호스트 · 클라이언트: 모델을 가진 애플리케이션, 그 안에서 서버 하나와 연결을 유지하는 구성요소. 서버 · 도구: 기능을 내주는 프로그램, 호출할 수 있는 기능</a:t>
            </a:r>
          </a:p>
          <a:p>
            <a:r>
              <a:t>· 입력 스키마(JSON Schema): 넘길 값의 이름과 형</a:t>
            </a:r>
          </a:p>
          <a:p>
            <a:r>
              <a:t>· stdio · Streamable HTTP: 하위 프로세스의 표준 입출력/HTTP 요청</a:t>
            </a:r>
          </a:p>
          <a:p>
            <a:r>
              <a:t>· readOnlyHint: 서버가 스스로 다는 읽기 전용 표시. 최소 권한 원칙: 필요한 권한만. 자리표시자: 비밀값 대신 적는 이름과 자리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문제. 문항마다 먼저 가린다: 문제가 스킬에 있나, 연결에 있나, 응답 처리에 있나</a:t>
            </a:r>
          </a:p>
          <a:p>
            <a:r>
              <a:t>· 정답과 까닭은 세 문제 뒤에 함께</a:t>
            </a:r>
          </a:p>
          <a:p>
            <a:r>
              <a:t>[다음] Quiz 1. 스킬에 적힌 조회가 실행되지 않은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스킬에 생산 오더 조회(mes_orders) 단계가 있는데 값을 못 받았다. 연결된 서버는 neo4j와 hyd-dmn뿐</a:t>
            </a:r>
          </a:p>
          <a:p>
            <a:r>
              <a:t>· 물음: 먼저 고칠 곳은?</a:t>
            </a:r>
          </a:p>
          <a:p>
            <a:r>
              <a:t>· 생각할 거리: 빠진 것이 방법(스킬)인가 연결(서버)인가</a:t>
            </a:r>
          </a:p>
          <a:p>
            <a:r>
              <a:t>· 약 20초</a:t>
            </a:r>
          </a:p>
          <a:p>
            <a:r>
              <a:t>[다음] Quiz 2. 시간을 넘긴 재고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예비품 재고 조회가 제한 시간 안에 끝나지 않아 포털이 시간 초과로 결과를 못 받았다고 알림</a:t>
            </a:r>
          </a:p>
          <a:p>
            <a:r>
              <a:t>· 물음: 결과에 적을 내용은?</a:t>
            </a:r>
          </a:p>
          <a:p>
            <a:r>
              <a:t>· 생각할 거리: 실패한 조회가 재고에 대해 알려 준 것과 알려 주지 않은 것</a:t>
            </a:r>
          </a:p>
          <a:p>
            <a:r>
              <a:t>· 약 20초</a:t>
            </a:r>
          </a:p>
          <a:p>
            <a:r>
              <a:t>[다음] Quiz 3. 정비 에이전트에 붙일 서버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정기 정비 계획 에이전트는 enterprise-maint만 연결돼 있다. 견적도 보게 구매용 서버를 붙이자는 제안, 그런데 이 에이전트의 일에는 견적이 쓰이지 않는다</a:t>
            </a:r>
          </a:p>
          <a:p>
            <a:r>
              <a:t>· 물음: 최소 권한 원칙에 맞는 판단은?</a:t>
            </a:r>
          </a:p>
          <a:p>
            <a:r>
              <a:t>· 생각할 거리: 읽기 도구라면 연결해도 괜찮은가</a:t>
            </a:r>
          </a:p>
          <a:p>
            <a:r>
              <a:t>·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2번(업무 DB 서버 enterprise 연결): 스킬에 방법은 있고 빠진 것은 실행할 연결. 연결 뒤 호출 권한 · 입력 확인. 오답 1 · 3은 스킬을 고쳐 연결을 못 채우고, 4는 남은 도구까지 줄인다</a:t>
            </a:r>
          </a:p>
          <a:p>
            <a:r>
              <a:t>· Quiz 2 정답 4번(조회 실패로 확인 못 함): 실패는 재고가 없다는 게 아니라 모른다는 것만 알려 준다. 오답 1 모르는 것을 없는 것으로, 2 지난 값을 지금 값처럼, 3 확인 못 한 사실까지 삭제</a:t>
            </a:r>
          </a:p>
          <a:p>
            <a:r>
              <a:t>· Quiz 3 정답 1번(연결하지 않음): 쓰이지 않는 읽기 도구도 주지 않아야 잘못 판단해도 닿는 곳이 좁다. 오답 2는 읽기 표시를 연결할 까닭으로 본 혼동(읽기에도 노출 위험), 3은 지시를 권한으로 본 혼동, 4는 정비 · 구매로 나눈 까닭을 되돌린다</a:t>
            </a:r>
          </a:p>
          <a:p>
            <a:r>
              <a:t>· 이어지는 실습: 준비된 MCP의 연결과 호출 결과를 확인하고, 회의록에서 결정사항 · 담당자 · 기한 · 출처를 뽑는 SKILL.md를 쓴다. 담당자 · 기한이 없으면 미정으로 남는지 원문과 비교한다</a:t>
            </a:r>
          </a:p>
          <a:p>
            <a:r>
              <a:t>· 파일 · Git · 시간 서버의 접근 범위를 설정해 같은 자료의 내용 · 변경 이력 · 기준 시각을 대조하고, 점검 자료 조회 함수를 도구로 노출해 함께 불러 다른 대상 · 없는 자료 · 조회 실패로 검증한다. 기본 진행은 Notion 없이 하고, 준비되면 자기 노트 퀴즈를 고를 수 있다 — 진행은 핸즈온 가이드</a:t>
            </a:r>
          </a:p>
          <a:p>
            <a:r>
              <a:t>· 다음 회차: 점검 요청의 정보 누락과 요구 변경을 질문 · 명세 · 검증으로 다룬다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6회차 · 스킬과 MCP로 반복 작업 처리하기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스킬 · MCP · 접근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반복 작업을 재사용 지침과 도구 호출로 나누고, 도구가 닿는 범위와 권한을 정한다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notebook" descr="notebook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lug-connected" descr="plug-connected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 작업의 지침을 SKILL.md로 적고, 도구를 MCP로 잇고, 둘의 몫과 읽기 · 쓰기 권한 · 접근 범위를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notebook" descr="note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목적 · 입출력 · 절차를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예외에 지어내지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lug-connected" descr="plug-connecte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호스트 · 서버 · 도구를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 정의와 호출을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git-compare" descr="git-compar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방법과 실행 도구를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하나만 있을 때를 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ock" descr="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권한과 범위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읽기와 쓰기를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닿는 경로와 실패를 가린다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구성과 도구 호출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MCP의 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권한과 접근 범위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스킬과 SKILL.md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일하는 순서와 결과의 모양을 지침 파일로 정해 두는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목표와 도구만 받은 에이전트가 정해야 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방법이 정해져 있지 않으면 어느 도구를 어떤 순서로 부르고 무엇을 낼지를 에이전트가 실행할 때마다 새로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ols" descr="tool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무엇부터 부를 것인가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엔진 도구 19개, 업무 DB 도구 14개가 놓여 있다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첫 호출부터 고를 것이 많다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어떤 순서로 부를 것인가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알기 전에는 조치 후보를 비교할 수 없다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순서가 바뀌면 빠지는 근거가 생긴다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없으면 어떻게 할 것인가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읽지 못한 채 원인을 고르면 지어낸 판단이 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e-check" descr="file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435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내고 끝낼 것인가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결과의 모양이 실행마다 다르면 다음 단계가 그 결과를 읽지 못한다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스킬: 이름을 붙여 재사용하는 업무 지침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지침과 필요한 자료를 이름 있는 묶음으로 관리하여 여러 실행에서 다시 쓰는 방법이다.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지침과 필요한 자료를 묶어 관리한다.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종류의 일에 다시 사용할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머리말과 본문을 담은 중심 파일이다.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필요하면 참고 문서 · 스크립트 · 자료를 함께 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스킬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대응의 절차를 파일로 제공한다.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적용 여부와 결과는 실행 기록으로 확인한다.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 ①: 머리말과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SKILL.md는 이름과 쓰임을 적은 머리말로 시작해, 맡는 일과 그 범위의 한계를 밝히는 요약으로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name: cooling-emergency-response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description: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---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(COOLER_DEGRADATION)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건에서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진단하고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장과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전에는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시스템이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이름이다. 폴더 이름과 같다.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경우에 쓰는 스킬인지를 한 줄로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한 건에서 무엇을 하고 무엇을 내는지를 밝힌다.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범위의 한계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조회와 계산까지만 하고 설비 명령은 내지 않는다.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 원문 ②: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절차는 도구와 입력, 권장 순서, 예외를 알려 주며 실제 실행이 그 기준을 지켰는지 확인할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context/task.json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alert.alertId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incident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hyd-dmn diagnose(asset, pattern, alert_id)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withheld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지어내지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enterprise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4. hyd-dmn evaluate_cards(asset, pattern,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cause, failure_mode)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안이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안이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어디서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지는지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줄씩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정리한다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5. hyd-dmn submit_decision(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decision_id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입력을 읽을 파일과 읽을 항목을 가리킨다.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2단계와 그 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도구의 이름과 넘길 값, 근거가 없을 때의 행동을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「필요하면」과 「조회만」으로 범위를 정한다.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 · 5단계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2단계에서 받은 값을 넘겨 후보를 비교하고, 판단을 제출한다.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SKILL.md가 정하는 여섯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한 편은 언제, 무엇을 위해 쓰고, 무엇을 받으며, 막히면 어떻게 하고, 어떤 순서로 무엇을 내는지를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스킬문서.svg" descr="illust_522091027936231337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8607" y="188291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8607" y="275276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목적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요약 문단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8607" y="3338968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8607" y="3901534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예외 지침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2단계 끝 문장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8607" y="4483010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8607" y="5428500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##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절이 정한 항목과 실제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단계가 값을 항목의 이름으로 읽기 때문에, 결과 절은 내놓을 다섯 항목의 이름을 정해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9282"/>
            <a:ext cx="6766560" cy="37241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6442"/>
            <a:ext cx="6400800" cy="34498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guide_card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decision{recommended, explanation, order}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decision_id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output/result.json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오염입니다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29282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내놓을 항목의 이름을 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0318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 · failure_mode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그래프의 식별자를 그대로 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추천한 조치, 설명, 후보의 순위이다.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22393"/>
            <a:ext cx="4007815" cy="93103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decision_id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제출한 판단에 붙은 번호이다.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구성과 도구 호출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스킬의 절차가 부르는 도구가 어디에 있고, 어떤 규약으로 정의 · 호출 · 연결되는가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스킬의 절차가 가리키는 것: 스킬 밖의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절차 2단계의 diagnose는 스킬 안에 든 기능이 아니라, 스킬 밖의 프로그램이 내주는 도구의 이름이다.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 diagnose(asset, pattern, alert_id)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server" descr="serv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도구를 내주는 프로그램이다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진단은 여기서 실행된다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diagnose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프로그램이 내주는 도구의 이름이다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asset, pattern, alert_id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도구에 넘길 값의 이름이다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MCP: AI 애플리케이션과 외부 도구를 잇는 개방형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MCP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AI 애플리케이션이 외부의 도구와 데이터에 연결하는 방식을 하나로 정한 개방형 프로토콜이다.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외부 도구와 데이터를 연결하는 개방형 프로토콜이다.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규약 판 · 전송 방식 · 지원 기능 · 인증 조건을 맞춘다.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JSON-RPC 2.0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JSON Remote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응답을 주고받는 메시지 형식이다.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결과의 항목 이름까지 하나로 정하지는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규격 단자 비유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상호 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규격으로 연결 구현을 재사용한다.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사용에는 기능과 권한 확인이 더 필요하다.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MCP의 네 구성요소: 호스트 · 클라이언트 · 서버 ·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호스트가 서버별 클라이언트를 관리하며, 서버는 자신이 연결한 기능을 도구로 제공한다.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MCP구성.svg" descr="illust_8441336952955069056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936" y="1722180"/>
            <a:ext cx="436379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호스트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0403" y="1722180"/>
            <a:ext cx="32728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MCP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3256" y="1864004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932" y="4842296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3957" y="2407660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4046" y="3480791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 · 조회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4046" y="4709928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hyd-dmn · 도구 19개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4046" y="6000521"/>
            <a:ext cx="2945563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enterprise · 도구 14개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8709" y="3353150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8709" y="4582287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8709" y="5811423"/>
            <a:ext cx="16364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정의 한 건: part_quotes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모델이 도구를 부를지 정할 때 읽는 것은 도구 목록의 항목에 든 이름과 설명과 입력 스키마이다.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"part_quotes",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"description": "SCM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…단가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불량률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(avl)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읽습니다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"inputSchema":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"type": "object",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"properties":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"part":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"type": "string",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"default": "P-PMP-SEAL",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"description":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번호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} }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"annotations": { "readOnlyHint": true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호출할 때 쓰는 도구의 이름이다.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description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읽고 부를지를 정하는 글이다.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inputSchema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 · 형 · 기본값 안내이다. 기본값의 실제 적용은 구현이 맡는다.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annotations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읽기 전용인지 같은 표시가 붙는다.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한 건의 요청: 도구의 전체 이름과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실행 환경은 서버를 붙인 도구 이름으로 요청하며, 입력 형식과 업무 대상의 정확성은 각각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mcp__hyd-dmn__diagnose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"alert_id": "ALT-hyd01-0025-b8ed"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mcp__서버__도구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실행 환경의 이름 표기이다. MCP 공통 이름 규칙은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 정한 이름과 형을 따르는 JSON이다.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이름의 도구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서버에 있는 part_quotes도 서버 이름으로 구분된다.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검증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포털은 스키마 위반을 거절한다. 대상 · 권한 · 의미는 별도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방식 두 가지: stdio와 Streamable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stdio는 하위 프로세스의 입출력으로, Streamable HTTP는 서버 주소에 대한 HTTP 요청으로 통신한다.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pic>
        <p:nvPicPr>
          <p:cNvPr id="6" name="삽화:연결방식.svg" descr="illust_779848913643868506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1722180"/>
            <a:ext cx="501836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stdio (standard input/output)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5865" y="1722180"/>
            <a:ext cx="458198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Streamable HTTP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http://…/mcp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583" y="4416826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4416826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 프로세스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266" y="3282238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표준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0261" y="4204091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표준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764" y="5527776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실행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2231" y="3187689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31" y="5211037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5058" y="481865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떠 있는 HTTP 서버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2227" y="5787786"/>
            <a:ext cx="4800177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클라이언트 여럿 · 서버 하나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MCP의 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지침에 적힌 방법과 서버가 실행하는 도구가 한 실행 안에서 나누는 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스킬과 MCP의 역할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스킬은 수행 지침과 자료를 제공하고, MCP는 외부 도구 호출을 연결하며, 실제 실행에는 별도의 권한이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수행 방법을 적은 지침이다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읽고 고칠 수 있는 글이다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지침만으로 호출 권한이 생기지 않는다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「diagnose로 원인 1순위를 얻는다」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lug-connected" descr="plug-connecte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도구를 내주고 호출을 받는 연결이다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서버라는 프로그램이 실제로 일을 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순서로 부를지는 정하지 않는다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hyd-dmn 서버가 diagnose를 실행해 응답한다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연결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 가운데 하나만 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업무에는 수행 기준과 필요한 도구가 함께 있어야 하며, 연결 뒤에도 권한·입력·결과를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필요한 도구가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지침에 적힌 조회를 수행할 수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현재값을 얻을 다른 경로도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ools" descr="tool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기준이 없다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호출 순서와 결과 기준을 매번 정할 부분이 커진다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스킬 · 프롬프트 · 프로그램으로 방법을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방법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ircle-check" descr="circ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지침과 도구를 갖췄다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수행의 재료가 마련된다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권한 · 입력 · 결과와 지침 준수는 검증한다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 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권한과 접근 범위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읽기와 쓰기를 가르고, 부를 수 있는 도구 · 닿는 경로 · 비밀값 · 실패 상태를 정한다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도구와 쓰는 도구: 잘못 불렀을 때의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읽기에도 정보 노출과 잘못된 판단의 위험이 있고, 쓰기는 실제 변경과 중복 실행의 영향까지 확인해야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기록을 바꾸지 않고 조회한다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읽을 대상과 정보 범위를 제한한다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생산 오더 조회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조회는 노출 · 오판으로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범위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encil" descr="penci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쓰는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기록 변경 · 명령 · 발송을 수행한다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권한과 승인 조건을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메일 발송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재시도 전 중복 처리 여부를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영향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목록(Allowlist): 에이전트가 부를 수 있는 도구의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허용 목록과 실행 정책은 모델이 낸 요청 가운데 실제로 실행할 수 있는 도구를 제한한다.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목록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mcp__neo4j__get_neo4j_schema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mcp__neo4j__read_neo4j_cypher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mcp__hyd-dmn__*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mcp__enterprise-maint__*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mcp__enterprise-purchase__*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Read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Glob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Grep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neo4j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도구 둘의 이름만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서버가 내주는 도구 전부를 뜻한다. 미리 검사해 둔 기준 서버에만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등록한 서버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검사·확인에서 읽기로 인정한 이름만 허용하며, 모델의 요청 자체와 실행 권한은 구별한다.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 · Skill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읽기, 스킬 읽기 같은 호스트의 도구이다.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원칙: Principle of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필요한 것만 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 따라, 업무 DB 서버는 정비용과 구매용으로 나뉘어 에이전트마다 따로 연결된다.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주고 그 밖의 권한은 주지 않는다는 원칙이다.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읽기 도구라도 그 일에 쓰이지 않으면 연결하지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계획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정비용 서버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 서버 가운데 enterprise-maint만 연결한다.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쪽 도구 4개(pm_status 등)를 받는다.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구매용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enterprise-purchase만 연결한다.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쪽 도구 3개(part_quotes 등)를 받는다.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접근 범위: 작업 폴더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폴더는 입력·지침·결과의 자리를 정하며, 폴더 구분과 지시만으로 운영체제 접근이 격리되지는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older" descr="fold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실행마다 작업 폴더 하나를 준다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「작업 디렉터리 밖의 파일을 읽거나 수정하지 마세요.」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폴더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ome-off" descr="hom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「홈 디렉터리를 찾아보지 마세요.」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홈에는 프로그램의 설정과 로그인 정보가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홈 디렉터리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check" descr="fil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파일은 output/result.json에 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접근 통제는 별도 장치로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정해진 경로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인증 비밀값: 설정에는 자리표시자, 값은 실행 직전에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HYD는 설정에 자리표시자를 두고 실행 시 비밀값을 채우며, 새 자격 증명의 유효성과 권한은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"my-drive":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"type": "url",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"url": "https://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/mcp",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"headers":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"Authorization":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"Bearer ${SECRET:GOOGLE_TOKEN}"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화면에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접속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"NEO4J_PASSWORD":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＊＊＊＊＊＊＊＊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${SECRET:이름}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들어갈 자리와 그 값의 이름이다. 값은 설정과 따로 보관한다.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값이 없을 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빈 값으로 연결하지 않고 그 서버를 실행에서 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가린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화면과 기록에 보일 때는 값을 별표로 가린다.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환경변수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워커의 비밀 상속을 줄인다. 필요한 인증과 실행 중 설정은 별도 관리한다.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 없음 · 실패 · 시간 초과 · 잘림의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조회 0행·호출 실패·시간 초과·잘림은 서로 다른 상태이므로, 확인한 범위와 모르는 범위를 구체적으로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응답의 모양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결과에 적는 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0행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조회는 정상 처리됐다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조건에 맞는 행을 찾지 못함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수량 0으로 바꾸지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· 프로토콜 · 도구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사유와 확인 못 한 값을 남긴다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 시간 안에 결과를 못 받았다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미실행을 단정하지 않는다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변경 재시도 전 상태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잘림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일부 또는 본문을 읽지 못했다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범위와 누락을 밝힌다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무엇을 어디에 둘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다룰 것이 방법인지, 도구의 기능인지, 파일의 자리인지, 비밀값인지에 따라 먼저 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반복되는 경보의 처리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경보도 같은 방법으로 처리한다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스킬: 이름 있는 지침을 에이전트에 붙인다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5623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견적을 읽는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8658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부품별 단가 · 납기를 읽어야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3522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도구: 서버가 내주고 설명과 입력 스키마로 고른다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파일을 남길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에이전트가 결과를 파일로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 폴더: 정해진 경로에만 쓰고 밖은 보지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2239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187952"/>
            <a:ext cx="5001768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토큰이 필요한 서버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718304"/>
            <a:ext cx="500176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외부 서버의 인증 설정을 준비한다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266944"/>
            <a:ext cx="500176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자리표시자: 값은 따로 두고 실행 때 채운다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스킬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Skill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지침과 필요한 자료를 이름 있는 묶음으로 관리해 다시 쓰는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Model Context Protocol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애플리케이션이 외부 도구와 데이터에 연결하는 방식을 정한 개방형 프로토콜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호스트 · 클라이언트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Host · Client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모델을 가진 애플리케이션과, 그 안에서 서버 하나와 연결을 유지하는 구성요소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서버 · 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Server · Tool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시스템의 기능을 내주는 프로그램과, 그 서버가 내주는 호출할 수 있는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스키마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Input Schema (JSON Schema)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도구에 넘길 값의 이름과 형을 정한 정의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stdio · Streamable HTTP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Standard Input/Output · Streamable HTTP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하위 프로세스의 표준 입출력, 또는 HTTP 요청으로 주고받는 연결 방식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readOnlyHint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Read-only Hint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시스템을 바꾸지 않는다고 서버가 스스로 다는 표시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Principle of Least Privilege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주는 원칙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자리표시자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Placeholder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설정에 비밀값 대신 적어 두는 값의 이름과 자리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스킬에 적힌 조회가 실행되지 않은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스킬에 mes_orders 직접 호출이 있지만, 연결된 서버는 neo4j와 hyd-dmn뿐이며 그 도구는 제공되지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먼저 고칠 곳으로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절차에 mes_orders의 입력 스키마를 옮겨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에이전트에 업무 DB 서버 enterprise를 연결한다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스킬의 description을 더 자세히 고쳐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목록에서 hyd-dmn의 도구를 뺀다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시간을 넘긴 재고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재고 조회가 제한 시간 안에 끝나지 않아, 포털이 시간 초과로 결과를 받지 못했다고 알렸다.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 적을 내용으로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재고가 0개라고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지난 실행에서 본 재고 값을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항목을 결과에서 지운다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조회에 실패해 재고를 확인하지 못했다고 적는다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정비 에이전트에 붙일 서버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계획 에이전트에 enterprise-purchase를 붙이자는 제안이 나왔지만, 그 일에는 견적이 쓰이지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최소 권한 원칙에 맞는 판단은?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enterprise-purchase는 이 에이전트에 연결하지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견적 도구는 읽기 표시가 true이므로 연결해도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목록에 별표로 올려 두고 부르지 않게 지시한다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업무 DB 서버를 하나로 합쳐 도구를 모두 준다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스킬과 도구의 역할, 응답이 알려 준 범위, 맡은 일에 맞춘 권한의 경계를 올바로 판단하는지를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스킬은 방법을 적은 글이고 실행은 서버가 한다. 서버가 연결되지 않으면 그 값을 받지 못한다.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실패한 조회는 값이 없다는 사실을 알려 주지 않는다. 실패는 실패로 적는다.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맡은 일에 필요한 권한만 준다. 읽기 도구라도 그 일에 쓰이지 않으면 연결하지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