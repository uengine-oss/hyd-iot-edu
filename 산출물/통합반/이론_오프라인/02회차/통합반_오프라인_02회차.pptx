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셋(식별 · 적재 · 절차)</a:t>
            </a:r>
          </a:p>
          <a:p>
            <a:r>
              <a:t>· 앞서 만든 작은 설비 모델을 오늘 완성한다: 다시 넣어도 중복되지 않게, 잘못된 값과 연결을 찾게, 작업 절차까지 잇게</a:t>
            </a:r>
          </a:p>
          <a:p>
            <a:r>
              <a:t>· 오늘의 흐름: 이론 → 모델 보완과 반복 적재 → 다른 설비와 공용 부품 → SOP 연결</a:t>
            </a:r>
          </a:p>
          <a:p>
            <a:r>
              <a:t>· 이론은 온라인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식별자: 쿨러 · 오일 쿨러 · 열교환기가 셋으로 흩어지지 않게. 그래프 · 시계열 · 업무 DB를 같은 대상으로 잇는 값</a:t>
            </a:r>
          </a:p>
          <a:p>
            <a:r>
              <a:t>· 2 반복 적재: 넣다 멈춰 다시 돌려도 같은 대상이 하나 — 이어지는 실습의 핵심 확인</a:t>
            </a:r>
          </a:p>
          <a:p>
            <a:r>
              <a:t>· 3 제약: 빠진 값, 글자로 적힌 수, 거꾸로 그은 관계를 찾는 기준. 저장이 됐다고 맞는 것은 아니다</a:t>
            </a:r>
          </a:p>
          <a:p>
            <a:r>
              <a:t>· 4 SOP 연결: 조치를 고를 때 순서 · 전제 · 금지 · 완료까지 함께 나오게 — SOP 연결 실습에서 직접 잇는다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이름이 달라도 같은 대상 → 식별자</a:t>
            </a:r>
          </a:p>
          <a:p>
            <a:r>
              <a:t>· 02 그 식별자로 찾고 없을 때만 만든다(MERGE)</a:t>
            </a:r>
          </a:p>
          <a:p>
            <a:r>
              <a:t>· 03 넣은 데이터가 정의를 지켰는지 가리는 조건</a:t>
            </a:r>
          </a:p>
          <a:p>
            <a:r>
              <a:t>· 04 모델에 작업 절차를 붙이는 구조 → 실습 셋으로</a:t>
            </a:r>
          </a:p>
          <a:p>
            <a:r>
              <a:t>[다음] 같은 대상을 하나로 가리키는 식별자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앞서 만든 모델에 「쿨러」와 「오일 쿨러」가 따로 들어가면 무엇이 잘못 나오나</a:t>
            </a:r>
          </a:p>
          <a:p>
            <a:r>
              <a:t>· 먼저 정의(스키마)와 실제 대상(인스턴스)을 가른 뒤, 대상을 가리키는 값을 정한다</a:t>
            </a:r>
          </a:p>
          <a:p>
            <a:r>
              <a:t>[다음] 스키마와 인스턴스 데이터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스키마 → 오른쪽 인스턴스 데이터, 두 예문</a:t>
            </a:r>
          </a:p>
          <a:p>
            <a:r>
              <a:t>· 한 사람은 태그를, 다른 사람은 이름만 적었다면 프로그램은 어느 칸에서 데이터를 찾나 → 등록 때부터 따를 정의가 필요</a:t>
            </a:r>
          </a:p>
          <a:p>
            <a:r>
              <a:t>· 스키마 = 클래스 · 속성 · 관계 · 제약의 정의만(온톨로지를 실제로 적은 것). 「센서에는 태그가 있어야 한다」는 모든 센서가 따를 조건</a:t>
            </a:r>
          </a:p>
          <a:p>
            <a:r>
              <a:t>· 인스턴스 데이터 = 정의에 맞춰 적은 실제 대상과 관계. 같은 기종이 늘면 이쪽만 는다</a:t>
            </a:r>
          </a:p>
          <a:p>
            <a:r>
              <a:t>· 양식과 작성된 문서에 비유하되, 스키마는 어떤 대상끼리 연결할 수 있는지까지 정한다</a:t>
            </a:r>
          </a:p>
          <a:p>
            <a:r>
              <a:t>· 약속이 없으면 같은 장치 · 관계 · 값이 여러 이름 · 방향 · 형식으로 = 의미 불일치. 프로그램은 아는 모양만 찾아 일부를 놓친다</a:t>
            </a:r>
          </a:p>
          <a:p>
            <a:r>
              <a:t>· 이 시스템의 에이전트도 읽는 쪽: 일을 받을 때 스키마 설명이 함께 주어져 어떤 이름 · 방향으로 찾을지 정한다</a:t>
            </a:r>
          </a:p>
          <a:p>
            <a:r>
              <a:t>[다음] 식별자 · 이름 · 별칭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식별자 카드 → 이름 카드 → 별칭 카드</a:t>
            </a:r>
          </a:p>
          <a:p>
            <a:r>
              <a:t>· 쿨러 · 오일 쿨러 · 열교환기가 같은 장치인데 대상을 셋 만들면 센서를 찾을 때 한 대상에 붙은 것만 나온다</a:t>
            </a:r>
          </a:p>
          <a:p>
            <a:r>
              <a:t>· 식별자 = 대상 하나의 고유한 값, 바꾸지 않는다. 콜론 앞머리가 종류마다 달라 유온 센서와 유온은 뒷부분이 같아도 다른 대상</a:t>
            </a:r>
          </a:p>
          <a:p>
            <a:r>
              <a:t>· 이름 = 사람이 읽는 표시, 겹치거나 바뀔 수 있다</a:t>
            </a:r>
          </a:p>
          <a:p>
            <a:r>
              <a:t>· 별칭 = 같은 대상을 부르는 다른 이름 목록(쿨러 · 열교환기/오일 온도 · 작동유 온도). 「작동유 온도」로 검색하면 첫 결과가 유온</a:t>
            </a:r>
          </a:p>
          <a:p>
            <a:r>
              <a:t>· 이름을 바꿔도 식별자와 연결은 그대로 → 식별자로 찾는 쪽은 계속 같은 대상</a:t>
            </a:r>
          </a:p>
          <a:p>
            <a:r>
              <a:t>· 별칭의 TS1 ≠ 센서의 태그 TS1: 태그는 계측 채널 칸의 값, 별칭은 물리량을 찾는 단서. 별칭은 찾는 단서, 식별자는 구별 기준 → 글자가 비슷해도 센서와 물리량을 합치지 않는다</a:t>
            </a:r>
          </a:p>
          <a:p>
            <a:r>
              <a:t>[다음] 여러 저장소를 잇는 공통 식별자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공통 식별자 → 왼쪽 지식 그래프 → 오른쪽 위 시계열 표 → 오른쪽 아래 업무 DB</a:t>
            </a:r>
          </a:p>
          <a:p>
            <a:r>
              <a:t>· 경보 때 실제 온도는 다른 저장소(계측 이력)에 있다 → 어느 설비의 어느 계측값인지 알아볼 공통 식별자</a:t>
            </a:r>
          </a:p>
          <a:p>
            <a:r>
              <a:t>· 그래프의 설비 코드 + 센서 태그 = 시계열 표의 설비 코드 + 태그 → 같은 채널의 이력, 경보 시각을 고르면 값 한 건(55.71 ℃)</a:t>
            </a:r>
          </a:p>
          <a:p>
            <a:r>
              <a:t>· 업무 DB(납기 · 재고)도 같은 설비 코드. 설비 자체를 찾을 땐 태그가 필요 없다 → 찾는 대상에 따라 필요한 조건이 다르다</a:t>
            </a:r>
          </a:p>
          <a:p>
            <a:r>
              <a:t>· 그래프는 같은 기종의 구성 요소 · 센서 노드를 공유 → 태그만으로는 어느 설비 값인지 모른다. 설비 코드 + 태그로 채널, 시각으로 한 건</a:t>
            </a:r>
          </a:p>
          <a:p>
            <a:r>
              <a:t>· 쿨러 사건의 냉각 효율 평균도 이 방식: 그래프의 증거가 읽는 법을 알려 주고, 저장소에서 설비 코드 · 태그로 채널을 골라 최근 구간을 읽었다</a:t>
            </a:r>
          </a:p>
          <a:p>
            <a:r>
              <a:t>· 열 이름이 아니라 맞춰 둔 값이 같아서 이어진다(그래프의 태그 = 시계열 표의 이름 열). 한 글자라도 다르면 안 이어진다</a:t>
            </a:r>
          </a:p>
          <a:p>
            <a:r>
              <a:t>[다음] 다시 적재해도 하나로 남게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적재 도중 멈춰 같은 파일을 다시 넣으면 센서가 둘이 되나</a:t>
            </a:r>
          </a:p>
          <a:p>
            <a:r>
              <a:t>· CREATE · MERGE · SET의 차이 → 관계 잇기 → 넣은 뒤 확인까지</a:t>
            </a:r>
          </a:p>
          <a:p>
            <a:r>
              <a:t>· 실습에서 같은 자료를 두 번 넣고 개수를 대조한다</a:t>
            </a:r>
          </a:p>
          <a:p>
            <a:r>
              <a:t>[다음] CREATE · MERGE · SET의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CREATE → 맨 아래 오류 메시지 → 가운데 MERGE와 SET</a:t>
            </a:r>
          </a:p>
          <a:p>
            <a:r>
              <a:t>· CREATE = 적은 대로 새 노드. 이미 있는지 안 본다 → 같은 식별자 센서가 있으면 유일 제약에 걸려 거절(아래 메시지)</a:t>
            </a:r>
          </a:p>
          <a:p>
            <a:r>
              <a:t>· MERGE = 패턴에 맞는 노드를 찾고 없으면 만든다. 이 예는 식별자로 찾는다</a:t>
            </a:r>
          </a:p>
          <a:p>
            <a:r>
              <a:t>· SET = 찾았거나 만든 노드의 속성에 값(이름 · 태그 · 단위)을 넣는다 → 대상을 찾는 일과 값을 넣는 일을 나눠 적는다</a:t>
            </a:r>
          </a:p>
          <a:p>
            <a:r>
              <a:t>· 넣다가 멈춰 다시 실행할 때: 식별자 유일 제약 + MERGE면 몇 번 실행해도 같은 대상이 하나로 남는다</a:t>
            </a:r>
          </a:p>
          <a:p>
            <a:r>
              <a:t>· 처음 등록하는 새 센서면 CREATE도 된다. 새 대상을 만드나, 같은 대상을 다시 다루나로 고른다</a:t>
            </a:r>
          </a:p>
          <a:p>
            <a:r>
              <a:t>[다음] MERGE의 검색 조건과 SET의 변경값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실행 전 상태 → 첫 쿼리(식별자로 찾고 SET) → 둘째 쿼리(이름까지 검색 조건) → 각 결과</a:t>
            </a:r>
          </a:p>
          <a:p>
            <a:r>
              <a:t>· 상황: 같은 센서의 표시 이름을 「유온 센서」 → 「온도 센서」로. 두 쿼리를 같은 처음 상태에서 각각</a:t>
            </a:r>
          </a:p>
          <a:p>
            <a:r>
              <a:t>· 생각할 시간(약 20초): 두 결과가 왜 갈리나</a:t>
            </a:r>
          </a:p>
          <a:p>
            <a:r>
              <a:t>· 첫 쿼리: 식별자로 찾아 SET으로 이름만 바꿈 → 노드 하나 그대로, 다시 실행해도 같은 센서</a:t>
            </a:r>
          </a:p>
          <a:p>
            <a:r>
              <a:t>· 둘째 쿼리: 식별자 + 새 이름 둘 다 조건 → 기존 이름이 아직 유온 센서라 맞는 노드가 없어 만들려다 같은 식별자 유일 제약에 거절</a:t>
            </a:r>
          </a:p>
          <a:p>
            <a:r>
              <a:t>· MERGE는 뜻으로 같은 센서인지 판단하지 않는다. 적은 패턴이 전부 맞는지만 본다 → 계속 가리킬 식별자는 검색 조건에, 바꿀 이름은 SET에</a:t>
            </a:r>
          </a:p>
          <a:p>
            <a:r>
              <a:t>[다음] 기존 노드를 찾아 관계 생성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MATCH 세 노드 → MERGE 두 관계(방향) → 아래 없는 식별자 예와 결과 줄</a:t>
            </a:r>
          </a:p>
          <a:p>
            <a:r>
              <a:t>· 관계는 양 끝 노드를 식별자로 먼저 찾아 변수에 담은 뒤 만든다</a:t>
            </a:r>
          </a:p>
          <a:p>
            <a:r>
              <a:t>· MERGE: 쿨러 → 센서 계측 관계, 센서 → 유온 읽는 관계. 두 노드 사이에 이미 있으면 그대로 쓴다. 화살표는 스키마의 시작 → 끝</a:t>
            </a:r>
          </a:p>
          <a:p>
            <a:r>
              <a:t>· 없는 식별자로 찾으면 MATCH가 찾은 행이 없어 MERGE도 만들 일이 없다 → 「만들어진 관계 없음」인데 오류 없이 끝날 수 있다</a:t>
            </a:r>
          </a:p>
          <a:p>
            <a:r>
              <a:t>· 실행 완료 표시만 보고 관계가 생겼다고 판단하지 않는다. RETURN이 없어 결과 표가 안 보이는 것만으로는 성공 · 실패를 못 가린다</a:t>
            </a:r>
          </a:p>
          <a:p>
            <a:r>
              <a:t>· 저장 뒤 같은 두 노드 사이를 다시 조회해 확인 → 방향을 잘못 적은 경우도 이 대조에서 드러난다</a:t>
            </a:r>
          </a:p>
          <a:p>
            <a:r>
              <a:t>[다음] 정의 · 적재 · 조회 · 검사의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칸: 앞 둘(준비) → 뒤 셋(넣고 확인) → 강조한 검사</a:t>
            </a:r>
          </a:p>
          <a:p>
            <a:r>
              <a:t>· 스키마 정의(정의 파일) → 인스턴스 데이터(예시 데이터) → 적재(식별자로 찾아 노드 · 관계 생성, 그래프) → 조회(처음 정한 역량 질문, 답의 행) → 검사(필수값 · 허용값 · 끝 클래스를 스키마와 대조)</a:t>
            </a:r>
          </a:p>
          <a:p>
            <a:r>
              <a:t>· 조회: 쿨러 센서 · 물리량 한계 · 교체 부품이 예상대로 나오나</a:t>
            </a:r>
          </a:p>
          <a:p>
            <a:r>
              <a:t>· 조회와 검사가 찾는 잘못이 다르다: 스키마가 허용한 종류끼리 이었어도 엉뚱한 센서일 수 있다 → 원자료 · 예상 답과 대조</a:t>
            </a:r>
          </a:p>
          <a:p>
            <a:r>
              <a:t>· 답 한 건이 맞게 나왔다고 다른 대상의 필수값까지 다 채워진 것은 아니다 → 검사</a:t>
            </a:r>
          </a:p>
          <a:p>
            <a:r>
              <a:t>· 저장 성공 ≠ 설계가 옳음. 질문의 답과 정의의 조건을 함께 확인해야 쓸 수 있는 지식</a:t>
            </a:r>
          </a:p>
          <a:p>
            <a:r>
              <a:t>[다음] 필수값 · 자료형 · 관계 끝점의 제약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저장이 성공했으면 데이터가 옳은가</a:t>
            </a:r>
          </a:p>
          <a:p>
            <a:r>
              <a:t>· 자료형 → 필수와 선택 → 관계의 끝점 → 제약 네 가지 → DB가 직접 막는 조건</a:t>
            </a:r>
          </a:p>
          <a:p>
            <a:r>
              <a:t>· 끝에서 답: 정의로 적은 조건이 모두 제약이고, 그중 일부만 DB가 저장할 때 막는다</a:t>
            </a:r>
          </a:p>
          <a:p>
            <a:r>
              <a:t>[다음] 자료형과 허용값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줄 위에서부터 문자열 → 수 → 참 · 거짓 → 목록 → 강조한 열거형</a:t>
            </a:r>
          </a:p>
          <a:p>
            <a:r>
              <a:t>· 프로그램은 글자로 들어온 값의 크기를 그대로 비교하기 어렵다 → 속성마다 자료형</a:t>
            </a:r>
          </a:p>
          <a:p>
            <a:r>
              <a:t>· 문자열: 이름 · 태그(계산할 일 없음). 수: 정상값 · 한계(비교 · 계산). 단위는 따로 칸에 — 「130 bar」 같은 글자는 수로 바로 비교 못 한다</a:t>
            </a:r>
          </a:p>
          <a:p>
            <a:r>
              <a:t>· 참 · 거짓: 계산 채널 여부, 승인 공급사 여부. 목록: 별칭처럼 여러 이름(문자열 하나와 목록은 다른 모양)</a:t>
            </a:r>
          </a:p>
          <a:p>
            <a:r>
              <a:t>· 열거형: 정해 둔 허용값 중 하나만. 상태 변수의 종류 = 조작(팬 속도처럼 직접 바꿈) · 결과(유온) · 교란(오염도처럼 바깥 영향)</a:t>
            </a:r>
          </a:p>
          <a:p>
            <a:r>
              <a:t>· 이 설비의 조작 변수: 팬 속도 · 펌프 부하 · 운전 펌프 선택(모두 구동기가 바꿈)</a:t>
            </a:r>
          </a:p>
          <a:p>
            <a:r>
              <a:t>· 스키마엔 이 밖에 정수 · 날짜와 시각 자료형도. 자료형은 값의 모양, 허용값은 그 안에서 고를 수 있는 것까지 정한다 → 표현 차이로 조회에서 빠지는 것을 줄인다</a:t>
            </a:r>
          </a:p>
          <a:p>
            <a:r>
              <a:t>[다음] 필수 속성과 선택 속성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필수 열(단위 · 종류) → 오른쪽 선택 열(정상값 · 한계) → 토출 압력 행 → 아래 「없음」 세 행 → 냉각 효율 행</a:t>
            </a:r>
          </a:p>
          <a:p>
            <a:r>
              <a:t>· 빈칸이 있다고 다 잘못된 데이터는 아니다</a:t>
            </a:r>
          </a:p>
          <a:p>
            <a:r>
              <a:t>· 필수: 단위(모르면 값 해석 불가), 종류(조작인지 결과인지 구별). 센서의 태그도 같은 까닭으로 필수</a:t>
            </a:r>
          </a:p>
          <a:p>
            <a:r>
              <a:t>· 토출 압력: 한계 130이 정상값 182보다 낮다 → 압력은 낮은 쪽이 위험. 유온 · 진동은 높은 쪽</a:t>
            </a:r>
          </a:p>
          <a:p>
            <a:r>
              <a:t>· 「없음」 ≠ 0: 정해진 값이 없다는 뜻. 0으로 채우면 없던 한계를 새로 정한 것처럼 뜻이 바뀐다</a:t>
            </a:r>
          </a:p>
          <a:p>
            <a:r>
              <a:t>· 냉각 효율: 경보 조건 70 %는 이상을 미리 알리는 선, 표의 한계는 인터록이 멈추는 선 → 70을 빈 한계 칸에 옮기지 않는다</a:t>
            </a:r>
          </a:p>
          <a:p>
            <a:r>
              <a:t>· 채우지 않아도 되는 항목과 꼭 필요한데 빠진 항목을 구별하는 것이 필수 여부를 정하는 까닭</a:t>
            </a:r>
          </a:p>
          <a:p>
            <a:r>
              <a:t>[다음] 관계 정의와 유효한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정의(이름 · 시작 · 끝 · 카디널리티) → 아래 네 줄 → 맨 아래 가정</a:t>
            </a:r>
          </a:p>
          <a:p>
            <a:r>
              <a:t>· 정의: 센서 → 상태 변수 「읽는다」, N:1(여러 센서가 한 상태 변수를 읽을 수 있다)</a:t>
            </a:r>
          </a:p>
          <a:p>
            <a:r>
              <a:t>· 첫 줄 유효. 둘째: 끝이 설비라 끝 클래스가 다름. 셋째: 시작 · 끝을 뒤집음. 넷째: 같은 뜻을 정의에 없는 이름으로 → 프로그램은 정의된 이름 · 방향으로만 찾는다</a:t>
            </a:r>
          </a:p>
          <a:p>
            <a:r>
              <a:t>· 유효한 연결 = 정의에 맞는 연결. 이름 · 방향 · 양 끝 클래스부터 확인</a:t>
            </a:r>
          </a:p>
          <a:p>
            <a:r>
              <a:t>· 가정: 유온 센서 → 팬 진동. 클래스 조건엔 맞지만 재는 물리량이 틀렸다</a:t>
            </a:r>
          </a:p>
          <a:p>
            <a:r>
              <a:t>· 둘~넷째 같은 오류는 스키마와 대조로 찾고, 마지막 오류는 센서 목록 같은 원자료와 대조해야 찾는다 → 검사가 어디까지 답하는지 알고 결과를 읽는다</a:t>
            </a:r>
          </a:p>
          <a:p>
            <a:r>
              <a:t>[다음] 스키마의 제약과 데이터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장, 카드마다 위 줄 조건 → 아래 줄 오류 → 강조한 연결 조건</a:t>
            </a:r>
          </a:p>
          <a:p>
            <a:r>
              <a:t>· 제약 = 데이터가 지킬 조건. 어긋난 데이터를 찾을 기준</a:t>
            </a:r>
          </a:p>
          <a:p>
            <a:r>
              <a:t>· 필수 속성: 태그 없는 센서(빠진 값)/자료형 · 허용값: 한계에 「130 bar」 글자, 종류에 허용 안 된 값/고유한 식별자: 같은 식별자로 센서를 또 만듦(중복)/연결 조건: 거꾸로 긋거나 정의에 없는 이름</a:t>
            </a:r>
          </a:p>
          <a:p>
            <a:r>
              <a:t>· 사람은 읽어 뜻을 알아도 프로그램은 태그로 못 찾고, 수를 비교 못 하고, 엉뚱한 대상을 찾는다</a:t>
            </a:r>
          </a:p>
          <a:p>
            <a:r>
              <a:t>· 이름 문제는 여럿이 넣을 때 실제로 잘 생긴다: 같은 사실을 「구성 요소를 갖는다 · 부분을 갖는다 · 포함한다」로 → 정의된 이름으로 찾으면 하나만 나온다</a:t>
            </a:r>
          </a:p>
          <a:p>
            <a:r>
              <a:t>· 조건을 적는 일 ≠ 실제 검사(누가 언제 강제하는지는 그래프 DB에서). 자료형 · 필수 · 허용값 · 시작과 끝을 정의로 적으면 모두 제약이 된다</a:t>
            </a:r>
          </a:p>
          <a:p>
            <a:r>
              <a:t>[다음] 온톨로지 스키마와 DB 제약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강조한 DB 제약의 유일 제약 예 → 왼쪽 스키마 칸, 맨 아래 줄</a:t>
            </a:r>
          </a:p>
          <a:p>
            <a:r>
              <a:t>· DB 제약 = DB가 저장하는 순간 직접 강제하는 조건. 유일 제약: 같은 레이블 노드끼리 식별자가 겹치지 않음 → 같은 식별자 센서를 또 만들면 저장 거절</a:t>
            </a:r>
          </a:p>
          <a:p>
            <a:r>
              <a:t>· 스키마는 훨씬 넓다: 필수 속성 · 허용값 · 양 끝 · 연결 수. 적었다고 전부 DB 제약이 되지는 않는다</a:t>
            </a:r>
          </a:p>
          <a:p>
            <a:r>
              <a:t>· 태그 없는 센서는 저장 자체는 될 수 있다 → 저장된 데이터를 스키마와 대조하는 별도 검사가 찾는다(허용값 · 끝 클래스도)</a:t>
            </a:r>
          </a:p>
          <a:p>
            <a:r>
              <a:t>· 이 시스템의 검사기도 전부는 안 본다: 자료형 전체와 카디널리티는 자동 대조 안 함 → 따로 확인</a:t>
            </a:r>
          </a:p>
          <a:p>
            <a:r>
              <a:t>· 무엇을 정의했나와 무엇을 실제로 강제하나를 나눠 읽는다. 저장 성공 메시지 ≠ 검증 끝</a:t>
            </a:r>
          </a:p>
          <a:p>
            <a:r>
              <a:t>[다음] 고장 · 조치와 SOP의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원인이 핀 오염으로 가려졌다 — 그 조치를 언제 어떻게 해도 되는가</a:t>
            </a:r>
          </a:p>
          <a:p>
            <a:r>
              <a:t>· 절차(SOP)의 여덟 구성요소 → 조치 방법과 단계로 옮기기 → 고장 유형에서 근거 절과 승인 역할까지</a:t>
            </a:r>
          </a:p>
          <a:p>
            <a:r>
              <a:t>· 실습에서 제공 SOP를 모델에 연결하고 원문과 대조한다</a:t>
            </a:r>
          </a:p>
          <a:p>
            <a:r>
              <a:t>[다음] SOP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절 머리 문장(원격 자동 · 수동 조작 · 최소 부하) → 제목 줄 절차 번호 → 단계 셋 → 맨 아랫줄 승인 · 생산 영향, 오른쪽 짚을 점</a:t>
            </a:r>
          </a:p>
          <a:p>
            <a:r>
              <a:t>· 「팬을 최대로」만 알려 주면 모드부터 보는 사람, 바로 바꾸는 사람, 온도를 다시 보는 사람, 명령만 보내고 끝내는 사람이 갈린다</a:t>
            </a:r>
          </a:p>
          <a:p>
            <a:r>
              <a:t>· SOP = 작업 순서와 확인 기준을 문서로 정한 표준 작업 절차. 지키는 셋: 일관성(누가 해도 같게) · 안전(위험한 순서 · 빠진 확인 막기) · 확인(끝났는지 같은 기준)</a:t>
            </a:r>
          </a:p>
          <a:p>
            <a:r>
              <a:t>· 절 머리 조건(원격 자동일 때만, 수동 조작 중이면 안 함, 부하 60 % 미만 금지)은 이 절의 조치 모두가 지킨다</a:t>
            </a:r>
          </a:p>
          <a:p>
            <a:r>
              <a:t>· 절차 번호: 이름이 비슷한 절차가 있어도 번호는 절차 하나만 가리킨다</a:t>
            </a:r>
          </a:p>
          <a:p>
            <a:r>
              <a:t>· 단계: 모드 확인 → 팬 100 %(연속 24시간 이내) → 15분 재관측으로 회복 판정(기준은 다른 절 HM-8.6). 맨 아래: 승인 운전원, 생산 유지</a:t>
            </a:r>
          </a:p>
          <a:p>
            <a:r>
              <a:t>· 순서 문장과 조건 문장을 함께 가져간다. 번호 줄만 옮기면 「수동 조작 중엔 하지 말라」가 빠져 원래와 다른 절차가 된다</a:t>
            </a:r>
          </a:p>
          <a:p>
            <a:r>
              <a:t>[다음] SOP를 이루는 여덟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줄을 작업자의 물음 순서로, 오른쪽 「실린 곳」 열을 위에서 아래로</a:t>
            </a:r>
          </a:p>
          <a:p>
            <a:r>
              <a:t>· 한 줄 메모로는 언제 써도 되는지, 무엇을 하면 안 되는지, 언제 끝난 건지 모른다 → 여덟 항목으로 읽는다(작업자가 현장에서 할 물음으로)</a:t>
            </a:r>
          </a:p>
          <a:p>
            <a:r>
              <a:t>· 적용 대상(이 고장에 맞나), 작업 전제 조건(지금 시작해도 되나 — 원격 자동), 안전 조건(손대기 전 설비 상태 — 정지 · 현장 제어 · 잠금), 준비사항(사람 · 부품)</a:t>
            </a:r>
          </a:p>
          <a:p>
            <a:r>
              <a:t>· 준비사항은 쿨러 매뉴얼에 문장이 없어 같은 설비의 정기 점검표에서 가져왔다 → 쿨러 조치의 준비 인원으로 읽지 않는다</a:t>
            </a:r>
          </a:p>
          <a:p>
            <a:r>
              <a:t>· 전제 vs 안전: 팬 최대는 원격 자동이어야 시작, 핀 세척은 거꾸로 현장 제어로 바꾸고 잠근 뒤 시작 → 시작할 때 갖출 상태가 정반대</a:t>
            </a:r>
          </a:p>
          <a:p>
            <a:r>
              <a:t>· 금지(부하 60 % 미만 금지, 고압수 금지), 담당 역할(완화는 운전원, 근본 조치는 설비보전팀장), 완료 확인(15분 동안 유온 55 ℃ 미만 + 경보 해제 유지 — 한 번 내려간 것으로는 아님)</a:t>
            </a:r>
          </a:p>
          <a:p>
            <a:r>
              <a:t>· 항목은 칸 채우기가 아니라 빠지면 작업자가 무엇을 모르게 되나로. 실린 곳이 줄마다 다르다 → 여러 절에 흩어져 있어 문장을 읽고 찾아낸다</a:t>
            </a:r>
          </a:p>
          <a:p>
            <a:r>
              <a:t>[다음] 준비사항과 안전 조건의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준비사항 → 안전 조건 세 줄 → 맨 아랫줄 까닭, 오른쪽 「확인하는 것」 열</a:t>
            </a:r>
          </a:p>
          <a:p>
            <a:r>
              <a:t>· 원문은 모두 같은 설비의 정기 점검표(쿨러 밖이지만 두 항목 차이를 실제 문장으로 견줄 수 있어서)</a:t>
            </a:r>
          </a:p>
          <a:p>
            <a:r>
              <a:t>· 준비사항: 정비 인원과 씰 키트 확보 → 확인하는 것은 자원(사람 · 부품)</a:t>
            </a:r>
          </a:p>
          <a:p>
            <a:r>
              <a:t>· 안전 조건: 작업자를 지키려면 설비가 어떤 상태여야 하나. 정지 → 현장 제어 → 잠금(LOTO = 에너지원을 잠그고 표지를 달아 정비 중 다시 못 돌리게)</a:t>
            </a:r>
          </a:p>
          <a:p>
            <a:r>
              <a:t>· 전원을 끊어도 압력은 남는다: 어큐뮬레이터(압력을 담는 용기)의 잔압을 탱크로 배출 → 압력계 0 bar 확인 뒤에만 배관을 연다. 잔압이 남은 채 열면 작동유가 분출해 다칠 수 있다</a:t>
            </a:r>
          </a:p>
          <a:p>
            <a:r>
              <a:t>· 안전 조건 세 줄의 확인 대상: 설비 상태 → 남은 에너지 → 측정값. 「했으니 됐겠지」에서 멈추지 않고 읽을 수 있는 값으로 닫는다</a:t>
            </a:r>
          </a:p>
          <a:p>
            <a:r>
              <a:t>· 정지 · 잠금 · 잔압 배출 · 압력 확인은 서로 대신 못 한다(멈춘 상태 ≠ 에너지가 제거된 상태). 준비사항과 안전 조건을 「준비 완료」 하나로 뭉개지 않는다</a:t>
            </a:r>
          </a:p>
          <a:p>
            <a:r>
              <a:t>[다음] SOP 원문과 조치 방법(Skill) · 작업 단계(Step)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원문 → 아래 구조화(조치 방법 → 단계 → 근거 절, 승인 역할), 오른쪽 짚을 점</a:t>
            </a:r>
          </a:p>
          <a:p>
            <a:r>
              <a:t>· 설비를 클래스 · 인스턴스 · 관계로 옮긴 방식과 같다. 절차 한 편 = 조치 방법 하나, 번호 붙은 작업 = 단계 하나씩</a:t>
            </a:r>
          </a:p>
          <a:p>
            <a:r>
              <a:t>· 조치 방법 클래스 = Skill. SOP 클래스를 따로 두지 않고 Skill 하나에 SOP 한 편. 절차 번호를 식별자로 → 추천 · 승인 · 작업 기록이 같은 절차를 가리킨다</a:t>
            </a:r>
          </a:p>
          <a:p>
            <a:r>
              <a:t>· 종류 값 control = 설비를 바로 제어(핀 세척은 다른 종류). 모드에 따라 원격 제어는 빠지고 작업지시는 남는 차이를 컴퓨터가 가리려면 값으로 적혀야</a:t>
            </a:r>
          </a:p>
          <a:p>
            <a:r>
              <a:t>· 단계(Step): 조치 방법 → 단계는 일대다. 단계마다 순서 값 — 넣은 차례 ≠ 작업 차례, 조회가 넣은 차례로 나온다는 보장이 없다</a:t>
            </a:r>
          </a:p>
          <a:p>
            <a:r>
              <a:t>· 단계 → 근거 절: 「왜 이렇게?」에 매뉴얼 대목을 바로. 승인 역할은 「운전원 승인이 필요하다」는 정의일 뿐, 지금 승인했다는 기록은 따로</a:t>
            </a:r>
          </a:p>
          <a:p>
            <a:r>
              <a:t>· 여덟 항목이 여덟 칸이 되진 않는다: 전제 · 금지는 단계 문장이나 판단 규칙으로, 완료 기준도 확인할 내용으로. 칸 수가 아니라 원문의 뜻을 다시 찾아낼 수 있느냐 — 모드 확인 · 회복 판정이 사라지면 제대로 옮긴 게 아니다</a:t>
            </a:r>
          </a:p>
          <a:p>
            <a:r>
              <a:t>[다음] 고장 유형 · 조치 방법 · 단계 · 근거의 연결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고장 유형 → 가운데 진한 조치 방법 → 단계 → 근거 절, 오른쪽 위 승인 역할 → 왼쪽 위 원인과 원인 한정 선 → 아래 띠 쿨러 사건의 연결</a:t>
            </a:r>
          </a:p>
          <a:p>
            <a:r>
              <a:t>· 고장 유형 → 조치 방법으로 대응 후보를 찾는다. 조치 방법엔 단계가, 단계는 근거 절을 가리키고, 승인 역할로 이어진다 → 이름만이 아니라 무엇을 · 어디 근거로 · 누구 승인으로를 함께</a:t>
            </a:r>
          </a:p>
          <a:p>
            <a:r>
              <a:t>· 승인 역할 = 승인할 최소 역할이지 수행 주체가 아니다. 팬 최대 운전은 운전원이 승인하고 설비 제어 시스템이 수행, 핀 세척 작업지시는 정비 관리 시스템이 발행</a:t>
            </a:r>
          </a:p>
          <a:p>
            <a:r>
              <a:t>· 원인 → 고장 유형 「일으킨다」. 근본 조치는 원인마다 다르니 원인 한정 조치 → 원인 관계를 따로(이 조치가 이 원인에 맞는다) → 핀 오염인데 환기 보강을 추천하지 않으려면 이 연결까지 확인</a:t>
            </a:r>
          </a:p>
          <a:p>
            <a:r>
              <a:t>· 고장 유형이 길 한가운데: 원인을 아직 못 가려도 고장 유형만 알면 완화 후보를 찾고, 원인이 가려지면 맞는 근본 조치가 더해진다(지식 그래프 지도에서 고장 유형이 가운데였던 까닭)</a:t>
            </a:r>
          </a:p>
          <a:p>
            <a:r>
              <a:t>· 조회는 질문에 맞춰 일부 가지만 따라간다(후보 · 작업 순서 · 승인 역할)</a:t>
            </a:r>
          </a:p>
          <a:p>
            <a:r>
              <a:t>· 아래 띠를 문장으로: 냉각 성능 상실에 팬 최대 운전으로 대응하고, 단계는 매뉴얼에 근거하며, 운전원이 승인한다. 철자보다 문장이 성립하는지. 쿨러 사건 추천안에도 원인 → 고장 유형 → 완화 조치의 길과 근거 절이 그대로 적혔다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상황 → 아래 줄 가를 근거. 학생이 먼저 고르게 한다(약 20초)</a:t>
            </a:r>
          </a:p>
          <a:p>
            <a:r>
              <a:t>· 노드 둘 → 식별자: 이름 · 별칭은 찾는 단서, 같은 대상인지는 id로 가른다</a:t>
            </a:r>
          </a:p>
          <a:p>
            <a:r>
              <a:t>· 다시 넣자 늘었다 → 적재문: CREATE는 있는지 안 보고 만든다. 식별자로 MERGE하면 몇 번 넣어도 하나</a:t>
            </a:r>
          </a:p>
          <a:p>
            <a:r>
              <a:t>· 유온 센서 → 팬 진동 → 양 끝 클래스는 맞아 스키마 검사는 통과한다. 실제 계측 대상은 원자료와 대조해야 드러난다</a:t>
            </a:r>
          </a:p>
          <a:p>
            <a:r>
              <a:t>· 시작 전 확인 → SOP의 두 항목: 팬 최대 운전은 원격 자동이어야 시작(작업 전제 조건), 핀 세척은 거꾸로 정지 · 현장 제어 · 잠금 뒤 시작(안전 조건)</a:t>
            </a:r>
          </a:p>
          <a:p>
            <a:r>
              <a:t>· 저장 성공 · 정의를 지킴 · 실제 대상이 맞음은 확인하는 곳이 다르다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줄을 위에서부터, 정식 명칭은 화면에 맡기고 뜻만</a:t>
            </a:r>
          </a:p>
          <a:p>
            <a:r>
              <a:t>· 스키마 = 클래스 · 속성 · 관계 · 제약의 정의, 인스턴스 = 그 정의에 맞춰 적은 실제 대상 하나</a:t>
            </a:r>
          </a:p>
          <a:p>
            <a:r>
              <a:t>· 식별자 = 같은 대상을 하나로 가리키는 바뀌지 않는 값, 자료형 = 칸에 들어갈 값의 종류</a:t>
            </a:r>
          </a:p>
          <a:p>
            <a:r>
              <a:t>· 제약 = 데이터가 지킬 조건이자 어긋남을 찾는 기준, DB 제약 = 그중 데이터베이스가 저장할 때 직접 강제하는 것</a:t>
            </a:r>
          </a:p>
          <a:p>
            <a:r>
              <a:t>· SOP = 순서와 전제 · 안전 · 금지 · 완료 기준을 정한 표준 작업 절차, LOTO = 정비 중 다시 못 돌리게 에너지원을 잠그고 표지를 단다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판단에 직접 쓸 수 있는지 확인하는 자리</a:t>
            </a:r>
          </a:p>
          <a:p>
            <a:r>
              <a:t>· 보기 이름을 기억하기보다 왜 그 자리에 정보를 놓는지 설명할 수 있느냐가 중요</a:t>
            </a:r>
          </a:p>
          <a:p>
            <a:r>
              <a:t>· 문제마다 보기를 읽고 잠깐 멈춤 → 정답과 까닭은 세 문제를 다 본 뒤</a:t>
            </a:r>
          </a:p>
          <a:p>
            <a:r>
              <a:t>[다음] Quiz 1. 이름이 바뀐 센서의 재적재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상황(이름이 바뀐 원자료, id 유일 제약) → 물음 → 보기 넷</a:t>
            </a:r>
          </a:p>
          <a:p>
            <a:r>
              <a:t>· 보기 요지: ① CREATE로 새로 ② 식별자와 새 이름을 함께 검색 조건에 ③ 새 이름만 검색 조건에, 식별자는 SET으로 ④ 식별자만 검색 조건에, 새 이름은 SET으로</a:t>
            </a:r>
          </a:p>
          <a:p>
            <a:r>
              <a:t>· 생각할 거리: 계속 가리킬 값과 바뀌는 값은 각각 어디에 적나</a:t>
            </a:r>
          </a:p>
          <a:p>
            <a:r>
              <a:t>· 생각할 시간 약 20초</a:t>
            </a:r>
          </a:p>
          <a:p>
            <a:r>
              <a:t>[다음] Quiz 2. 배관을 열기 전의 안전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상황(준비 끝, 정지 · 현장 제어 · 잠금 끝) → 물음 → 보기 넷</a:t>
            </a:r>
          </a:p>
          <a:p>
            <a:r>
              <a:t>· 보기 요지: ① 전원 차단 · 잔압 배출 · 압력계 0 bar 확인 ② 인원 · 부품 다시 세기 ③ 원격 자동 모드 확인 ④ 멈췄으니 바로 연다</a:t>
            </a:r>
          </a:p>
          <a:p>
            <a:r>
              <a:t>· 생각할 거리: 이미 갖춘 것은 사람 · 부품인가 설비 상태인가, 아직 남은 에너지는 없나</a:t>
            </a:r>
          </a:p>
          <a:p>
            <a:r>
              <a:t>· 생각할 시간 약 20초</a:t>
            </a:r>
          </a:p>
          <a:p>
            <a:r>
              <a:t>[다음] Quiz 3. 저장을 막는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상황(센서 식별자에 유일 제약) → 물음 → 보기 넷</a:t>
            </a:r>
          </a:p>
          <a:p>
            <a:r>
              <a:t>· 보기 요지: ① 태그가 빠진 센서 ② 이미 있는 센서와 식별자가 같은 새 센서 ③ 센서에서 설비로 그은 읽는 관계 ④ 종류에 허용되지 않은 값을 넣은 상태 변수</a:t>
            </a:r>
          </a:p>
          <a:p>
            <a:r>
              <a:t>· 생각할 거리: 스키마의 조건과 DB가 저장할 때 직접 강제하는 조건의 구별</a:t>
            </a:r>
          </a:p>
          <a:p>
            <a:r>
              <a:t>· 생각할 시간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4: 식별자로 찾고 이름만 SET → 노드 하나 그대로. 1은 같은 식별자가 있어 거절, 2 · 3은 새 이름과 맞는 노드가 없어 만들려다 거절 — 바뀌는 값으로는 같은 대상을 못 찾는다</a:t>
            </a:r>
          </a:p>
          <a:p>
            <a:r>
              <a:t>· Q2 정답 1: 준비사항과 정지 · 잠금은 끝났어도 어큐뮬레이터에 압력이 남는다 → 잔압 배출과 0 bar 확인 뒤에만 연다. 2는 끝난 준비사항, 3은 원격 조치의 전제 조건, 4는 멈춘 상태와 에너지가 빠진 상태를 섞었다</a:t>
            </a:r>
          </a:p>
          <a:p>
            <a:r>
              <a:t>· Q3 정답 2: 같은 식별자 센서는 유일 제약이 저장을 막는다. 태그 누락 · 끝 클래스 · 허용값 위반은 저장된 뒤 스키마와 대조하는 검사가 찾는다</a:t>
            </a:r>
          </a:p>
          <a:p>
            <a:r>
              <a:t>· 이어지는 실습: 모델의 ID · 자료형 · 필수값 · 관계 끝점을 원자료와 대조해 보완 · 적재하고, 같은 자료를 다시 넣어 개수가 그대로인지 본다. 다른 설비는 같은 스키마로 잇고 공용 부품은 ID를 재사용한다</a:t>
            </a:r>
          </a:p>
          <a:p>
            <a:r>
              <a:t>· SOP의 전제 · 금지 · 단계 · 완료를 가르고 모델의 식별자에 이어, 고른 고장의 절차와 금지 조건을 원문과 비교한다 — 진행은 핸즈온 가이드</a:t>
            </a:r>
          </a:p>
          <a:p>
            <a:r>
              <a:t>· 다음 회차: 이 SOP 조건으로 조치의 허용 · 제외와 성과를 판정한다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2회차 · 설비 모델을 완성하고 작업 절차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 · 적재 · SOP 연결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같은 대상을 하나로 적재하고 제약으로 어긋남을 찾은 뒤, 고장 · 조치에 작업 절차를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ngerprint" descr="fingerprin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database-import" descr="database-impor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대상을 식별자로 하나로 적재하고, 제약으로 어긋남을 찾은 뒤, 고장 · 조치에 SOP를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ngerprint" descr="fingerprin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식별자와 이름 · 별칭을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저장소를 잇는 공통 식별자를 찾는다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적재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넣어도 하나로 남게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넣은 뒤 조회와 검사로 대조한다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필수값 · 자료형 · 끝점 조건을 댄다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정의한 조건과 DB가 막는 조건을 가른다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연결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전제 · 금지 · 완료를 읽는다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 · 단계 · 근거를 잇는다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대상을 하나로 가리키는 식별자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적재해도 하나로 남게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필수값 · 자료형 · 관계 끝점의 제약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· 조치와 SOP의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대상을 하나로 가리키는 식별자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이름이 달라도 같은 대상을 하나로 찾고, 다른 저장소의 데이터까지 잇는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인스턴스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의미 불일치를 막으려고,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스키마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 있을 수 있는 클래스 · 속성 · 관계를 먼저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6087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1449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스키마(Schema)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· 속성 · 관계 · 제약의 정의만 담는다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대상은 들어 있지 않다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「센서에는 tag가 있어야 한다」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넣는 사람과 읽는 프로그램이 같은 정의를 기준으로 삼는다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65801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65801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있을 수 있는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59711"/>
            <a:ext cx="5181447" cy="346329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6087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1449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6087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데이터(Instance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11271"/>
            <a:ext cx="4632807" cy="186309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정의에 맞춰 적은 실제 대상과 그 사이의 관계이다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「유온 센서 sen:ts1의 tag는 TS1이다」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기종 설비가 늘면 이쪽에 인스턴스를 더한다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6580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65801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실제로 있는 것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· 이름 · 별칭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장치가 이름마다 다른 노드로 흩어지지 않게, 고유한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식별자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가리키고 이름과 별칭은 따로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key" descr="ke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식별자(Identifier)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하나의 고유한 값이며 바꾸지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설비: asset:hyd-01 · asset:hyd-02 · asset:hyd-03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센서: sen:ts1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변수: sv:ts1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g" descr="tag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이름(Name)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읽는 한국어 이름이며 겹치거나 바뀔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「HYD-01 유압 파워팩」,</a:t>
            </a:r>
            <a:b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「오일 쿨러」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별칭(Alias)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대상을 부르는 다른 이름의 목록이다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comp:cooler: 쿨러, 열교환기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sv:ts1: 오일 온도,</a:t>
            </a:r>
            <a:b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작동유 온도, TS1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9204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aliases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저장소를 잇는 공통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저장소마다 같은 설비 코드와 태그 값을 써야, 지식 그래프에서 찾은 대상으로 다른 저장소의 데이터까지 찾아간다.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6" name="삽화:공통식별자_2.svg" descr="illust_111278532880505586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86708" y="3542248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식별자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코드 + 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290" y="4109542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Asset.code: 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Sensor.tag: TS1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9565" y="3211327"/>
            <a:ext cx="305465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 tag_1s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asset: HYD-01 · name: TS1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11:13:08 → 55.71 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755" y="55750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설비 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code: HYD-01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적재해도 하나로 남게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식별자로 찾고 없을 때만 만들어, 몇 번 실행해도 노드와 관계가 늘지 않게 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 · MERGE · SET의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실행해도 같은 대상이 하나로 남게 하려면, 바뀌지 않는 식별자로 찾고 없을 때만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7"/>
            <a:ext cx="6766560" cy="4651756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7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CREATE (s:Sensor {id: 'sen:ts1',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tag: 'TS1'})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SET s.name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s.tag  = 'TS1',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s.unit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sen:ts1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CREATE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Node already exists with label `Sensor`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property `id` = 'sen:ts1'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7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적은 대로 새 노드를 만든다. 이미 있는지는 보지 않는다. sen:ts1이 이미 있으면 유일 제약에 걸려 거절된다.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패턴에 맞는 노드를 찾고 없으면 만든다. 이 예는 id 유일 제약 아래 같은 id로 반복 실행한다.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찾았거나 만든 노드의 속성에 값을 넣는다.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찾는다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id를 조건으로 기존 센서를 찾는다. 이름과 태그 같은 값은 SET으로 넣는다.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MERGE의 검색 조건과 SET의 변경값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센서의 이름을 바꿀 때는 식별자로 찾고, 바뀔 이름은 SET으로 넣는다.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쿼리는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각각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id: 'sen:ts1'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SET s.name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제약으로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id의 센서가 있으며</a:t>
            </a:r>
            <a:b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이름은 「유온 센서」이다.</a:t>
            </a:r>
            <a:b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Sensor.id 유일 제약이 걸려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찾기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id가 같은 노드를 찾고 SET으로 이름만 바꾼다. 센서 노드는 하나 그대로이다.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이름까지 검색 조건에 넣기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id와 새 이름이 모두 맞는 노드가 없다. 만들려다 id 유일 제약으로 거절된다.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첫 쿼리를 다시 실행해도 같은 노드를 찾는다. 대상의 동일성과 바뀌는 속성을 분리한다.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노드를 찾아 관계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관계는 양 끝 노드를 식별자로 먼저 찾은 뒤, 스키마의 방향대로 그 사이에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{id: 'comp:cooler'}),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(s:Sensor {id: 'sen:ts1'}),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(v:StateVariable {id: 'sv:ts1'})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(c)-[:MONITORED_BY]-&gt;(s)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(s)-[:OBSERVES]-&gt;(v)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찾으면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{id: 'comp:cooler'}),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(s:Sensor {id: 'sen:zz9'})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(c)-[:MONITORED_BY]-&gt;(s)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만들어진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이을 노드 셋을 식별자로 찾아 변수 c, s, v에 담는다.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변수로 부른 두 노드 사이에 그 관계가 없을 때만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화살표는 스키마의 시작 클래스에서 끝 클래스로 향하게 적는다.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끝점 누락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찾는 노드가 하나라도 없으면 아무 관계도 만들어지지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· 적재 · 조회 · 검사의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저장이 성공한 것과 설계가 옳은 것은 다르므로, 넣은 뒤 조회와 검사로 정의와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5035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정의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· 제약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정의 파일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50356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대상과 관계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예시 데이터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50356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식별자로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노드와 관계를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만든다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그래프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3499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50356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정한 질문을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질의로 던진다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답의 행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167064"/>
            <a:ext cx="1911644" cy="364858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3499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circle-check" descr="circ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503563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154616"/>
            <a:ext cx="1765340" cy="25878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필수값 · 허용값 · 끝 클래스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어긋남을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정의나 데이터를 고친다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필수값 · 자료형 · 관계 끝점의 제약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속성과 연결이 지킬 조건을 정하고, 어긋난 데이터를 무엇으로 찾는지 가린다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자료형과 허용값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자료형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(Data Type)은 칸에 들어갈 값의 종류를 정해, 그 값으로 할 수 있는 비교와 계산의 기준이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문자열(string)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글자이다.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name: 「유온 센서」, tag: 'TS1', unit: '℃'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수(number)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크기를 비교하고 계산할 수 있다.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normal: 48, limit: 65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「130 bar」처럼 단위를 섞은 글자는 수로 바로 비교할 수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 · 거짓(boolean)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둘 가운데 하나이다.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virtual: false, avl: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목록(string[])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여럿일 때 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aliases: 오일 온도, 작동유 온도, TS1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437022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열거형(enum)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 둔 허용값 가운데 하나만 받는다.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kind: manipulated(조작) · controlled(결과) · disturbance(교란)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manipulated: 팬 속도 · 펌프 부하 · 운전 펌프 선택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속성과 선택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필수 속성이 빠진 인스턴스는 정의에 어긋나지만, 선택 속성은 비어 있어도 정의에 맞는다.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상태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필수: unit · 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선택: normal ·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sv:ts1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℃ · 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 ·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토출 압력 sv:ps1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bar ·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182 · 130(낮은 쪽 한계)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sv:vs1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mm/s · 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0.6 · 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sv:ce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% · controlled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84 · 없음(경보의 CE &lt; 70 %와 구별)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유량 sv:fs1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l/min · controlled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 ·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 sv:load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% · manipulated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·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정의와 유효한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유효한 연결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스키마의 조건을 따르며, 이름·방향·양 끝 클래스부터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"type": "OBSERVES",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"from": ["Sensor"],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"to": ["StateVariable"],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"cardinality": "N:1",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"description":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(:Sensor)-[:OBSERVES]-&gt;(:StateVariable)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(:Sensor)-[:OBSERVES]-&gt;(:Asset)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(:StateVariable)-[:OBSERVES]-&gt;(:Sensor)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방향이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반대이다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(:Sensor)-[:WATCHES]-&gt;(:StateVariable)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정의에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OBSERVES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잇는다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틀리다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type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유형의 이름이다.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from · to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클래스와 끝 클래스이다. 화살표는 from에서 to로 향한다.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cardinality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N:1. 여러 센서가 한 상태 변수를 읽을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유효한 연결(Valid Connection)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조건을 만족한다. 클래스가 맞아도 실제 대상이 맞는지는 별도로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스키마의 제약과 데이터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(Constraint)은 데이터가 지킬 조건을 정한 것이어서, 어긋난 데이터를 찾아낼 기준이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sterisk" descr="asteris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4549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속성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센서에는 tag가 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tag 없는 센서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6223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62232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빠진 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hape" descr="shap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74549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자료형 · 허용값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limit은 수,</a:t>
            </a:r>
            <a:b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</a:b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kind는 세 값 중 하나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「130 bar」, kind 'x'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6223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6223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형식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9187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key" descr="ke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74549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고유한 식별자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id는 하나뿐이다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sen:ts1 노드가 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6223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6223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90711"/>
            <a:ext cx="2567863" cy="3201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9187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rrows-right" descr="arrows-righ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74549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14839"/>
            <a:ext cx="2238679" cy="1674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조건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OBSERVES: 센서 → 상태 변수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오류: 역방향 · 미정의 HAS_PART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62232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62232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 끝과 이름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스키마와 DB 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스키마는 옳은 데이터의 조건을 정하고,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DB 제약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그중 저장할 때 데이터베이스가 직접 막는 조건이다.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스키마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클래스 → 레이블, 관계 유형 → 관계 유형, 속성 → 속성으로 옮겨진다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필수 속성 · 자료형 · 허용값 · 끝 클래스 · 카디널리티를 정한다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별도 검사기가 필수값 · 허용값 · 끝 클래스를 확인한다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자료형 전체와 카디널리티는 자동 검사되지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의미 모델의 정의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DB 제약(DB Constraint)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데이터베이스에 걸어 두어 저장하는 순간 검사하는 조건이다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유일 제약(Unique Constraint): 같은 레이블의 노드끼리 id가 겹치지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id가 sen:ts1인 Sensor 노드를 또 만들면 저장을 거절한다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저장할 때 강제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· 조치와 SOP의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절차의 구성요소를 읽고, 조치 방법 · 단계 · 근거 절로 설비 모델에 잇는 구조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SOP: 작업의 순서와 수행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누가 수행해도 같은 순서와 확인 기준으로 작업하도록 문서로 정해 둔 절차이다.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현장에서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조작이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들어와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REMOTE_MANUAL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내리지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내리지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생산은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SOP(Standard Operating Procedure)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 작업 절차. 경험이 다른 사람이 해도 순서와 확인이 같아진다.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번호 SOP-COOL-11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 · 승인 · 작업 기록이 같은 절차를 가리키는 식별자이다.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번호 붙은 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 → 수행 → 15분 재관측의 차례. 3단계는 판정 기준이 적힌 HM-8.6을 가리킨다.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절의 머리와 마지막 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전체에 걸리는 조건(운전 모드 · 최소 부하)과 승인 역할 · 생산 영향.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SOP를 이루는 여덟 구성요소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단계만 적은 메모와 달리 SOP는 쓸 때와 갖출 것, 하지 말 것, 끝낼 때까지 여덟 항목으로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실린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냉각 성능 상실은 오일 쿨러에서 생기는 고장이며 유온 상승과 냉각 효율 저하로 나타난다.」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전제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70607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570607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111246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「설비를 정지하고 현장 패널에서 LOCAL로 전환한 뒤 잠금(LOTO)을 건다.」</a:t>
            </a:r>
          </a:p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LOTO(Lockout/Tagout): 에너지원을 잠그고 표지를 단다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111246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1단계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51885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인원 4명과 씰 키트 2개를 확보한다.」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651885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PM-02 SOP-PM-14 3단계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92524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1. 운전 모드 확인 → 2. 팬 100 % → 3. 15분 재관측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192524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733163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부하를 60 % 미만으로 설정하지 않는다.」 「고압수는 쓰지 않는다.」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4733163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2단계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역할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273802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「승인: 운전원.」 「승인은 설비보전팀장이 한다.」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273802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확인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814441"/>
            <a:ext cx="615665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「조치 뒤 15분 동안 TS1이 55 ℃ 미만이고 경보가 해제된 상태가 유지되면 완화에 성공한 것이다.」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5814441"/>
            <a:ext cx="210312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준비사항과 안전 조건의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인원과 부품을 갖추는 준비사항과, 설비를 세우고 잠그고 잔압을 빼는 안전 조건은 확인하는 대상이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(PM-02 정기 점검표)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준비사항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인원 4명과 씰 키트 2개를 확보한다.」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SOP-PM-14 3단계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· 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정지와 잠금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「설비를 정지하고 현장 패널에서 LOCAL로 전환한 뒤 잠금(LOTO)을 건다.」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SOP-PM-21 1단계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잔압 해제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모터 전원을 차단하고 어큐뮬레이터 잔압을 탱크로 배출한다.」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SOP-PM-21 2단계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에너지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조건: 압력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「압력계 PS1이 0 bar인지 확인한 뒤에만 배관을 연다.」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SOP-PM-21 3단계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조건을 두는 까닭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「잔압이 남은 유압 회로를 열면 작동유가 분출해 다칠 수 있다.」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PM-2.6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원문과 조치 방법(Skill) · 작업 단계(Step)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한 편은 조치 방법(Skill) 하나가 되고, 번호 붙은 단계는 순서와 근거 절을 가진 작업 단계(Step)가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HM-8.5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노드와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 {sopId: 'SOP-COOL-11',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kind: 'control'})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(:Skill)-[:HAS_STEP]-&gt;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(:Step {order: 2, text: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(:Step)-[:REFERS_TO]-&gt;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(:ManualSection {ref: 'HM-8.5'})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(:Skill)-[:APPROVED_BY]-&gt;(:Role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 · sopId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한 편이 조치 방법 노드 하나이다. 절차 번호를 식별자로 그대로 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Step · order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붙은 단계 하나가 Step 하나이다. order가 순서를 지킨다.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 REFERS_TO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방법에서 단계로, 단계에서 근거 절로. 추천에 출처 절이 따라 나온다.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따로 칸이 없는 항목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전제 · 금지 · 완료 기준은 단계 문장과 판단 규칙으로 옮겨진다.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 · 조치 방법 · 단계 · 근거의 연결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유형에서 조치 후보를 찾고, 원인 한정 관계와 단계·근거 절·승인 역할을 함께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조치연결_그래프.svg" descr="illust_817089265713158431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8071" y="2530574"/>
            <a:ext cx="90263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1127" y="4279730"/>
            <a:ext cx="1338025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1512" y="2790584"/>
            <a:ext cx="74334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0580" y="2090921"/>
            <a:ext cx="69025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5190" y="4369551"/>
            <a:ext cx="69025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082" y="3665162"/>
            <a:ext cx="143359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8675" y="3754983"/>
            <a:ext cx="8495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7730" y="4081177"/>
            <a:ext cx="1168117" cy="63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REMEDIED_BY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512" y="2398206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ADDRESSES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6810" y="200582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9471" y="4019720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7471" y="4544467"/>
            <a:ext cx="116811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3378" y="5669600"/>
            <a:ext cx="934493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사건의 연결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 → 쿨러 냉각 성능 상실 → SOP-COOL-11 팬 최대 운전 → 단계 1~3 → HM-8.5 · 운전원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설비 모델을 다시 넣고 절차를 이을 때 가를 네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넣은 모델과 이은 절차에서 어긋남이 보이면, 드러난 모습에 따라 가를 근거가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2567863" cy="2953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15768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이름과 식별자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「오일 쿨러」와 「열교환기」가 노드 둘로 남았다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가를 근거: 같은 id인가, 이름 · 별칭만 다른가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2514600"/>
            <a:ext cx="2567863" cy="2953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2715768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만들기와 찾기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자료를 다시 넣자 센서 노드가 늘었다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가를 근거: CREATE였나, id로 찾고 없을 때만 만들었나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514600"/>
            <a:ext cx="2567863" cy="2953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2715768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저장과 의미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센서가 팬 진동을 읽는다고 저장됐다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가를 근거: 끝 클래스 검사가 아닌 원자료의 센서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5191" y="2514600"/>
            <a:ext cx="2567863" cy="2953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9783" y="2715768"/>
            <a:ext cx="2238679" cy="26426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전제와 안전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운전과 핀 세척의 시작 전 확인이 다르다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가를 근거: 원격 자동인가, 정지 · 잠금인가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풀어 쓴 모델 · 제약 · 절차의 용어를 정식 명칭과 뜻으로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Schema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 · 관계 · 제약을 일관되게 정한 지식 구조의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0607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Instance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클래스에 속하는 실제 개별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1246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Identifier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대상을 하나로 가리키는, 바뀌지 않는 고유한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자료형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1885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Data Type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칸에 들어갈 값의 종류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92524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Constraint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데이터가 지켜야 할 조건으로, 어긋난 데이터를 가려내는 기준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DB 제약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3163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DB Constraint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데이터베이스가 저장할 때 강제하는 규칙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73802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작업의 순서와 전제 · 안전 · 금지 · 완료 기준을 정한 표준 작업 절차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14441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Lockout/Tagout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에너지원을 잠그고 표지를 다는 조치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이름이 바뀐 센서의 재적재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센서 sen:ts1의 이름을 「온도 센서」로 바꾼 원자료를 다시 적재하며, Sensor.id에는 유일 제약이 걸려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센서를 하나로 두고 이름만 바꾸는 적재문으로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CREATE로 id와 새 이름을 적어 노드를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MERGE의 검색 조건에 id와 새 이름을 함께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MERGE의 검색 조건에 새 이름만 넣고 SET으로 id를 넣는다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MERGE의 검색 조건에 id만 넣고 SET으로 새 이름을 넣는다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배관을 열기 전의 안전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펌프 정비를 위해 인원 4명과 씰 키트 2개를 확보했고, 설비를 정지해 LOCAL로 전환한 뒤 잠금(LOTO)을 걸었다.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PM-02 정기 점검표에 따라 배관을 열기 전에 더 확인할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모터 전원을 끊고 잔압을 배출한 뒤 PS1이 0 bar인지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인원과 씰 키트가 갖춰졌는지 한 번 더 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 운전 모드가 REMOTE_AUTO인지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설비가 멈췄으므로 더 확인할 것 없이 배관을 연다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저장을 막는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Sensor 노드의 id에 유일 제약이 걸린 그래프 DB에 아래 네 가지를 저장하려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저장하는 순간 데이터베이스가 직접 거절하는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tag가 빠진 센서 노드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있는 sen:ts1과 같은 id를 가진 새 Sensor 노드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센서에서 설비로 그은 OBSERVES 관계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kind에 허용값이 아닌 'x'를 넣은 상태 변수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찾는 조건과 바꿀 값, 준비사항과 안전 조건, 제약을 지키게 하는 주체를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MERGE는 적은 패턴이 모두 맞는 노드를 찾는다. 계속 가리킬 id만 검색 조건에 두고 바뀌는 이름은 SET으로 넣는다.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인원 · 부품은 준비사항이고, 정지 · 잠금 뒤에도 잔압은 남는다. 잔압을 빼고 0 bar를 확인한 뒤에 배관을 연다.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센서의 id 유일 제약은 저장을 막는다. 필수값 · 허용값 · 끝 클래스는 별도 검사가 찾는다.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