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셋(연결 · 조건표 · 승인)</a:t>
            </a:r>
          </a:p>
          <a:p>
            <a:r>
              <a:t>· 앞서 만든 설비 모델에 공급 정보를 잇고, SOP의 조건을 결정표로 옮겨 조치 후보를 가린다</a:t>
            </a:r>
          </a:p>
          <a:p>
            <a:r>
              <a:t>· 오늘의 흐름: 이론 → 설비 · 부품 · 공급 조회 → 조건표 판정과 성과 비교 기능 → 선택 근거와 확인 사항 검증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답할 질문: 「이 부품을 쓰는 설비와 공급 조건은?」에서 정의를 고르고, 다시 넣어도 하나로 남긴다</a:t>
            </a:r>
          </a:p>
          <a:p>
            <a:r>
              <a:t>· 2 조건표: 「원격 자동일 때만」 같은 조건을 입력 · 연산자 · 기준값의 행으로 → 제외 · 감점 · 경고를 가른다</a:t>
            </a:r>
          </a:p>
          <a:p>
            <a:r>
              <a:t>· 3 여러 규칙과 근거: 셋이 함께 맞으면 셋 다 남기고, 못 읽은 값은 제외 쪽으로, 걸린 규칙과 그때의 값을 남긴다</a:t>
            </a:r>
          </a:p>
          <a:p>
            <a:r>
              <a:t>· 4 비교와 승인: 점수가 높다고 실행되는 것이 아니다 — 사람 승인 1회와 수행 때 확인이 따로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질문에서 정의로, 공급 관계의 값과 비승인 공급사, 다시 넣어도 하나로</a:t>
            </a:r>
          </a:p>
          <a:p>
            <a:r>
              <a:t>· 02 원인 하나의 후보 넷, 순서는 SOP · 판정은 결정표, 전제와 안전 조건, 입력 · 연산자 · 기준값 · 출력</a:t>
            </a:r>
          </a:p>
          <a:p>
            <a:r>
              <a:t>· 03 셋이 함께 맞을 때, 값을 못 읽을 때, 근거를 남길 때</a:t>
            </a:r>
          </a:p>
          <a:p>
            <a:r>
              <a:t>· 04 원인 진단에서 승인까지, 가능 여부와 효과 비교, 손익 항목, 검토 결과, 절차의 몫</a:t>
            </a:r>
          </a:p>
          <a:p>
            <a:r>
              <a:t>[다음] 설비 · 부품 · 공급을 잇는 질문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「펌프 축 씰 키트를 쓰는 설비는? 어느 공급사가 얼마에 며칠 걸리나?」에 답하려면 무엇을 어디에 두나</a:t>
            </a:r>
          </a:p>
          <a:p>
            <a:r>
              <a:t>· 역량 질문 → 클래스 · 속성 · 관계 → 공급 관계의 값과 공급사의 값 → 비승인 공급사 → 다시 넣어도 하나로 → 적재 검증</a:t>
            </a:r>
          </a:p>
          <a:p>
            <a:r>
              <a:t>[다음] 역량 질문에서 클래스 · 속성 · 관계로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네 칸 왼쪽부터: 역량 질문 → 클래스 → 속성 → 강조한 관계</a:t>
            </a:r>
          </a:p>
          <a:p>
            <a:r>
              <a:t>· 현장의 물음 셋: 경보 대응(어느 장치를 어느 센서로 보나), 판단(그 물리량의 한계는), 주문(교체 부품 번호는)</a:t>
            </a:r>
          </a:p>
          <a:p>
            <a:r>
              <a:t>· 역량 질문 = 온톨로지가 답할 수 있어야 하는 질문. 넣을 범위가 되고, 다 만든 뒤 빠진 게 없는지 확인하는 기준</a:t>
            </a:r>
          </a:p>
          <a:p>
            <a:r>
              <a:t>· 클래스 다섯: 설비 · 구성 요소 · 센서(장치와 센서), 상태 변수(한계), 부품(교체품)</a:t>
            </a:r>
          </a:p>
          <a:p>
            <a:r>
              <a:t>· 속성: 한계는 비교하니 수, 태그 · 부품 번호는 맞춰 찾으니 문자열, 필수 여부와 식별자</a:t>
            </a:r>
          </a:p>
          <a:p>
            <a:r>
              <a:t>· 관계: 설비 → 장치 → 센서 → 물리량, 장치 → 부품. 길마다 이름 · 방향 · 양 끝 · 카디널리티</a:t>
            </a:r>
          </a:p>
          <a:p>
            <a:r>
              <a:t>· 질문에 안 쓰이는 색 · 무게는 지금 모델에 옮기지 않는다</a:t>
            </a:r>
          </a:p>
          <a:p>
            <a:r>
              <a:t>[다음] 공급 관계에 딸린 값과 공급사에 딸린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가운데 씰 키트 → 세 공급사로 나간 선의 숫자 → 오른쪽 아래 팬 베어링 선 → 원 안의 승인 여부(강조한 C트레이딩)</a:t>
            </a:r>
          </a:p>
          <a:p>
            <a:r>
              <a:t>· 부품에 단가를 적으면 누구 값인지 못 정하고, 공급사에 적으면 다른 부품 값과 섞인다 → 짝에 딸린 값은 공급 관계의 속성</a:t>
            </a:r>
          </a:p>
          <a:p>
            <a:r>
              <a:t>· 선마다 단가(만원) · 불량률(비율) · 납기(일): B-OEM 55 · 0.02 · 5일, C트레이딩 20 · 0.30 · 1일, A정밀 35 · 0.12 · 2일 → 가장 싼 곳은 빠르지만 불량률 최고, 가장 비싼 곳은 불량률 최저 · 납기 최장 → 셋을 함께 따진다</a:t>
            </a:r>
          </a:p>
          <a:p>
            <a:r>
              <a:t>· 같은 A정밀도 팬 베어링은 18 · 0.10 · 1일 → 부품이 바뀌면 값이 다르다</a:t>
            </a:r>
          </a:p>
          <a:p>
            <a:r>
              <a:t>· 원 안 값은 공급사에 딸림: C트레이딩은 승인 공급사가 아니다(avl false). 구매 규칙은 핵심 부품을 승인 공급사에서만 → 가장 싸고 빨라도 후보에서 뺀다</a:t>
            </a:r>
          </a:p>
          <a:p>
            <a:r>
              <a:t>· 승인 여부는 어느 부품을 사든 같은 값 → 관계가 아니라 공급사의 속성. 실제 구매도 승인 공급사 목록을 따로 두고 단가 · 품질 · 납기를 함께 본다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상황(C트레이딩 씰 키트 20 → 15만원) → 물음 → 보기 넷 → 정답 3</a:t>
            </a:r>
          </a:p>
          <a:p>
            <a:r>
              <a:t>· 보기 요지: ① 부품 단가를 고치고 C트레이딩 1순위 ② 공급사의 단가 속성을 고침 ③ 씰 키트 → C트레이딩 공급 관계의 단가만 고치고 여전히 후보에서 뺌 ④ 싸졌으니 승인 여부를 참으로</a:t>
            </a:r>
          </a:p>
          <a:p>
            <a:r>
              <a:t>· 생각할 시간(약 20초): 단가는 무엇에 딸린 값인가, 승인 여부는 가격으로 바뀌는 값인가</a:t>
            </a:r>
          </a:p>
          <a:p>
            <a:r>
              <a:t>· 정답 3: 단가는 짝마다 달라지는 값 → 그 짝의 공급 관계에서만 고친다</a:t>
            </a:r>
          </a:p>
          <a:p>
            <a:r>
              <a:t>· 1 · 2는 단가를 부품이나 공급사 한쪽에 두는 잘못</a:t>
            </a:r>
          </a:p>
          <a:p>
            <a:r>
              <a:t>· 승인 여부는 가격과 상관없는 공급사의 속성 → 값이 내려가도 구매 규칙은 C트레이딩을 그대로 뺀다. 4처럼 가격 보고 승인을 바꾸면 규칙이 지키려던 품질 기준이 무너진다</a:t>
            </a:r>
          </a:p>
          <a:p>
            <a:r>
              <a:t>[다음] CREATE · MERGE ·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CREATE → 맨 아래 오류 메시지 → 가운데 MERGE와 SET → 오른쪽 넷째 칸</a:t>
            </a:r>
          </a:p>
          <a:p>
            <a:r>
              <a:t>· CREATE = 있는지 안 보고 새 노드. 같은 식별자가 있으면 유일 제약이 거절(아래 메시지)</a:t>
            </a:r>
          </a:p>
          <a:p>
            <a:r>
              <a:t>· MERGE = 식별자로 찾아 있으면 쓰고 없을 때만 만든다. SET = 찾았거나 만든 노드에 이름 · 태그 · 단위. 찾는 일과 값 넣는 일을 나눠 적었다</a:t>
            </a:r>
          </a:p>
          <a:p>
            <a:r>
              <a:t>· 적재를 중간에 멈추고 처음부터 다시 돌려도 MERGE면 같은 센서가 하나로 남는다</a:t>
            </a:r>
          </a:p>
          <a:p>
            <a:r>
              <a:t>· 이 시스템의 기준 그래프 파일도 MERGE만 써서 다시 실행해도 결과가 같다</a:t>
            </a:r>
          </a:p>
          <a:p>
            <a:r>
              <a:t>· 매번 새 대상이 생겨야 하는 곳(문서 적재 때마다 「언제 무엇을 넣었다」 기록)엔 CREATE. 새 대상인가, 같은 대상을 다시 다루나로 고른다</a:t>
            </a:r>
          </a:p>
          <a:p>
            <a:r>
              <a:t>[다음] 스키마 정의에서 적재 검증까지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칸: 앞 둘(준비) → 뒤 셋(넣고 확인) → 강조한 검사</a:t>
            </a:r>
          </a:p>
          <a:p>
            <a:r>
              <a:t>· 스키마 = 클래스 · 속성 · 관계 · 제약을 일관되게 정한 지식 구조의 정의, 제약 = 데이터가 지켜야 할 조건으로 어긋난 데이터를 가려내는 기준(유일 제약은 같은 식별자가 둘 생기지 않게)</a:t>
            </a:r>
          </a:p>
          <a:p>
            <a:r>
              <a:t>· 스키마 정의(정의 파일) → 인스턴스 데이터(예시 데이터) → 적재(유일 제약을 먼저 걸고 식별자로 MERGE) → 조회(처음 정한 물음을 쿼리로, 예상 답과 대조) → 검사</a:t>
            </a:r>
          </a:p>
          <a:p>
            <a:r>
              <a:t>· 검사: 필수값 · 허용값 · 양 끝 클래스를 스키마와 대조, 아무도 대신 봐 주지 않는 수와 자료형은 직접 센다. 어긋나면 정의나 데이터를 고친다</a:t>
            </a:r>
          </a:p>
          <a:p>
            <a:r>
              <a:t>· 조회와 검사가 잡는 잘못이 다르다: 유온 센서가 팬 진동을 읽도록 이어도 클래스는 맞아 검사는 통과 → 물음의 답을 예상 답과 대조해야 찾는다</a:t>
            </a:r>
          </a:p>
          <a:p>
            <a:r>
              <a:t>· 답 한 건이 맞다고 다른 대상의 필수값까지 다 채워진 건 아니다</a:t>
            </a:r>
          </a:p>
          <a:p>
            <a:r>
              <a:t>· 오류 없이 적재 ≠ 설계가 옳음. 물음의 답과 정의의 조건을 둘 다 확인해야 믿고 쓸 수 있는 지식</a:t>
            </a:r>
          </a:p>
          <a:p>
            <a:r>
              <a:t>[다음] SOP의 조건을 결정표로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「원격 조치는 REMOTE_AUTO일 때만 한다」를 시스템이 쓰게 하려면</a:t>
            </a:r>
          </a:p>
          <a:p>
            <a:r>
              <a:t>· 원인 하나의 후보 넷 → SOP 원문 읽기 → 전제와 안전 조건 → SOP와 DMN → 입력 데이터 → 결정표 판정 → 조건 옮기기 → 출력의 종류</a:t>
            </a:r>
          </a:p>
          <a:p>
            <a:r>
              <a:t>[다음] 원인 하나에 걸린 조치 후보 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원인(핀 오염) → 고장 유형 → 오른쪽 네 갈래 위에서부터, 라벨 둘째 줄의 절차 번호</a:t>
            </a:r>
          </a:p>
          <a:p>
            <a:r>
              <a:t>· 출발: 냉각 효율 낮음 + 팬 진동 정상 → 핀 오염, 고장 유형은 쿨러 냉각 성능 상실</a:t>
            </a:r>
          </a:p>
          <a:p>
            <a:r>
              <a:t>· 팬 최대 운전(SOP-COOL-11): 팬만 끝까지, 생산 그대로</a:t>
            </a:r>
          </a:p>
          <a:p>
            <a:r>
              <a:t>· 팬 최대 + 부하 80 %(12): 열을 덜 만드는 대신 생산 속도 감소</a:t>
            </a:r>
          </a:p>
          <a:p>
            <a:r>
              <a:t>· 부하 70 % + 야간 핀 세척(13): 팬은 두고 부하를 낮춘 뒤 야간 정비 시간에 세척 작업지시</a:t>
            </a:r>
          </a:p>
          <a:p>
            <a:r>
              <a:t>· 핀 세척(14): 설비를 세우고 오염 자체를 없앰, 정비 동안 생산 못 함. 절차 번호 = 추천안의 절차와 작업자가 펼친 매뉴얼 절차를 맞춰 보는 이름표</a:t>
            </a:r>
          </a:p>
          <a:p>
            <a:r>
              <a:t>· 원인을 안다고 할 일이 정해지지 않는다: 지금 이 조치를 해도 되나/해도 되는 것 중 무엇이 나은가 → 이 단원은 앞의 물음(해도 되는지 · 어떻게 하는지)</a:t>
            </a:r>
          </a:p>
          <a:p>
            <a:r>
              <a:t>[다음] SOP 원문에서 순서와 조건 가려 읽기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팬 최대 운전 절 → 아래 핀 세척 절, 번호 붙은 단계 → 번호 밖 조건 문장</a:t>
            </a:r>
          </a:p>
          <a:p>
            <a:r>
              <a:t>· SOP = 표준 작업 절차. 같은 조치를 누가 맡아도 같은 순서 · 같은 확인으로 끝나게 문서로 정한 것</a:t>
            </a:r>
          </a:p>
          <a:p>
            <a:r>
              <a:t>· 순서 문장 = 번호 붙은 단계(무엇을 어떤 차례로)</a:t>
            </a:r>
          </a:p>
          <a:p>
            <a:r>
              <a:t>· 조건 문장 = 절 머리 「원격 조치는 원격 자동일 때만」, 2단계 「연속 24시간 이내」, 핀 세척 1단계 정지 · 현장 제어 · 잠금, 2단계 「고압수는 쓰지 않는다」 → 언제 시작해도 되고 어디까지, 무엇을 하면 안 되나</a:t>
            </a:r>
          </a:p>
          <a:p>
            <a:r>
              <a:t>· 완료 쪽: 15분 재관측으로 회복 판정, 재가동 후 냉각 효율 80 % 이상. 승인: 팬은 운전원, 세척 절은 설비보전팀장</a:t>
            </a:r>
          </a:p>
          <a:p>
            <a:r>
              <a:t>· 번호 줄만 옮기면 「수동 조작 중엔 하지 말라」가 사라져 모양은 같아도 원래와 다른 절차가 된다 → 두 종류를 같이 가져간다</a:t>
            </a:r>
          </a:p>
          <a:p>
            <a:r>
              <a:t>[다음] 원격 조치의 전제와 현장 작업의 안전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작업 전제 조건 → 오른쪽 강조한 안전 조건</a:t>
            </a:r>
          </a:p>
          <a:p>
            <a:r>
              <a:t>· 둘 다 시작 전에 확인해서 헷갈린다</a:t>
            </a:r>
          </a:p>
          <a:p>
            <a:r>
              <a:t>· 전제 조건(원격 제어의 시작): 팬 최대 운전은 운전 모드가 원격 자동이어야 — 상위 시스템 명령을 받는 상태. 수동 조작이 들어와 원격 수동이면 시작하지 않는다</a:t>
            </a:r>
          </a:p>
          <a:p>
            <a:r>
              <a:t>· 안전 조건(현장 작업의 시작): 핀 세척은 정지 → 현장 제어 → 잠금. LOTO = 에너지원을 잠그고 표지를 달아 정비 중 누가 다시 돌리지 못하게</a:t>
            </a:r>
          </a:p>
          <a:p>
            <a:r>
              <a:t>· 펌프 정비 예: 전원을 끊어도 유압 회로엔 압력이 남는다 → 잔압을 빼고 토출 압력 0 bar 확인 뒤 배관을 연다</a:t>
            </a:r>
          </a:p>
          <a:p>
            <a:r>
              <a:t>· 시작할 때 갖출 상태가 정반대(원격 명령을 받는 상태 vs 아무도 못 돌리는 상태) → 「준비 완료」 하나로 뭉개지 않는다</a:t>
            </a:r>
          </a:p>
          <a:p>
            <a:r>
              <a:t>[다음] 순서를 정하는 SOP와 판정을 내는 DMN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두 칸의 첫 줄(답하는 물음) → 왼쪽 SOP 예문 → 오른쪽 강조한 DMN 원문과 옮긴 조건 → 왼쪽 마지막 줄</a:t>
            </a:r>
          </a:p>
          <a:p>
            <a:r>
              <a:t>· SOP: 어떻게, 어떤 차례로 하나. 「팬 속도를 100 %로 올린다」는 값을 몰라도 무엇을 할지 읽힌다</a:t>
            </a:r>
          </a:p>
          <a:p>
            <a:r>
              <a:t>· DMN = 업무 의사결정을 정의하는 표준(국제 표준 단체 OMG). 물음: 지금 이 조치를 해도 되나</a:t>
            </a:r>
          </a:p>
          <a:p>
            <a:r>
              <a:t>· 「원격 자동이 아닐 때 쓰지 않는다」는 지금 모드를 모르면 답을 못 낸다 → 「운전 모드가 원격 자동과 다르면 제외」라는 조건과 출력으로 옮기고, 판단 시점의 값에 대어 참 · 거짓을 정한다</a:t>
            </a:r>
          </a:p>
          <a:p>
            <a:r>
              <a:t>· 둘은 서로를 대신하지 않는다: 절차 안에도 모드를 확인하는 단계가 남아 있다(수행 때 다시 본다)</a:t>
            </a:r>
          </a:p>
          <a:p>
            <a:r>
              <a:t>[다음] 입력 데이터(InputData)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입력 이름 → 읽는 곳과 뜻 → 오른쪽 쿨러 사건 값, 강조한 셋째 줄</a:t>
            </a:r>
          </a:p>
          <a:p>
            <a:r>
              <a:t>· 입력 데이터 = 판단에 어떤 값이 필요한지 정해 둔 항목. 결정표엔 입력의 이름과 기준뿐, 값은 판정하는 순간 정해진 출처에서 → 같은 표로 매번 다른 상황을 가린다</a:t>
            </a:r>
          </a:p>
          <a:p>
            <a:r>
              <a:t>· 운전 모드 · PLC 상태: SCADA에서 PLC의 지금 상태(쿨러 사건: 원격 자동 · 운전 중)</a:t>
            </a:r>
          </a:p>
          <a:p>
            <a:r>
              <a:t>· 팬 100 % 연속 운전 시간: 지금 팬 속도로는 모르고 운전 이력을 거슬러 계산. 쿨러 사건은 팬 60 %라 0 h. 기록이 없으면 0이 아니라 모르는 값</a:t>
            </a:r>
          </a:p>
          <a:p>
            <a:r>
              <a:t>· 조치 후 예측 유온: 관측 온도가 아니라 후보마다 계산한 값. 팬 최대 운전 49.8 ℃, 핀 세척 62.5 ℃(세척은 지금 유온을 못 내림)</a:t>
            </a:r>
          </a:p>
          <a:p>
            <a:r>
              <a:t>· 후보 조치의 종류: 조치 방법에 적힌 제어 · 작업지시 값. 출처를 함께 적으면 예측 칸에 지금 온도를 넣는 실수가 준다</a:t>
            </a:r>
          </a:p>
          <a:p>
            <a:r>
              <a:t>[다음] 결정 · 결정표 · 규칙으로 쿨러 사건 판정하기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결정(물음) → 결정표의 세 행과 대상 → 아래 쿨러 사건 입력과 결과</a:t>
            </a:r>
          </a:p>
          <a:p>
            <a:r>
              <a:t>· 결정 = 판단해서 답할 물음 하나(후보 가운데 규정상 쓸 수 없거나 감점할 것은?). 결정표 = 그 물음에 답하는 규칙 모음, 규칙 = 표의 한 행(왼쪽 조건 → 오른쪽 출력)</a:t>
            </a:r>
          </a:p>
          <a:p>
            <a:r>
              <a:t>· R1 원격 자동이 아니면 원격 제어 셋 제외. R2 팬 최대 24시간 초과면 팬 최대 운전 둘에 20만 원 감점. R3 예측 유온 55 ℃ 이상이면 모든 후보에 경고</a:t>
            </a:r>
          </a:p>
          <a:p>
            <a:r>
              <a:t>· 조건이 맞는지와 그 행이 누구에게 걸리는지는 따로 본다(R1 · R2는 핀 세척에 안 걸림)</a:t>
            </a:r>
          </a:p>
          <a:p>
            <a:r>
              <a:t>· 쿨러 사건(원격 자동 · 0 h): 팬 최대 운전 49.8 ℃는 세 행 어디에도 안 걸림. 핀 세척 62.5 ℃는 R3만 → 경고. 실제 추천안에도 핀 세척에만 이 경고</a:t>
            </a:r>
          </a:p>
          <a:p>
            <a:r>
              <a:t>· 같은 표 + 같은 입력 = 사람이든 시스템이든 같은 결과 → 누구든 근거를 다시 확인</a:t>
            </a:r>
          </a:p>
          <a:p>
            <a:r>
              <a:t>[다음] 조건 문장을 입력 · 연산자 · 기준값으로 옮기기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줄: 왼쪽 원문 표현 → 가운데 옮긴 조건 → 오른쪽 기준값과 같을 때, 강조한 첫 줄</a:t>
            </a:r>
          </a:p>
          <a:p>
            <a:r>
              <a:t>· 조건 한 줄 = 입력 · 연산자 · 기준값. 연산자 여섯: 같다 · 다르다 · 초과 · 이상 · 미만 · 이하</a:t>
            </a:r>
          </a:p>
          <a:p>
            <a:r>
              <a:t>· 「원격 자동일 때만 한다」(허용 문장) → 뒤집어 「원격 자동과 다르면 제외」 행으로. 걸리면 빠지는 쪽으로 적는다</a:t>
            </a:r>
          </a:p>
          <a:p>
            <a:r>
              <a:t>· 「넘겼다면」 = 초과(&gt;): 정확히 24.0 h는 안 맞음. 「이상이면」 = 이상(&gt;=): 정확히 55.0 ℃도 맞음</a:t>
            </a:r>
          </a:p>
          <a:p>
            <a:r>
              <a:t>· 「미만이고 유지되면」(회복 판정) = 미만(&lt;): 55.0 ℃는 안 맞음. 「트립 중이면」 = 같다(==), 이름으로 된 값은 글자가 같아야</a:t>
            </a:r>
          </a:p>
          <a:p>
            <a:r>
              <a:t>· 단위: 운전 시간은 h, 예측 유온은 ℃. 분 단위 입력은 바꾼 뒤 비교</a:t>
            </a:r>
          </a:p>
          <a:p>
            <a:r>
              <a:t>· 순서: 비교할 값 정하기 → 같은 단위의 기준값 → 원문의 포함 여부에 맞는 부호</a:t>
            </a:r>
          </a:p>
          <a:p>
            <a:r>
              <a:t>[다음] 규칙의 출력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후보 선택 → 강조한 제외 → 감점 → 경고 → 승인과 수행, 오른쪽 「후보는」</a:t>
            </a:r>
          </a:p>
          <a:p>
            <a:r>
              <a:t>· 출력도 무게가 다르다</a:t>
            </a:r>
          </a:p>
          <a:p>
            <a:r>
              <a:t>· 후보 선택: 후보를 올린다. 고장 유형이 냉각 성능 상실이라 완화 셋, 원인이 핀 오염이라 핀 세척 → 후보 넷</a:t>
            </a:r>
          </a:p>
          <a:p>
            <a:r>
              <a:t>· 제외: 비교 대상에서 뺀다. 냉각 효과가 아무리 좋아도 점수로 되살리지 않는다(원격 자동이 아니면 원격 제어 셋)</a:t>
            </a:r>
          </a:p>
          <a:p>
            <a:r>
              <a:t>· 감점: 남기되 비교 점수를 깎는다(팬 24시간 초과 → 20만 원). 경고: 남기되 승인자가 확인할 점을 붙인다(예측 유온 55 ℃ 이상)</a:t>
            </a:r>
          </a:p>
          <a:p>
            <a:r>
              <a:t>· 남은 후보 ≠ 실행 허가: 사람 승인 1회, 수행 시점의 상태 재확인, 절차의 제한을 지켜야 한다</a:t>
            </a:r>
          </a:p>
          <a:p>
            <a:r>
              <a:t>[다음] 여러 규칙 · 모르는 값 · 판정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원격 수동 · 팬 30시간 · 예측 유온 56 ℃가 한 후보에 겹치면 무엇이 남나</a:t>
            </a:r>
          </a:p>
          <a:p>
            <a:r>
              <a:t>· 여러 행이 함께 맞을 때의 처리 → 값을 못 읽었을 때의 처리 → 걸린 규칙과 그때의 값을 근거로 남기기</a:t>
            </a:r>
          </a:p>
          <a:p>
            <a:r>
              <a:t>[다음] Hit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가정 입력 → 가운데 세 행이 모두 맞음 → 아래 모은 결과 세 칸 → 오른쪽 강조한 Collect</a:t>
            </a:r>
          </a:p>
          <a:p>
            <a:r>
              <a:t>· 일부러 나쁜 입력(가정, 사건 값 아님): 원격 수동, 팬 30시간 최대, 예측 유온 56 ℃</a:t>
            </a:r>
          </a:p>
          <a:p>
            <a:r>
              <a:t>· 세 행이 모두 맞는다 — 표가 잘못된 게 아니라 이 입력엔 정말 셋 다 해당</a:t>
            </a:r>
          </a:p>
          <a:p>
            <a:r>
              <a:t>· hit = 행이 입력에 맞는 것. Hit Policy = 여러 행이 맞을 때 무엇을 답으로 삼을지 표마다 정한 방식</a:t>
            </a:r>
          </a:p>
          <a:p>
            <a:r>
              <a:t>· 규정 적합성 표는 Collect = 맞은 행의 출력을 빠짐없이 모은다 → 제외 사유 · 감점 · 경고 세 칸</a:t>
            </a:r>
          </a:p>
          <a:p>
            <a:r>
              <a:t>· 제외 사유가 하나라도 있어 비교에서 빠지지만 감점 · 경고 사유도 지워지지 않고 남는다 → 모드가 돌아와도 연속 운전 시간 · 높은 예측 유온이 문제로 남음을 승인자가 안다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강조한 운전 모드 → 핀 세척 → 운전 이력 → 예측 유온 → 모든 후보가 빠짐, 오른쪽 결과에 남는 말</a:t>
            </a:r>
          </a:p>
          <a:p>
            <a:r>
              <a:t>· 통신이 끊겨 운전 모드를 못 읽었다 → 원격 자동이든 수동이든 찍어 넣지 않는다. 모르는 값이 든 조건은 맞았다고도 안 맞았다고도 하지 않는다</a:t>
            </a:r>
          </a:p>
          <a:p>
            <a:r>
              <a:t>· 원격 제어 셋: 제외 규칙의 값을 모름 → 제외 쪽, 사유 「확인되지 않은 조건」</a:t>
            </a:r>
          </a:p>
          <a:p>
            <a:r>
              <a:t>· 핀 세척: 그 규칙의 대상이 아니고, 종류와 모드를 함께 보는 행도 첫 검사가 거짓 → 모르는 값과 상관없이 남는다</a:t>
            </a:r>
          </a:p>
          <a:p>
            <a:r>
              <a:t>· 운전 이력이 없을 때 0 h로 채우면 24시간 제한을 넘긴 팬도 감점 없이 통과 → 감점 규칙의 값을 모르면 제외 쪽</a:t>
            </a:r>
          </a:p>
          <a:p>
            <a:r>
              <a:t>· 경고 규칙의 값을 모르면 「확인되지 않은 경고」로 남긴다</a:t>
            </a:r>
          </a:p>
          <a:p>
            <a:r>
              <a:t>· 모든 후보가 빠지면(값을 몰라서든, 값을 알아도 트립이라 리셋 외 제외든) 추천을 내지 않고 사유를 보인다. 빈 추천을 피하려고 조건을 몰래 풀지 않는다</a:t>
            </a:r>
          </a:p>
          <a:p>
            <a:r>
              <a:t>[다음] 판정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걸린 규칙 → 판정에 쓴 값 → 행별 평가 기록(trace) → 맨 아래 원문</a:t>
            </a:r>
          </a:p>
          <a:p>
            <a:r>
              <a:t>· 상황: 핀 세척에 경고가 붙었다는 결과만 받은 승인자가 확인할 것</a:t>
            </a:r>
          </a:p>
          <a:p>
            <a:r>
              <a:t>· 걸린 규칙: 어느 규칙인지, 판정 경고, 걸린 조건(예측 유온 55 ℃ 이상), 근거 절 HM-8.6 → 따라가면 원문(55 ℃ 이상이면 경보 해제에 실패할 수 있어 다른 조치와 비교)</a:t>
            </a:r>
          </a:p>
          <a:p>
            <a:r>
              <a:t>· 지식 출처 = 규칙의 근거 문서(DMN 용어). 그래프에선 규칙이 매뉴얼 절을 가리키는 관계로 → 규칙 자체가 타당한지 따질 근거</a:t>
            </a:r>
          </a:p>
          <a:p>
            <a:r>
              <a:t>· 판정에 쓴 값: 그때 계산한 예측 유온 62.5 ℃. 지금 값을 다시 읽어선 과거 판정을 재현 못 한다(값이 바뀌었을 수 있다)</a:t>
            </a:r>
          </a:p>
          <a:p>
            <a:r>
              <a:t>· trace = 행마다 맞음 · 맞지 않음 · 모름을 남긴 평가 기록. 맞지 않은 행까지 남아야 무엇을 검사했는지, 모르는 값을 어떻게 다뤘는지 확인된다</a:t>
            </a:r>
          </a:p>
          <a:p>
            <a:r>
              <a:t>[다음] 허용 후보의 성과 비교와 사람의 승인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점수가 가장 높은 조치는 바로 실행되나</a:t>
            </a:r>
          </a:p>
          <a:p>
            <a:r>
              <a:t>· 원인 진단에서 승인까지 → 가능 여부와 효과 → 성과 지표에 닿는 길 → 손익 항목 → 조치 검토 결과 → 결정표로 옮겨도 절차에 남는 것</a:t>
            </a:r>
          </a:p>
          <a:p>
            <a:r>
              <a:t>[다음] 원인 진단에서 승인까지 이어지는 판단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 왼쪽부터: 원인 진단 → 후보 선택 → 규정 검사 → 남은 후보 비교 → 강조한 승인과 수행</a:t>
            </a:r>
          </a:p>
          <a:p>
            <a:r>
              <a:t>· 원인 진단: 증거 가중치로 원인 순위를 매겨 핀 오염. 결정표 평가가 아니라 따로 계산. 원인이 유력하다는 판단이 곧 어떤 조치의 높은 점수가 되지는 않는다</a:t>
            </a:r>
          </a:p>
          <a:p>
            <a:r>
              <a:t>· 후보 선택(Collect): 고장 유형 · 원인에 맞는 조치 → 후보 넷</a:t>
            </a:r>
          </a:p>
          <a:p>
            <a:r>
              <a:t>· 규정 검사(Collect): 넷 모두 남고 핀 세척에만 경고</a:t>
            </a:r>
          </a:p>
          <a:p>
            <a:r>
              <a:t>· 남은 후보 비교: 순위 정책 하나를 Unique로(Unique = 한 입력에 맞는 행이 하나뿐이어야 하는 방식) — 후보를 하나로 줄인다는 뜻이 아니라 적용할 정책이 하나라는 뜻. 무엇으로 견주는지(성과 · 비용)는 이 단원의 뒤 장에서</a:t>
            </a:r>
          </a:p>
          <a:p>
            <a:r>
              <a:t>· 승인과 수행: 사람 승인 1회, 승인 순간 모드 · 상태 재확인, 수행은 SOP 단계대로</a:t>
            </a:r>
          </a:p>
          <a:p>
            <a:r>
              <a:t>· 나눠 두면 볼 곳이 분명: 엉뚱한 조치가 후보에 들어오면 고장-조치 연결을, 수동 운전인데 원격 제어가 남으면 규정 표의 입력과 조건을 본다</a:t>
            </a:r>
          </a:p>
          <a:p>
            <a:r>
              <a:t>[다음] 가능 여부를 가르는 규칙과 효과를 견주는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열(가능 여부의 규칙) vs 오른쪽 열(효과의 기준) → 다섯 줄 → 강조한 마지막 줄</a:t>
            </a:r>
          </a:p>
          <a:p>
            <a:r>
              <a:t>· 물음: 지금 해도 되나 vs 해도 되는 것 가운데 무엇이 나은가</a:t>
            </a:r>
          </a:p>
          <a:p>
            <a:r>
              <a:t>· 모양: 통과 · 제외(제외는 점수와 무관하게 뒤로) vs 점수(손해와 이득이 서로 메워짐)</a:t>
            </a:r>
          </a:p>
          <a:p>
            <a:r>
              <a:t>· 쿨러 예: 원격 수동이면 원격 후보 셋 제외, 무재해는 금액과 맞바꾸지 않음</a:t>
            </a:r>
          </a:p>
          <a:p>
            <a:r>
              <a:t>· 감점 · 경고: 결정표의 출력이지만 후보를 빼지 않고 점수 성분이 됨</a:t>
            </a:r>
          </a:p>
          <a:p>
            <a:r>
              <a:t>· 섞으면: 안전선이 감점이 되어 묻히거나, 비용이 제외 조건이 되어 후보가 모두 빠짐</a:t>
            </a:r>
          </a:p>
          <a:p>
            <a:r>
              <a:t>· 순서: 규칙으로 먼저 거르고 남은 후보끼리 점수로</a:t>
            </a:r>
          </a:p>
          <a:p>
            <a:r>
              <a:t>[다음] 조치 한 건이 성과 지표에 닿는 길과 상충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조치 원 → AFFECTS 두 줄 → 유온 → 오른쪽 세 지표</a:t>
            </a:r>
          </a:p>
          <a:p>
            <a:r>
              <a:t>· 팬 최대와 부하 80 %(SOP-COOL-12): 팬 60 → 100 %, 펌프 부하 90 → 80 %</a:t>
            </a:r>
          </a:p>
          <a:p>
            <a:r>
              <a:t>· +/- 기호 = 같은 방향 · 반대 방향</a:t>
            </a:r>
          </a:p>
          <a:p>
            <a:r>
              <a:t>· 얻는 쪽: 팬↑ → 유온↓, 부하↓ → 유온↓ → 인터록 여유↑</a:t>
            </a:r>
          </a:p>
          <a:p>
            <a:r>
              <a:t>· 잃는 쪽: 팬↑ → 전력 사용량↑, 부하↓ → 생산량↓ → 납기 준수율 부담</a:t>
            </a:r>
          </a:p>
          <a:p>
            <a:r>
              <a:t>· 상충(Trade-off): 한 조치가 어떤 지표엔 이롭고 다른 지표엔 불리한 관계, 길을 끝까지 따라가야 보인다</a:t>
            </a:r>
          </a:p>
          <a:p>
            <a:r>
              <a:t>· 이 길은 방향까지, 얼마나인지는 업무 값이 있어야 금액으로</a:t>
            </a:r>
          </a:p>
          <a:p>
            <a:r>
              <a:t>[다음] 후보의 손익 항목과 값의 원천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→ 가운데 열(기록 · 원천) → 오른쪽 열(가정) → 강조한 다섯째 줄</a:t>
            </a:r>
          </a:p>
          <a:p>
            <a:r>
              <a:t>· 생산 감소: 낮춘 부하 · 시간 · 정지 시간 × 시간당 생산 가치(MES · CMMS)</a:t>
            </a:r>
          </a:p>
          <a:p>
            <a:r>
              <a:t>· 납기 지연 위약금: 넘긴 시간 × 시간당 위약금(ERP 계약 · MES), 월 단위 KPI 지체상금(만 원/월)과 섞지 않음</a:t>
            </a:r>
          </a:p>
          <a:p>
            <a:r>
              <a:t>· 품질 클레임 위험: 예측 유온 55 ℃ 이상일 때 고온 로트(QMS), 예측에 기댄 추정</a:t>
            </a:r>
          </a:p>
          <a:p>
            <a:r>
              <a:t>· 에너지비: 추가 전력 × 운전 시간 × 단가(EMS), 운전 시간은 가정값</a:t>
            </a:r>
          </a:p>
          <a:p>
            <a:r>
              <a:t>· 정비 정지 · 작업비: HYD-01 핀 세척 정지 3 h · 40만 원(CMMS 표준 작업, 계획값), 표준 작업이 없으면 미확인</a:t>
            </a:r>
          </a:p>
          <a:p>
            <a:r>
              <a:t>· 고장 위험: 고장 비용 × 운전 기간 ÷ MTBF, 원인이 남는 후보에만, 근본 조치 뒤 0은 가정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열(후보 · 판정, 규칙 · 출처, 순위 · 승인 · 남은 확인) → 강조한 첫 줄 → 마지막 줄</a:t>
            </a:r>
          </a:p>
          <a:p>
            <a:r>
              <a:t>· 팬 최대 운전: 유지, 걸린 규칙 없음(HM-8.5 · HM-8.8), 1순위 · 운전원, 승인 순간 모드 재확인 · 15분 재관측</a:t>
            </a:r>
          </a:p>
          <a:p>
            <a:r>
              <a:t>· 감산 두 후보: 유지, 부하 80 · 70 %는 하한 60 % 위, 공동 2순위, SOP-COOL-13은 야간 핀 세척 작업지시 · 야간 정비 시간 확인</a:t>
            </a:r>
          </a:p>
          <a:p>
            <a:r>
              <a:t>· 핀 세척: 유지(경고), 예측 62.5 ℃ ≥ 55(HM-8.6), 근본 조치(HM-8.7), 4순위 · 설비보전팀장, 정지 · LOCAL · LOTO, 재가동 뒤 CE 80 % 이상</a:t>
            </a:r>
          </a:p>
          <a:p>
            <a:r>
              <a:t>· 검토 결과 밖: 실행 승인 · 수행 순간의 확인 · 결과 관측</a:t>
            </a:r>
          </a:p>
          <a:p>
            <a:r>
              <a:t>· 순위표만 넘기면 1순위가 실행할 조치처럼 읽힌다 → 판정마다 이유 · 출처 · 남은 확인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위 둘(결정표로 옮김) → 아래 셋(옮기지 않음), 강조한 마지막 줄</a:t>
            </a:r>
          </a:p>
          <a:p>
            <a:r>
              <a:t>· 물음: 조건을 결정표로 옮기면 절차는 필요 없나</a:t>
            </a:r>
          </a:p>
          <a:p>
            <a:r>
              <a:t>· 「원격 자동인지 확인」 → 제외 규칙. 그래도 승인 순간 다시 확인하는 단계는 절차에 남는다(쿨러 사건에서도 승인 순간 모드를 다시 읽음)</a:t>
            </a:r>
          </a:p>
          <a:p>
            <a:r>
              <a:t>· 「연속 24시간 이내」 → 감점 규칙. 감점은 비교용 값이고 실제로 그 시간을 지켜 운전하는 일은 절차에</a:t>
            </a:r>
          </a:p>
          <a:p>
            <a:r>
              <a:t>· 「15분 재관측으로 회복 판정」: 조치 뒤에야 값이 생겨 판단 시점의 결정표로 못 가린다</a:t>
            </a:r>
          </a:p>
          <a:p>
            <a:r>
              <a:t>· 「정지 · 현장 제어 · 잠금」: 현장에서 사람이 확인하는 안전 조건</a:t>
            </a:r>
          </a:p>
          <a:p>
            <a:r>
              <a:t>· 「고압수 금지」: 판정할 입력 값 자체가 없는 작업 방법의 금지. 결정표에 규칙이 없다고 허용되는 게 아니다</a:t>
            </a:r>
          </a:p>
          <a:p>
            <a:r>
              <a:t>· 결정표 = 판단 시점 값으로 가릴 조건을 누구나 같게, 절차 = 무엇을 어떤 차례로 하고 언제 끝내나 → 절차를 모두 규칙으로 바꿀 수 없다</a:t>
            </a:r>
          </a:p>
          <a:p>
            <a:r>
              <a:t>[다음] 쿨러 경보와 씰 키트로 되짚는 판정과 승인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왼쪽 물음 → 가운데 답이 놓인 자리 → 오른쪽 헷갈리기 쉬운 짝, 강조한 다섯째 줄</a:t>
            </a:r>
          </a:p>
          <a:p>
            <a:r>
              <a:t>· 생각할 시간(약 20초): 가운데 열을 가리고 물음마다 답이 놓인 자리를 먼저 말해 본다</a:t>
            </a:r>
          </a:p>
          <a:p>
            <a:r>
              <a:t>· 단가 · 납기: 짝마다 달라 공급 관계의 속성, 승인 여부(avl)는 공급사의 속성 → 싸져도 비승인 공급사는 빠진다</a:t>
            </a:r>
          </a:p>
          <a:p>
            <a:r>
              <a:t>· 다시 적재: CREATE는 있는지 안 보고 만들어 유일 제약이 거절, MERGE는 식별자로 찾아 쓰고 없을 때만 만든다</a:t>
            </a:r>
          </a:p>
          <a:p>
            <a:r>
              <a:t>· 원격 수동: 제외 규칙(원격 자동이 아니면 제외)과 그때 읽은 운전 모드. 제외는 빠짐, 감점 · 경고는 남되 깎이거나 확인할 점</a:t>
            </a:r>
          </a:p>
          <a:p>
            <a:r>
              <a:t>· 핀 세척의 경고: 결과만 보지 않고 걸린 규칙 · 예측 유온 62.5 ℃ · HM-8.6을 한 묶음으로</a:t>
            </a:r>
          </a:p>
          <a:p>
            <a:r>
              <a:t>· 1순위: 검토 결과의 순위는 실행 승인이 아니다. 사람 승인 1회, 승인 순간 재확인, SOP 단계대로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여덟 줄 위에서부터, 정식 명칭은 화면에 맡기고 뜻만</a:t>
            </a:r>
          </a:p>
          <a:p>
            <a:r>
              <a:t>· 클래스 · 인스턴스 = 같은 정의를 따르는 대상의 유형과 그 유형의 실제 대상 하나</a:t>
            </a:r>
          </a:p>
          <a:p>
            <a:r>
              <a:t>· 스키마 = 클래스 · 속성 · 관계 · 제약을 일관되게 정한 정의. 식별자 = 같은 대상을 하나로 가리키는 바꾸지 않는 고유한 값. 제약 = 데이터가 지킬 조건, 어긋남을 가리는 기준</a:t>
            </a:r>
          </a:p>
          <a:p>
            <a:r>
              <a:t>· SOP = 순서와 전제 · 안전 · 금지 · 완료 기준을 정한 표준 작업 절차</a:t>
            </a:r>
          </a:p>
          <a:p>
            <a:r>
              <a:t>· DMN = 의사결정 정의 표준, 결정표 = 입력 조건에 따른 출력을 규칙 행으로 정한 표. Hit Policy = 한 입력에 여러 행이 맞을 때 결과를 정하는 방식</a:t>
            </a:r>
          </a:p>
          <a:p>
            <a:r>
              <a:t>· 상충 = 한 조치가 어떤 성과엔 이롭고 다른 성과엔 불리한 관계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구분을 판단에 써 보는 자리</a:t>
            </a:r>
          </a:p>
          <a:p>
            <a:r>
              <a:t>· 세 문제: 검사를 통과한 잘못된 연결, 읽지 못한 운전 이력, 정확히 24시간을 채운 팬</a:t>
            </a:r>
          </a:p>
          <a:p>
            <a:r>
              <a:t>· 문제마다 보기를 듣고 잠깐 멈춤 → 정답과 까닭은 세 문제를 다 본 뒤</a:t>
            </a:r>
          </a:p>
          <a:p>
            <a:r>
              <a:t>[다음] Quiz 1. 검사를 통과한 잘못된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상황(적재 뒤 검사 통과, 팬 진동의 센서로 유온 센서가 나옴) → 물음 → 보기 넷</a:t>
            </a:r>
          </a:p>
          <a:p>
            <a:r>
              <a:t>· 보기 요지: ① 검사를 통과했으니 그대로 씀 ② 유일 제약을 지우고 다시 적재 ③ MERGE로 다시 돌림 ④ 예상 답과 어긋났으니 센서 · 물리량 연결을 원자료와 대조해 고침</a:t>
            </a:r>
          </a:p>
          <a:p>
            <a:r>
              <a:t>· 생각할 거리: 검사가 보는 것과 질문의 답이 보는 것</a:t>
            </a:r>
          </a:p>
          <a:p>
            <a:r>
              <a:t>· 생각할 시간 약 20초</a:t>
            </a:r>
          </a:p>
          <a:p>
            <a:r>
              <a:t>[다음] Quiz 2. 읽지 못한 운전 이력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상황(팬 100 % 연속 운전 시간을 못 얻은 채 규정 표에 대었다) → 물음 → 보기 넷</a:t>
            </a:r>
          </a:p>
          <a:p>
            <a:r>
              <a:t>· 보기 요지: ① 0 h로 채워 감점 없이 비교 ② 「확인되지 않은 조건」으로 제외 쪽, 사유 남김 ③ 감점 규칙만 건너뛰고 통과 ④ 결정표 오류로 보고 판단 전체 중단</a:t>
            </a:r>
          </a:p>
          <a:p>
            <a:r>
              <a:t>· 생각할 거리: 모르는 값이 감점 규칙의 판정에서 어떻게 다뤄지나</a:t>
            </a:r>
          </a:p>
          <a:p>
            <a:r>
              <a:t>· 생각할 시간 약 20초</a:t>
            </a:r>
          </a:p>
          <a:p>
            <a:r>
              <a:t>[다음] Quiz 3. 정확히 24시간을 채운 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상황(원격 자동, 팬 100 %로 정확히 24.0 h, 감점 없이 후보) → 물음 → 보기 넷</a:t>
            </a:r>
          </a:p>
          <a:p>
            <a:r>
              <a:t>· 보기 요지: ① 감점이 없으니 SOP 연속 운전 제한도 안 걸림 ② 24시간에 닿았으니 감점이 빠진 건 표의 오류 ③ 감점은 없지만 SOP의 24시간 이내 제한은 규칙과 별도로 지킨다 ④ 경계값이라 판정 전체 보류</a:t>
            </a:r>
          </a:p>
          <a:p>
            <a:r>
              <a:t>· 생각할 거리: 「넘으면」의 경계, 규칙을 통과한 뒤에도 남는 절차</a:t>
            </a:r>
          </a:p>
          <a:p>
            <a:r>
              <a:t>· 생각할 시간 약 20초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4: 검사는 클래스가 맞는 잘못된 연결을 통과시킨다 → 예상 답과 대조해 데이터를 고친다. 1은 오류 없는 적재를 옳은 설계로 읽음, 2 · 3은 중복을 막는 장치라 잘못 이은 관계를 못 고친다</a:t>
            </a:r>
          </a:p>
          <a:p>
            <a:r>
              <a:t>· Q2 정답 2: 모르는 값은 통과도 0도 아니다. 1은 제한을 넘긴 팬을 통과시키고 3은 모르는 조건을 안 맞은 것처럼, 4처럼 전체를 멈출 일도 아니다</a:t>
            </a:r>
          </a:p>
          <a:p>
            <a:r>
              <a:t>· Q3 정답 3: 「넘으면」은 초과라 24.0 h는 감점 조건에 안 맞는다(2는 틀림). 감점 없음 ≠ SOP 제한이 풀림(1), 경계값이라 미룰 이유도 없다(4)</a:t>
            </a:r>
          </a:p>
          <a:p>
            <a:r>
              <a:t>· 이어지는 실습: 앞 단계 완성 모델로 부품별 사용 설비와 공급 조건을 돌려주는 적재 · 조회문을 써서 P-PMP-SEAL의 사용 설비 셋과 공급 조건 3행을 원자료와 대조하고, 비승인 공급사와 반복 적재 중복을 확인한다</a:t>
            </a:r>
          </a:p>
          <a:p>
            <a:r>
              <a:t>· 제공 조건표로 경고 · 감점 · 제외 · 정보 부족을 가르고 허용 후보만 비교하는 기능을 만든 뒤, 후보별 이유 · 출처 · 확인할 값을 경계값 · 누락이 겹친 입력 · 모두 제외된 입력으로 검증한다 — 진행은 핸즈온 가이드</a:t>
            </a:r>
          </a:p>
          <a:p>
            <a:r>
              <a:t>· 다음 회차: 작업 조건의 문서 근거를 작업 확인 카드에 잇는다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2회차 · 설비 지식과 조건을 조치 검토에 활용하기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설비 모델 · 조건표와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 · 승인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설비 · 부품 연결 조회와 작업 조건표를 엮어 선택 근거가 보이는 조치 검토 결과를 만든다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opology-star-3" descr="topology-star-3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able" descr="table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· 부품 · 공급의 질문을 정하고, SOP 조건을 결정표로 판정한 뒤, 성과 비교와 승인을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답할 질문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· 부품 · 공급을 잇는다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넣어도 하나로 남긴다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SOP 조건을 행으로 옮긴다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 · 감점 · 경고를 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 근거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맞은 행을 모두 모은다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모르는 값은 통과가 아니다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user-check" descr="user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비교와 승인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후보끼리 견준다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판정과 실행 승인을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· 부품 · 공급을 잇는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SOP의 조건을 결정표로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여러 규칙 · 모르는 값 · 판정 근거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후보의 성과 비교와 사람의 승인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· 부품 · 공급을 잇는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질문에서 정의를 고르고, 공급 관계의 값과 반복 적재의 규칙을 정한다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역량 질문에서 클래스 · 속성 · 관계로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설계는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역량 질문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(Competency Question)에서 출발해, 질문에 나오는 대상 · 값 · 길만 정의로 옮긴다.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2937510"/>
            <a:ext cx="8320811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52145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1101" y="252145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1" y="3573018"/>
            <a:ext cx="2627299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역량 질문을 적는다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대응: 어느 장치를 어느 센서로 보나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판단: 그 물리량의 한계는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주문: 교체 부품의 번호는</a:t>
            </a:r>
          </a:p>
        </p:txBody>
      </p:sp>
      <p:sp>
        <p:nvSpPr>
          <p:cNvPr id="10" name="Oval 9"/>
          <p:cNvSpPr/>
          <p:nvPr/>
        </p:nvSpPr>
        <p:spPr>
          <a:xfrm>
            <a:off x="4274705" y="252145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4705" y="252145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395" y="3573018"/>
            <a:ext cx="2627299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대상을 클래스로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구성 요소 · 센서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상태 변수 · 부품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HYD-01 · 오일 쿨러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센서 · 유온 · 쿨러 코어</a:t>
            </a:r>
          </a:p>
        </p:txBody>
      </p:sp>
      <p:sp>
        <p:nvSpPr>
          <p:cNvPr id="13" name="Oval 12"/>
          <p:cNvSpPr/>
          <p:nvPr/>
        </p:nvSpPr>
        <p:spPr>
          <a:xfrm>
            <a:off x="7048309" y="252145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309" y="252145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999" y="3573018"/>
            <a:ext cx="2627299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묻는 값을 속성으로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한계는 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태그 · 부품 번호는 문자열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 여부와 식별자</a:t>
            </a:r>
          </a:p>
        </p:txBody>
      </p:sp>
      <p:sp>
        <p:nvSpPr>
          <p:cNvPr id="16" name="Oval 15"/>
          <p:cNvSpPr/>
          <p:nvPr/>
        </p:nvSpPr>
        <p:spPr>
          <a:xfrm>
            <a:off x="9821913" y="2521458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1913" y="252145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603" y="3573018"/>
            <a:ext cx="2627299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건너가는 길을 관계로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 · 방향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양 끝 클래스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카디널리티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공급 관계에 딸린 값과 공급사에 딸린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price · failRate · leadDays는 짝마다 달라 공급 관계(SUPPLIED_BY)에 두고, avl은 공급사에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4759314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80930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축 씰 키트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P-PMP-SEAL</a:t>
            </a:r>
          </a:p>
        </p:txBody>
      </p:sp>
      <p:sp>
        <p:nvSpPr>
          <p:cNvPr id="8" name="Oval 7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B-OEM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Supplier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avl true</a:t>
            </a:r>
          </a:p>
        </p:txBody>
      </p:sp>
      <p:sp>
        <p:nvSpPr>
          <p:cNvPr id="10" name="Oval 9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27310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C트레이딩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Supplier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avl false</a:t>
            </a:r>
          </a:p>
        </p:txBody>
      </p:sp>
      <p:sp>
        <p:nvSpPr>
          <p:cNvPr id="12" name="Oval 11"/>
          <p:cNvSpPr/>
          <p:nvPr/>
        </p:nvSpPr>
        <p:spPr>
          <a:xfrm>
            <a:off x="4759314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0930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A정밀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Supplier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avl true</a:t>
            </a:r>
          </a:p>
        </p:txBody>
      </p:sp>
      <p:sp>
        <p:nvSpPr>
          <p:cNvPr id="14" name="Oval 13"/>
          <p:cNvSpPr/>
          <p:nvPr/>
        </p:nvSpPr>
        <p:spPr>
          <a:xfrm>
            <a:off x="9905695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7310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베어링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P-FAN-BRG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359152" y="2496312"/>
            <a:ext cx="2354442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2636832" y="2130552"/>
            <a:ext cx="179908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6832" y="2130552"/>
            <a:ext cx="179908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55만원 · 0.02 · 5일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42394" y="2496312"/>
            <a:ext cx="3290149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7287928" y="2130552"/>
            <a:ext cx="179908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928" y="2130552"/>
            <a:ext cx="179908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20만원 · 0.30 · 1일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27994" y="3410712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5719434" y="3831335"/>
            <a:ext cx="179908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9434" y="3831335"/>
            <a:ext cx="179908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35만원 · 0.12 · 2일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569826" y="5486400"/>
            <a:ext cx="3290149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7315360" y="5120640"/>
            <a:ext cx="179908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360" y="5120640"/>
            <a:ext cx="179908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18만원 · 0.10 · 1일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비승인 공급사의 가격 인하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C트레이딩이 펌프 축 씰 키트 단가를 20만원에서 15만원으로 낮췄다고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그래프와 구매 판단에서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씰 키트 부품의 단가 속성을 15로 고치고, C트레이딩을 1순위로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C트레이딩 공급사의 단가 속성을 15로 고친다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씰 키트 → C트레이딩 공급 관계의 price만 15로 고치고, 여전히 후보에서 뺀다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가장 싸졌으니 C트레이딩의 avl을 true로 바꾼다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CREATE · MERGE · SET: 새로 만들기와 찾아서 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적재를 중간에 멈췄다가 다시 돌려도 센서가 하나로 남으려면, 식별자로 찾고 없을 때만 만드는 MERGE를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CREATE (s:Sensor {id: 'sen:ts1',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tag: 'TS1'})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MERGE (s:Sensor {id: 'sen:ts1'})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SET s.name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s.tag  = 'TS1',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s.unit 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sen:ts1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CREATE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Node already exists with label `Sensor`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property `id` = 'sen:ts1'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CREATE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있는지 보지 않고 새 노드를 만든다. 같은 id가 있으면 유일 제약이 거절한다.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MERGE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패턴에 맞는 노드를 찾아 쓰고, 없을 때만 만든다.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찾았거나 만든 노드에 속성값을 넣는다.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쓰는 자리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시드는 MERGE만 써서 다시 돌려도 같다. 매번 새로 남길 기록은 CREATE로 만든다.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정의에서 적재 검증까지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적재가 오류 없이 끝난 것과 설계가 옳은 것은 달라서, 질문의 답과 정의의 조건을 따로 대조해야 지식으로 쓸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8962"/>
            <a:ext cx="1911644" cy="3764787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29184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4454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096514"/>
            <a:ext cx="1765340" cy="270408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정의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 · 속성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· 제약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정의 파일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108962"/>
            <a:ext cx="1911644" cy="3764787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29184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database-import" descr="database-impor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445461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096514"/>
            <a:ext cx="1765340" cy="270408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대상과 관계를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 맞춰 적는다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예시 데이터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108962"/>
            <a:ext cx="1911644" cy="3764787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29184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445461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096514"/>
            <a:ext cx="1765340" cy="270408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유일 제약을 먼저 걸고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식별자로 MERGE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결과물: 그래프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108962"/>
            <a:ext cx="1911644" cy="3764787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29184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445461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096514"/>
            <a:ext cx="1765340" cy="270408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 정한 질문을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쿼리로 묻고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예상한 답과 대조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108962"/>
            <a:ext cx="1911644" cy="3764787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2918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circle-check" descr="circle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445461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096514"/>
            <a:ext cx="1765340" cy="270408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필수값 · 허용값 · 끝 클래스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수와 자료형은 직접 센다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어긋나면 정의나 데이터를 고친다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SOP의 조건을 결정표로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속 조건 문장을 판단 시점의 값에 대어 참 · 거짓을 가리는 행으로 옮긴다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하나에 걸린 조치 후보 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핀 오염으로 가려도 쓸 수 있는 조치는 넷이어서, 생산 영향과 지금 해도 되는지를 따로 따져야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삽화:조치후보_전체.svg" descr="illust_58959857931995463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3833" y="4747747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증거로 가린 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3917" y="4747747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0483" y="2076739"/>
            <a:ext cx="294556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· 생산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0483" y="3234964"/>
            <a:ext cx="294556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80 %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SOP-COOL-12 · 생산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0483" y="4402643"/>
            <a:ext cx="294556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 70 %와 야간 핀 세척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SOP-COOL-13 · 생산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0483" y="5565596"/>
            <a:ext cx="294556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· 정비 동안 정지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 원문에서 순서와 조건 가려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SOP는 번호 붙은 순서 문장과, 그 순서를 언제 시작하고 무엇을 하지 않을지 정한 조건 문장으로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HM-8.7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설비보전팀장이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SOP-COOL-14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세척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정지하고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LOCAL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전환한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잠금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(LOTO)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압축공기로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세척한다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고압수는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재가동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CE 80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SOP(Standard Operating Procedure)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표준 작업 절차. 누가 해도 같은 순서 · 같은 확인으로 끝나게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 문장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 붙은 단계. 무엇을 어떤 차례로 하는가.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 문장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머리와 단계 속의 전제 · 제한 · 금지. 언제 해도 되고 무엇을 하면 안 되는가.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번호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 · 승인 · 작업 기록이 같은 절차를 가리키는 식별자.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조치의 전제와 현장 작업의 안전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제어는 원격 자동이어야 시작하고, 사람이 손대는 정비는 정지 · 잠금 · 잔압 해제를 확인해야 시작한다.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전제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절차를 지금 쓸 수 있는 상태인가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SOP-COOL-11: 운전 모드 REMOTE_AUTO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상위 시스템의 명령을 받는 상태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수동 조작이 들어와 있으면 시작하지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201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01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제어의 시작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안전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손대기 전 설비를 어떤 상태로 두는가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SOP-COOL-14: 정지 → LOCAL → 잠금(LOTO)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LOTO(Lockout/Tagout): 에너지원을 잠그고 표지를 단다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PM-02 펌프 정비: 잔압 배출, PS1 0 bar 확인 뒤 배관을 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4201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4201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작업의 시작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순서를 정하는 SOP와 판정을 내는 DMN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SOP의 순서는 값 없이 읽히지만, 「~일 때만」 같은 조건은 판단 시점의 값이 있어야 참 · 거짓이 정해진다.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SOP(표준 작업 절차)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답하는 물음: 어떻게, 어떤 차례로 하는가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「2. 팬 속도를 100 %로 올린다.」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단계대로 수행하고 확인한다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수행 때도 1단계처럼 상태를 다시 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DMN(Decision Model and Notation)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의사결정을 정의하는 OMG의 표준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답하는 물음: 지금 이 조치를 해도 되는가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「원격 조치는 REMOTE_AUTO가 아닐 때 쓰지 않는다.」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옮긴 조건: plc_mode != 'REMOTE_AUTO'이면 제외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데이터(InputData): 판정에 쓰는 값과 읽는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결정표에는 입력의 이름과 기준만 있고, 값은 판정하는 순간 정해진 출처에서 읽어 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 데이터 ·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읽는 곳과 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 운전 모드 · plc_mode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SCADA의 PLC 상태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REMOTE_AUTO · REMOTE_MANUAL ·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REMOTE_AUTO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 상태 · plc_state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SCADA의 PLC 상태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중인지, 보호 정지(TRIP)인지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100 % 연속 운전 시간 · fan100_hours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이력(시계열)에서 계산한 지금까지의 연속 시간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기록이 없으면 0 h가 아니라 모름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 h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(팬 60 %)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후 예측 유온 · forecast_ts1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계산, 후보마다 따로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관측한 온도가 아니다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49.8 ℃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62.5 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조치의 종류 · skill_kind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 조치 방법의 kind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control · work_order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 · 결정표 · 규칙으로 쿨러 사건 판정하기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결정표는 한 물음에 답하는 규칙 행의 모음이라, 같은 입력을 대면 누가 판정해도 행마다 같은 결과가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  dec:compliance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없거나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것은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무엇인가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?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DecisionTable  dt:compliance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R1  plc_mode != 'REMOTE_AUTO'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12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R2  fan100_hours &gt; 24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R3  forecast_ts1 &gt;= 55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REMOTE_AUTO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 h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SOP-COOL-11  49.8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R1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R2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R3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SOP-COOL-14  62.5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R3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결정(Decision)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판단해서 답할 물음 하나.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결정표(DecisionTable)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물음에 답하는 규칙의 모음.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규칙(Rule)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한 행. 조건이 모두 맞으면 출력을 내고, 아니면 아무것도 내지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대상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행마다 걸리는 조치가 정해져 있다. R1 · R2는 SOP-COOL-14에 걸리지 않는다.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 문장을 입력 · 연산자 · 기준값으로 옮기기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 하나는 입력 · 연산자 · 기준값으로 적고, 「~일 때만 한다」는 반대 조건에 걸리면 제외하는 행으로 옮긴다.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원문의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옮긴 조건과 연산자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기준값 자신은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「REMOTE_AUTO일 때만 한다」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plc_mode != 'REMOTE_AUTO' → 제외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조건을 뒤집어 제외 행으로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REMOTE_AUTO면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「24시간을 넘겼다면」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fan100_hours &gt; 24 → 감점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&gt; 초과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24.0 h는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「55 ℃ 이상이면」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forecast_ts1 &gt;= 55 → 경고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&gt;=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55.0 ℃도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「55 ℃ 미만이고 … 유지되면」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&lt; 55 (HM-8.6 회복 판정)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&lt; 미만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55.0 ℃는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「트립 중이면」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plc_state == 'TRIP'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== 같다, 이름으로 된 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글자가 같아야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fan100_hours는 h, forecast_ts1은 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입력과 기준값의 단위를 먼저 맞춘다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분 단위 입력은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바꾼 뒤 비교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규칙의 출력: 후보 선택 · 제외 · 감점 · 경고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후보에 올리는 출력과 오른 후보를 빼고 깎고 알리는 출력이 따로 있어서, 남은 후보도 실행 허가는 아니다.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출력(effect)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조치의 실제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성능 상실 → SOP-COOL-11 · 12 · 13 (HM-8.5)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→ SOP-COOL-14 (HM-8.7)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 EXCLUDE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plc_mode != 'REMOTE_AUTO' → SOP-COOL-11 · 12 · 13 (HM-8.8)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빠진다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점수로 되살리지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fan100_hours &gt; 24 → 20만 원, SOP-COOL-11 · 12 (HM-8.8)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남고 깎인다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 WARN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forecast_ts1 &gt;= 55 → 모든 후보 (HM-8.6)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남고 확인할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점이 붙는다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승인과 수행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후보도 사람 승인 1회와 수행 시점의 확인을 거친다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실행은 따로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여러 규칙 · 모르는 값 · 판정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여러 행이 함께 맞을 때, 값을 읽지 못했을 때, 판정을 되짚을 근거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Policy: 여러 행이 함께 맞을 때의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Hit Policy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한 입력에 여러 행이 맞을 때 무엇을 답으로 삼을지 결정표마다 정해 둔 방식이다.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99310"/>
            <a:ext cx="6766560" cy="3784091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6470"/>
            <a:ext cx="6400800" cy="35097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plc_mode = 'REMOTE_MANUAL'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fan100_hours = 30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forecast_ts1 = 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적합성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COLLECT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R1  plc_mode != 'REMOTE_AUTO'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R2  fan100_hours &gt; 24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R3  forecast_ts1 &gt;= 55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violations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자동이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(HM-8.8)]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penalties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(HM-8.8)]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warnings 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(HM-8.6)]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빠지고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셋이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99310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한 행이 입력에 맞는 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5332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맞은 행의 출력을 빠짐없이 모은다.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제외가 있으면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후보는 비교에서 빠지지만 감점 · 경고 사유도 함께 남는다.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37379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규정 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규정 적합성 표는 Collect로 선언되어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운전 모드와 운전 이력을 읽지 못했을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값을 모르는 조건은 통과로 치지 않아서, 제외 · 감점 규칙은 제외 쪽으로, 경고 규칙은 확인되지 않은 경고로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읽지 못한 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걸리는 후보와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결과에 남는 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plc_mode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· 12 · 13: 제외 규칙의 값을 모른다 → 제외 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「확인되지 않은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조건 (plc_mode)」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plc_mode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SOP-COOL-14: 그 규칙의 적용 대상이 아니다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control AND 모드 규칙도 앞 검사가 거짓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fan100_hours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기록이 없으면 0 h가 아니라 모름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· 12: 감점 규칙이라 제외 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0으로 채우면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제한 넘긴 팬이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통과한다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forecast_ts1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 규칙의 값을 모른다 → 경고로 남긴다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확인되지 않은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모든 후보가 빠짐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추천을 내지 않고 제외 사유를 보인다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값을 알아도: 트립(TRIP)이면 리셋 외 제외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조건을 몰래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풀지 않는다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 근거: 걸린 규칙 · 그때의 값 · 원문 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걸린 규칙과 조건, 그때 읽은 값, 근거 원문이 한 묶음으로 남아야 승인하는 사람이 판정을 되짚을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SOP-COOL-14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세척에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걸린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     rule:cmp-forecast-ts1-high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effect    WARN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when      forecast_ts1 &gt;= 55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sources   ["HM-8.6"]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forecast_ts1 = 62.5 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trace: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{decision, rule, when, fired, unknown}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해제에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실패할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있으므로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출처(Knowledge Source)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규칙의 근거 문서. 규칙은 DERIVED_FROM으로 매뉴얼 절을 가리킨다.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rule · effect · when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규칙이 어떤 조건으로 무슨 판정을 냈는가.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판정에 쓴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값을 다시 읽어서는 그때의 판정을 재현할 수 없다.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trace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맞지 않은 행과 모르는 값까지 남긴 행별 평가 기록.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후보의 성과 비교와 사람의 승인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규칙을 통과한 후보끼리 득실을 견주고, 판정과 실행 승인이 다른 단계임을 확인한다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진단에서 승인까지 이어지는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진단의 답이 후보 선택 표로, 모인 후보가 규정 표로 넘어가서 판단마다 따로 확인할 근거가 생긴다.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0383"/>
            <a:ext cx="1911644" cy="336194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4932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zoom-check" descr="zoom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64688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297936"/>
            <a:ext cx="1765340" cy="2301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증거 가중치로 원인 순위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결정표 평가가 아니다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쿨러 핀 오염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310383"/>
            <a:ext cx="1911644" cy="336194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4932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646883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297936"/>
            <a:ext cx="1765340" cy="2301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 · 원인에 맞는 조치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후보 넷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310383"/>
            <a:ext cx="1911644" cy="336194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4932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646883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297936"/>
            <a:ext cx="1765340" cy="2301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규정 검사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후보마다 제외 · 감점 · 경고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넷 모두 남고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세척에 경고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310383"/>
            <a:ext cx="1911644" cy="336194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49326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scale" descr="scal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646883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297936"/>
            <a:ext cx="1765340" cy="2301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후보 비교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UNIQUE: 순위 정책 하나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성과와 비용으로 견준다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추천안 하나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310383"/>
            <a:ext cx="1911644" cy="3361944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49326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user-check" descr="user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646883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297936"/>
            <a:ext cx="1765340" cy="2301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승인과 수행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 승인 1회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순간 모드 · 상태 재확인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SOP 단계대로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가르는 규칙과 효과를 견주는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제외 규칙이 먼저 후보를 거르고 남은 후보끼리만 점수로 견주어야, 안전선은 지켜지고 고를 조치도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 여부의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효과의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답하는 물음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이 조치를 해도 되는가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해도 되는 것 가운데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나은가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모양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통과 또는 제외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제외되면 점수와 관계없이 순위의 뒤로 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점수의 높고 낮음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손해와 이득이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서로 메워진다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사건에서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수동이면 원격 제어 후보 셋이 빠진다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무재해 운전: 금액과 맞바꾸지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효과 · 생산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전력 · 납기를 견준다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· 경고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결정표의 출력이지만 후보를 빼지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후보를 남긴 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 성분이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둘을 섞으면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안전선이 작은 감점이 되어 다른 점수에 묻힌다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작은 비용에도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후보가 모두 빠진다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한 건이 성과 지표에 닿는 길과 상충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상충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(Trade-off)은 한 조치가 어떤 지표에는 이롭고 다른 지표에는 불리한 관계라, 길을 끝까지 따라가야 보인다.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3259836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" y="3537813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최대와 부하 80 %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SOP-COOL-12</a:t>
            </a:r>
          </a:p>
        </p:txBody>
      </p:sp>
      <p:sp>
        <p:nvSpPr>
          <p:cNvPr id="8" name="Oval 7"/>
          <p:cNvSpPr/>
          <p:nvPr/>
        </p:nvSpPr>
        <p:spPr>
          <a:xfrm>
            <a:off x="2956483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8896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속도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 → 100 %</a:t>
            </a:r>
          </a:p>
        </p:txBody>
      </p:sp>
      <p:sp>
        <p:nvSpPr>
          <p:cNvPr id="10" name="Oval 9"/>
          <p:cNvSpPr/>
          <p:nvPr/>
        </p:nvSpPr>
        <p:spPr>
          <a:xfrm>
            <a:off x="2956483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8896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90 → 80 %</a:t>
            </a:r>
          </a:p>
        </p:txBody>
      </p:sp>
      <p:sp>
        <p:nvSpPr>
          <p:cNvPr id="12" name="Oval 11"/>
          <p:cNvSpPr/>
          <p:nvPr/>
        </p:nvSpPr>
        <p:spPr>
          <a:xfrm>
            <a:off x="5364327" y="2770174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6740" y="3048152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</p:txBody>
      </p:sp>
      <p:sp>
        <p:nvSpPr>
          <p:cNvPr id="14" name="Oval 13"/>
          <p:cNvSpPr/>
          <p:nvPr/>
        </p:nvSpPr>
        <p:spPr>
          <a:xfrm>
            <a:off x="6520092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2505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</p:txBody>
      </p:sp>
      <p:sp>
        <p:nvSpPr>
          <p:cNvPr id="16" name="Oval 15"/>
          <p:cNvSpPr/>
          <p:nvPr/>
        </p:nvSpPr>
        <p:spPr>
          <a:xfrm>
            <a:off x="7772171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4584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</a:t>
            </a:r>
          </a:p>
        </p:txBody>
      </p:sp>
      <p:sp>
        <p:nvSpPr>
          <p:cNvPr id="18" name="Oval 17"/>
          <p:cNvSpPr/>
          <p:nvPr/>
        </p:nvSpPr>
        <p:spPr>
          <a:xfrm>
            <a:off x="10180015" y="2443734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2428" y="2721711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이로움</a:t>
            </a:r>
          </a:p>
        </p:txBody>
      </p:sp>
      <p:sp>
        <p:nvSpPr>
          <p:cNvPr id="20" name="Oval 19"/>
          <p:cNvSpPr/>
          <p:nvPr/>
        </p:nvSpPr>
        <p:spPr>
          <a:xfrm>
            <a:off x="10180015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2428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923517" y="2810656"/>
            <a:ext cx="1098423" cy="74458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1890933" y="2817190"/>
            <a:ext cx="11635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90933" y="2817190"/>
            <a:ext cx="116358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AFFECTS +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3517" y="4427468"/>
            <a:ext cx="1098423" cy="74458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1890933" y="4434001"/>
            <a:ext cx="11635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90933" y="4434001"/>
            <a:ext cx="116358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AFFECTS -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90200" y="2692350"/>
            <a:ext cx="978667" cy="46438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4137464" y="2558783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37464" y="2558783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-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271132" y="4033702"/>
            <a:ext cx="1221005" cy="107598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4139565" y="4205935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39565" y="4205935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871307" y="3229675"/>
            <a:ext cx="3237398" cy="219453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7747936" y="2973642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7936" y="2973642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-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465243" y="2359152"/>
            <a:ext cx="323377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8" name="Rounded Rectangle 37"/>
          <p:cNvSpPr/>
          <p:nvPr/>
        </p:nvSpPr>
        <p:spPr>
          <a:xfrm>
            <a:off x="5340061" y="1993392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0061" y="1993392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465243" y="5623560"/>
            <a:ext cx="1981697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41" name="Rounded Rectangle 40"/>
          <p:cNvSpPr/>
          <p:nvPr/>
        </p:nvSpPr>
        <p:spPr>
          <a:xfrm>
            <a:off x="4714022" y="5257800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4022" y="5257800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028852" y="5623560"/>
            <a:ext cx="2078011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44" name="Rounded Rectangle 43"/>
          <p:cNvSpPr/>
          <p:nvPr/>
        </p:nvSpPr>
        <p:spPr>
          <a:xfrm>
            <a:off x="8325788" y="5257800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5788" y="5257800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후보의 손익 항목과 값의 원천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손익은 항목마다 다른 업무 시스템의 기록으로 계산하고, 원천이 없으면 숫자를 짓지 않고 미확인으로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손익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계산에 필요한 기록 · 원천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들어 있는 가정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낮춘 부하 · 유지 시간 · 작업 정지 시간 × 시간당 생산 가치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 · CMMS 표준 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부하 90 %에서 줄인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비율만큼 생산도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준다고 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지연 위약금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납기를 넘긴 시간 × 계약의 시간당 위약금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계약 · MES 오더 잔량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월 단위 KPI인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지체상금(만 원/월)과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섞지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클레임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 55 ℃ 이상일 때 고온 로트의 클레임 금액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예측값에 기댄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추정이다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에너지비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최대의 추가 전력 × 운전 시간 × 전력 단가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시간은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가정값이다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정지 · 작업비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표준 작업: HYD-01 핀 세척 정지 3 h · 40만 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조치의 표준 작업이 없으면 손익 미확인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계획한 시간이지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실제 복구 시간이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아니다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위험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고장 비용 × 운전 기간 ÷ MTBF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원인이 남는 후보에만 붙는다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근본 조치 뒤 0은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계산의 가정이다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쿨러 사건의 조치 검토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검토 결과는 후보마다 판정 · 규칙 · 출처 · 남은 확인을 적어, 순위가 실행 승인으로 읽히지 않게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 · 판정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걸린 규칙과 원문 출처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순위 · 승인 · 남은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SOP-COOL-11 팬 최대 운전 ·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 · 감점 · 경고 없음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· 연속 0 h · 예측 49.8 ℃ (HM-8.5 · HM-8.8)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1순위 · 운전원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순간 모드 재확인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15분 재관측(HM-8.6)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SOP-COOL-12 팬 최대와 부하 80 % ·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걸린 규칙 없음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80 %는 하한 60 % 위 (HM-8.8)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 · 운전원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속도가 준다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15분 재관측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SOP-COOL-13 부하 70 %와 야간 세척 · 유지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걸린 규칙 없음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야간 핀 세척 작업지시가 함께 걸린다 (HM-8.5)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 · 운전원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야간 정비 시간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SOP-COOL-14 쿨러 핀 세척 · 유지(경고)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62.5 ℃ ≥ 55 ℃ → 경고 (HM-8.6)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근본 조치 작업지시 (HM-8.7)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4순위 · 설비보전팀장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정지 · LOCAL · LOTO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재가동 뒤 CE 80 %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 결과 밖의 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승인 · 수행하는 순간의 확인 · 결과 관측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 승인 1회 뒤 실행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재관측으로 효과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결정표로 옮겨도 절차에 남는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시점의 값으로 가릴 수 있는 조건만 결정표로 옮기고, 현장 확인 · 조치 뒤 관측 · 작업 방법은 절차에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SOP의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결정표로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절차에 남는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「REMOTE_AUTO인지 확인한다」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 규칙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순간 다시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확인하는 단계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「100 % 연속 운전은 24시간 이내」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연속 운전 시간을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지키는 운전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「15분 재관측으로 회복 판정」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옮기지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뒤에야 값이 생긴다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재관측과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「정지 · LOCAL · 잠금(LOTO)」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옮기지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현장에서 사람이 확인한다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안전 조건의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「고압수는 쓰지 않는다」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옮기지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판정할 입력 값이 없다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 방법의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경보와 씰 키트로 되짚는 판정과 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부품 공급에서 조치 승인까지 물음마다 답이 놓인 자리가 달라, 그 자리를 가려야 판정과 승인을 되짚을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C트레이딩 씰 키트의 단가 · 납기는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부품 → 공급사의 공급 관계(SUPPLIED_BY) 속성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공급 관계의 값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공급사의 avl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적재를 다시 돌려도 센서가 하나로 남나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식별자로 찾고 없을 때만 만드는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CREATE vs MERGE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수동에서 팬 최대 운전을 해도 되나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규정 결정표의 제외 규칙과 그때의 운전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제외 vs 감점 · 경고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핀 세척에 붙은 경고를 어떻게 되짚나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걸린 규칙 · 그때의 값 · 원문 절(HM-8.6)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 결과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판정 근거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1순위 팬 최대 운전은 바로 실행되나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 승인 1회, 승인 순간 모드 재확인, SOP 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비교 순위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vs 실행 승인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공급 관계의 모델과 조건 판정 · 성과 비교에서 쓰는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· 인스턴스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Class · Instance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정의를 따르는 대상의 유형과, 그 유형에 속하는 실제 대상 하나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2611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0607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0607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Schema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 · 속성 · 관계 · 제약을 일관되게 정한 지식 구조의 정의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43250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11246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1246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Identifier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대상을 하나로 가리키는, 바꾸지 않는 고유한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8388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1885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1885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Constraint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데이터가 지켜야 할 조건으로, 어긋난 데이터를 가려내는 기준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2452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92524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92524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Standard Operating Procedure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작업의 순서와 전제 · 안전 · 금지 · 완료 기준을 정한 표준 작업 절차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65167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33163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 · 결정표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33163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Decision Model and Notation · Decision Table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조건에 따른 출력을 규칙 행으로 정하는 의사결정 표준과 그 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05806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73802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73802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입력에 여러 규칙 행이 맞을 때 결과를 정하는 방식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46445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14441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814441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Trade-off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조치가 어떤 성과에는 이롭고 다른 성과에는 불리한 관계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검사를 통과한 잘못된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필수값 · 허용값 · 양 끝 클래스 검사를 통과한 모델에서 팬 진동을 읽는 센서로 유온 센서가 나왔다.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결과에 대한 판단으로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검사를 모두 통과했으니 이 연결도 지식으로 그대로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유일 제약을 지우고 같은 데이터를 처음부터 다시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CREATE를 MERGE로 바꿔 한 번 더 돌리면 연결이 바로잡힌다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예상한 답과 어긋났으니 센서와 물리량을 이은 데이터를 원자료와 대조해 고친다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읽지 못한 운전 이력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100 % 연속 운전 시간을 운전 이력에서 얻지 못한 채, 팬 최대 운전 후보를 규정 적합성 표에 대었다.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후보의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없으니 0 h로 채워 감점 없이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「확인되지 않은 조건」으로 제외 쪽에 두고 사유를 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 규칙만 건너뛰고 나머지 규칙으로 통과시킨다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결정표의 오류로 보고 판단 전체를 멈춘다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정확히 24시간을 채운 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자동에서 팬이 100 %로 정확히 24.0 h 이어 돌았고, 팬 최대 운전이 감점 없이 후보에 올랐다.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결정표와 SOP에 비추어 맞는 판단은?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감점이 없으니 SOP의 연속 운전 제한도 지금은 걸리지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24시간에 닿았으니 감점 20만 원이 빠진 것은 표의 오류이다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감점은 붙지 않지만, SOP의 24시간 이내 제한은 규칙과 별도로 지킨다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경계값에 걸린 입력이라 판정 전체를 보류한다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검사를 통과한 연결의 해석, 모르는 값의 처리, 규칙을 통과한 뒤에도 남는 절차를 바른 근거로 가리는지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검사는 정의의 조건만 본다. 클래스가 맞는 잘못된 연결은 질문의 답을 예상한 답과 대조해야 드러난다.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모르는 값은 통과도 0도 아니다. 감점 규칙의 값을 모르면 제외 쪽에 두고 사유를 남긴다.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24.0은 「넘으면」에 맞지 않아 감점이 없다. 그래도 SOP의 24시간 이내 제한은 그대로 남는다.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