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셋(지침 · 연결 · 변경)</a:t>
            </a:r>
          </a:p>
          <a:p>
            <a:r>
              <a:t>· 지난 회차 점검 요청과 같은 근거 정리 방법을 회의 후속 업무에 쓴다</a:t>
            </a:r>
          </a:p>
          <a:p>
            <a:r>
              <a:t>· 네 교시: 이론 50분 → 도구 연결과 회의 후속 스킬 → 파일 · Git · 시간 도구와 내 조회 도구 → 다음 협의 안건과 검증</a:t>
            </a:r>
          </a:p>
          <a:p>
            <a:r>
              <a:t>· 이론은 온라인 4회차 교재의 스킬 · MCP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업무 지침: 회의록마다 다시 정하던 넷을 SKILL.md로, 담당 · 묵은 값은 스킬이 아니라 입력 · 도구에서</a:t>
            </a:r>
          </a:p>
          <a:p>
            <a:r>
              <a:t>· 2 다음 협의 안건: 결정할 질문 · 확인된 사실 · 남은 확인 — 2교시 회의 후속 스킬의 결과로</a:t>
            </a:r>
          </a:p>
          <a:p>
            <a:r>
              <a:t>· 3 도구 조합: 파일 · Git · 시간 서버와 내 조회 도구 → 3교시</a:t>
            </a:r>
          </a:p>
          <a:p>
            <a:r>
              <a:t>· 4 권한과 실패: 필요한 폴더 · 서버만, 응답이 비었다와 응답을 못 받았다는 다르다 → 4교시 안건의 「확인하지 못함」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회의록마다 다시 정하던 것, 스킬과 SKILL.md, 한 번의 프롬프트와의 차이, 스킬에 적지 않을 것</a:t>
            </a:r>
          </a:p>
          <a:p>
            <a:r>
              <a:t>· 02 같은 틀의 회의 후속 스킬, 다음 협의 안건의 세 칸</a:t>
            </a:r>
          </a:p>
          <a:p>
            <a:r>
              <a:t>· 03 스킬이 적은 것과 도구가 한 것, 공통 규약과 네 구성요소, 목록과 호출</a:t>
            </a:r>
          </a:p>
          <a:p>
            <a:r>
              <a:t>· 04 읽기 · 쓰기 경계, 최소 권한, 다섯 가지 빈 응답, 외부 자료를 엮은 안건</a:t>
            </a:r>
          </a:p>
          <a:p>
            <a:r>
              <a:t>[다음] 재사용하는 업무 지침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같은 종류의 회의록을 매번 새 프롬프트로 맡기면 무엇이 흔들리나</a:t>
            </a:r>
          </a:p>
          <a:p>
            <a:r>
              <a:t>· 2교시에 회의록 두 건과 점검 메모에서 결정 · 담당 · 기한 · 근거를 뽑는 스킬을 만든다</a:t>
            </a:r>
          </a:p>
          <a:p>
            <a:r>
              <a:t>[다음] 회의록마다 다시 정하게 되는 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왼쪽 정할 것 → 가운데 안 정하면 → 오른쪽 회의 기록 예</a:t>
            </a:r>
          </a:p>
          <a:p>
            <a:r>
              <a:t>· 결정: 필터 망은 1호기 한 달 시험 설치까지만 결정, 효과는 모름</a:t>
            </a:r>
          </a:p>
          <a:p>
            <a:r>
              <a:t>· 담당 · 기한 없음: 점검표 변경을 누가 알릴지 정하지 않음 → 지어내지 않는다</a:t>
            </a:r>
          </a:p>
          <a:p>
            <a:r>
              <a:t>· 전달 ≠ 완료: 예비품 두 건은 구매팀 전달이지 발주가 아님</a:t>
            </a:r>
          </a:p>
          <a:p>
            <a:r>
              <a:t>· 결과 모양 · 근거: 항목 이름이 실행마다 달라지면 다음 단계가 못 읽는다</a:t>
            </a:r>
          </a:p>
          <a:p>
            <a:r>
              <a:t>· 같은 일을 매번 새 부탁으로 맡기면 기준이 실행마다 달라진다</a:t>
            </a:r>
          </a:p>
          <a:p>
            <a:r>
              <a:t>[다음] 에이전트 스킬과 SKILL.md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줄, 첫 줄 강조</a:t>
            </a:r>
          </a:p>
          <a:p>
            <a:r>
              <a:t>· 사람의 작업은 SOP로 풀었다 → 에이전트에게도 같은 방법</a:t>
            </a:r>
          </a:p>
          <a:p>
            <a:r>
              <a:t>· 에이전트 스킬: 반복되는 일의 수행 방법을 이름 붙여 묶은 지침. 이름이 있어야 다시 꺼낸다</a:t>
            </a:r>
          </a:p>
          <a:p>
            <a:r>
              <a:t>· SKILL.md: 머리말(name · description) + 본문(요약 · 절차 · 결과), 참고 문서 · 스크립트 함께 가능</a:t>
            </a:r>
          </a:p>
          <a:p>
            <a:r>
              <a:t>· 자리: 스킬 폴더 하나에 SKILL.md 하나, 폴더 이름 = 스킬 이름. HYD는 DB 보관본을 실행 준비 때 작업 폴더에 씀</a:t>
            </a:r>
          </a:p>
          <a:p>
            <a:r>
              <a:t>· 표준은 설명을 보고 골라 읽음, HYD는 배정이 먼저. 설명만으로 자동 사용되지 않는다</a:t>
            </a:r>
          </a:p>
          <a:p>
            <a:r>
              <a:t>[다음] SKILL.md 원문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위(머리말) → 요약 → 절차 1 · 2단계 → 결과 절, 오른쪽 설명 넷</a:t>
            </a:r>
          </a:p>
          <a:p>
            <a:r>
              <a:t>· description = 호출 조건. 무엇이 오면 쓰고 무엇을 내는지 한 줄. 원문의 카드 = 추천안</a:t>
            </a:r>
          </a:p>
          <a:p>
            <a:r>
              <a:t>· 요약 = 목표와 범위. 「승인 전에는 조회 · 계산만」: 하지 않을 일도 적는다</a:t>
            </a:r>
          </a:p>
          <a:p>
            <a:r>
              <a:t>· 1단계 = 입력, 2단계 끝 = 예외 지침(근거 없으면 지어내지 말고 보류)</a:t>
            </a:r>
          </a:p>
          <a:p>
            <a:r>
              <a:t>· 3단계 「필요하면 · 조회만」: 꼭 할지와 범위를 낱말로</a:t>
            </a:r>
          </a:p>
          <a:p>
            <a:r>
              <a:t>· 결과 절 = 출력 항목의 이름. 여섯 자리는 제목 칸이 아니라 답해야 할 물음</a:t>
            </a:r>
          </a:p>
          <a:p>
            <a:r>
              <a:t>[다음] 한 번의 프롬프트와 재사용하는 스킬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프롬프트 → 오른쪽 스킬(강조) → 꼬리표</a:t>
            </a:r>
          </a:p>
          <a:p>
            <a:r>
              <a:t>· 프롬프트: 이번 입력 · 목적 · 추가 조건(예: 10월 정기 회의록 정리)</a:t>
            </a:r>
          </a:p>
          <a:p>
            <a:r>
              <a:t>· 기준을 매번 복사하면 고친 판과 옛 판이 섞이고 예외가 빠진다. 템플릿 재사용은 가능</a:t>
            </a:r>
          </a:p>
          <a:p>
            <a:r>
              <a:t>· 스킬: 「미정」 「전달 ≠ 완료」 같은 되풀이 기준을 이름 · 설명 붙여 보관, 에이전트 · 단계에 붙임</a:t>
            </a:r>
          </a:p>
          <a:p>
            <a:r>
              <a:t>· 고치면 그 뒤 준비되는 실행이 새 판. 진행 중 실행은 즉시 안 바뀜 → 어떤 판이 쓰였는지 남긴다</a:t>
            </a:r>
          </a:p>
          <a:p>
            <a:r>
              <a:t>[다음] 스킬에 적는 것과 입력 · 도구에서 받는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받는 자리 → 가운데 윗줄(냉각) · 아랫줄(회의) → 오른쪽 바뀌는 때, 첫 줄 강조</a:t>
            </a:r>
          </a:p>
          <a:p>
            <a:r>
              <a:t>· 스킬에는 방법만: 냉각 스킬엔 HYD-01 · 핀 오염 · 팬 최대 운전이 없다</a:t>
            </a:r>
          </a:p>
          <a:p>
            <a:r>
              <a:t>· 입력: 설비 · 경보 번호/이번 회의록 원문</a:t>
            </a:r>
          </a:p>
          <a:p>
            <a:r>
              <a:t>· 지식 · 기록: 지식 그래프/앞 회의 결정 · 점검 메모를 파일 · Notion에서</a:t>
            </a:r>
          </a:p>
          <a:p>
            <a:r>
              <a:t>· 지금 값 · 시각: 시계열 · 업무 DB/시간 · Git 서버 → 뒤 단원의 MCP</a:t>
            </a:r>
          </a:p>
          <a:p>
            <a:r>
              <a:t>· 재사용의 조건: 사건마다 바뀌는 것은 스킬에 적지 않는다(묵은 값 · 지난 회의 담당이 따라온다)</a:t>
            </a:r>
          </a:p>
          <a:p>
            <a:r>
              <a:t>[다음] 회의 결과에서 다음 협의 안건으로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「2 · 3호기 핀 점검 완료」 한 줄이면 무엇이 빠지나</a:t>
            </a:r>
          </a:p>
          <a:p>
            <a:r>
              <a:t>· 4교시 다음 협의 안건의 꼴이 이 단원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자리 → 가운데 회의 스킬(가리고 먼저) → 오른쪽 냉각 스킬, 출력 줄 강조</a:t>
            </a:r>
          </a:p>
          <a:p>
            <a:r>
              <a:t>· 15초 생각 시간</a:t>
            </a:r>
          </a:p>
          <a:p>
            <a:r>
              <a:t>· 호출 조건: 회의록 한 건/목표: 결정 · 제안 · 조건부 · 담당 미정 목록/입력: 원문 + 앞 회의 결정</a:t>
            </a:r>
          </a:p>
          <a:p>
            <a:r>
              <a:t>· 예외: 담당 · 기한 없으면 미정, 전달과 완료는 다른 상태</a:t>
            </a:r>
          </a:p>
          <a:p>
            <a:r>
              <a:t>· 출력: 항목마다 원문 근거 + 다음 협의 질문</a:t>
            </a:r>
          </a:p>
          <a:p>
            <a:r>
              <a:t>· 쓸 때 지킬 넷: 설명 한 줄, 도구 실제 이름, 막혔을 때의 행동, 결과 항목 이름 고정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항목 → 가운데 안건 → 오른쪽 상태, 넷째 줄 강조</a:t>
            </a:r>
          </a:p>
          <a:p>
            <a:r>
              <a:t>· 경보 기준 2도 상향: 결론 없음 → 결정할 질문 + 남은 확인(경보 이력 · 인터록 간격)</a:t>
            </a:r>
          </a:p>
          <a:p>
            <a:r>
              <a:t>· 예비품: 구매팀 전달은 확인된 사실, 견적 진행 중, 발주 · 납기 담당은 남은 확인</a:t>
            </a:r>
          </a:p>
          <a:p>
            <a:r>
              <a:t>· 2 · 3호기 핀 점검: 설비별로(2호기 끝, 3호기 예정). 한 줄 「완료」면 3호기가 빠진다</a:t>
            </a:r>
          </a:p>
          <a:p>
            <a:r>
              <a:t>· 점검표 공지: 누가 알릴지가 결정할 질문</a:t>
            </a:r>
          </a:p>
          <a:p>
            <a:r>
              <a:t>· 안건 = 결정할 질문 · 확인된 사실 · 남은 확인. 채울 기록은 회의록 밖 → MCP</a:t>
            </a:r>
          </a:p>
          <a:p>
            <a:r>
              <a:t>[다음] MCP로 도구를 찾고 부르기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스킬에 「Git 이력을 읽어라」고 적으면 누가 실제로 읽나</a:t>
            </a:r>
          </a:p>
          <a:p>
            <a:r>
              <a:t>· 3교시에 파일 · Git · 시간 서버의 접근 범위를 정하고, 제공 골격에 점검 메모 조회 함수를 구현해 부른다</a:t>
            </a:r>
          </a:p>
          <a:p>
            <a:r>
              <a:t>[다음] 스킬이 적은 것과 도구가 실행한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왼쪽(스킬이 적은 것) → 가운데(실행한 쪽) → 오른쪽(연결이 없으면), 넷째 줄 강조</a:t>
            </a:r>
          </a:p>
          <a:p>
            <a:r>
              <a:t>· 원인 진단 · 판단 제출: 판단 엔진 서버가 실행. 없으면 원인 · 판단 번호를 못 받는다</a:t>
            </a:r>
          </a:p>
          <a:p>
            <a:r>
              <a:t>· 업무 DB 조회: 업무 DB 서버. 없으면 「받지 못함」</a:t>
            </a:r>
          </a:p>
          <a:p>
            <a:r>
              <a:t>· 스킬 자체는 순서 · 예외 · 결과 모양뿐. 스킬이 없으면 순서를 매번 새로 정한다</a:t>
            </a:r>
          </a:p>
          <a:p>
            <a:r>
              <a:t>· 방법은 지침, 접속은 연결 설정 → 고칠 자리를 가린다</a:t>
            </a:r>
          </a:p>
          <a:p>
            <a:r>
              <a:t>[다음] 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셋째 줄(3 × 3 vs 3 + 3) 먼저 → 첫 줄 MCP → 둘째 줄 → 넷째 줄</a:t>
            </a:r>
          </a:p>
          <a:p>
            <a:r>
              <a:t>· 조합마다 따로 = 9, 공통 규약 = 각자 한 번씩 6. 연결선 수가 아니라 구현할 쪽의 수</a:t>
            </a:r>
          </a:p>
          <a:p>
            <a:r>
              <a:t>· MCP: AI 애플리케이션이 바깥 도구 · 데이터에 연결하는 방식을 정한 개방형 프로토콜</a:t>
            </a:r>
          </a:p>
          <a:p>
            <a:r>
              <a:t>· 예: 지식 그래프 서버는 바깥 공개 서버, 판단 엔진 · 업무 DB 서버는 HYD 제작 → 같은 방식으로 연결</a:t>
            </a:r>
          </a:p>
          <a:p>
            <a:r>
              <a:t>· JSON-RPC 2.0: 요청(이름 · 값)과 응답(결과 · 오류)의 형식</a:t>
            </a:r>
          </a:p>
          <a:p>
            <a:r>
              <a:t>· 규약이 정하지 않는 것: 결과 항목 이름 · 써도 되는지 · 값이 맞는지</a:t>
            </a:r>
          </a:p>
          <a:p>
            <a:r>
              <a:t>[다음] 네 구성요소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가운데 윗줄(포털) · 아랫줄(로컬) → 오른쪽 하는 일, 넷째 줄 강조</a:t>
            </a:r>
          </a:p>
          <a:p>
            <a:r>
              <a:t>· 호스트: 모델을 가진 애플리케이션. 포털 = 에이전트 프로그램, 로컬 = VS Code의 AI 도우미</a:t>
            </a:r>
          </a:p>
          <a:p>
            <a:r>
              <a:t>· 클라이언트: 서버 하나와 일대일. 설정 파일에 적은 서버마다 하나</a:t>
            </a:r>
          </a:p>
          <a:p>
            <a:r>
              <a:t>· 서버: 포털 다섯(그래프 · 판단 엔진 · 업무 DB 전체 · 정비 · 구매), 로컬은 파일 · Git · 시간 · 내 조회 서버 · Notion</a:t>
            </a:r>
          </a:p>
          <a:p>
            <a:r>
              <a:t>· 도구: 이름 · 설명 · 입력 스키마</a:t>
            </a:r>
          </a:p>
          <a:p>
            <a:r>
              <a:t>· 모델 = 무엇을 부를지 고름, 호스트 = 실제 연결 관리</a:t>
            </a:r>
          </a:p>
          <a:p>
            <a:r>
              <a:t>[다음] 도구 목록 한 건과 호출 한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첫 설명(순서) → 왼쪽 위 도구 정의 → 아래 호출 한 건 → 나머지 설명</a:t>
            </a:r>
          </a:p>
          <a:p>
            <a:r>
              <a:t>· 초기화 → tools/list(목록) → tools/call(호출)</a:t>
            </a:r>
          </a:p>
          <a:p>
            <a:r>
              <a:t>· 도구 정의: 이름 · 설명 · 입력 스키마(부품 번호 한 칸) · 읽기 표시. 모델은 설명 · 스키마로 고른다</a:t>
            </a:r>
          </a:p>
          <a:p>
            <a:r>
              <a:t>· 설명이 모호하면 엉뚱한 도구를 고르거나 지나친다</a:t>
            </a:r>
          </a:p>
          <a:p>
            <a:r>
              <a:t>· 호출 결과: 처리 상태 · 읽은 시각 · 값. HYD 항목이며 MCP 오류 표시와 따로 읽는다</a:t>
            </a:r>
          </a:p>
          <a:p>
            <a:r>
              <a:t>· 형식 통과 ≠ 대상이 맞음. 목록에 보임 ≠ 허용됨</a:t>
            </a:r>
          </a:p>
          <a:p>
            <a:r>
              <a:t>[다음] 연결의 권한 · 실패 ·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메모 조회가 비어서 돌아오면 「점검 메모 없음」인가</a:t>
            </a:r>
          </a:p>
          <a:p>
            <a:r>
              <a:t>· 끝에서 외부 자료를 엮은 다음 협의 안건의 모양</a:t>
            </a:r>
          </a:p>
          <a:p>
            <a:r>
              <a:t>[다음] 읽기 · 쓰기 경계의 세 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줄(겹), 가운데 윗줄(포털) · 아랫줄(로컬) → 오른쪽 막는 것, 넷째 줄 강조</a:t>
            </a:r>
          </a:p>
          <a:p>
            <a:r>
              <a:t>· 읽기도 위험(노출 · 엉뚱한 설비 값), 쓰기는 되돌리기 어려움(보낸 메일)</a:t>
            </a:r>
          </a:p>
          <a:p>
            <a:r>
              <a:t>· 1겹 표시: 서버가 스스로 적은 힌트(판단 엔진은 제출 두 도구만 쓰기)</a:t>
            </a:r>
          </a:p>
          <a:p>
            <a:r>
              <a:t>· 2겹 연결 검사: 실제 목록에서 읽기 표시 + 쓰기 아닌 이름만, 표시 없음은 막음, 설정 바뀌면 재검사</a:t>
            </a:r>
          </a:p>
          <a:p>
            <a:r>
              <a:t>· 3겹 허용 목록: 요청 ≠ 실행 권한. 로컬은 사람이 허용</a:t>
            </a:r>
          </a:p>
          <a:p>
            <a:r>
              <a:t>· 쓰기의 자리: 에이전트는 추천안 제출까지, 명령 · 작업지시 · 메일은 승인 뒤 시스템(메일 도구는 미연결)</a:t>
            </a:r>
          </a:p>
          <a:p>
            <a:r>
              <a:t>[다음] 최소 권한 · 파일 범위 · 비밀값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세 줄 위에서 아래로, 첫 줄 강조</a:t>
            </a:r>
          </a:p>
          <a:p>
            <a:r>
              <a:t>· 최소 권한 원칙: 필요한 권한만. 정비 에이전트는 정비 서버, 구매 에이전트는 구매 서버. 자유 SQL 도구는 두지 않음</a:t>
            </a:r>
          </a:p>
          <a:p>
            <a:r>
              <a:t>· 범위를 좁히면 잘못 판단해도 닿는 곳이 좁다</a:t>
            </a:r>
          </a:p>
          <a:p>
            <a:r>
              <a:t>· 파일 범위: 작업 폴더 하나, 홈 금지. 폴더 구분은 운영체제 통제가 아님 → 서버 인자 · 권한으로도, 닿는 곳에 비밀을 두지 않음</a:t>
            </a:r>
          </a:p>
          <a:p>
            <a:r>
              <a:t>· 비밀값: 설정엔 자리표시자, 값은 실행 직전. 값 없으면 서버를 뺀다, 화면엔 별표</a:t>
            </a:r>
          </a:p>
          <a:p>
            <a:r>
              <a:t>[다음] 0행 · 연결 실패 · 호출 오류 · 시간 초과 · 잘림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가운데 윗줄(알려 준 것) → 아랫줄(적는 법) → 오른쪽 뜻, 마지막 줄 강조</a:t>
            </a:r>
          </a:p>
          <a:p>
            <a:r>
              <a:t>· 0행: 그 조건에 맞는 기록 없음 ≠ 수량 0</a:t>
            </a:r>
          </a:p>
          <a:p>
            <a:r>
              <a:t>· 연결 실패: 분류 · 사유(거절 · 주소 · 시간 · 인증) → 「확인하지 못함」과 사유</a:t>
            </a:r>
          </a:p>
          <a:p>
            <a:r>
              <a:t>· 호출 오류: 빈 성공으로 바꾸지 않음</a:t>
            </a:r>
          </a:p>
          <a:p>
            <a:r>
              <a:t>· 시간 초과: 결과를 못 받았을 뿐. 처리됐는지 확인 뒤 다시 부름(중복 방지)</a:t>
            </a:r>
          </a:p>
          <a:p>
            <a:r>
              <a:t>· 잘림: 128,466자 사례. 읽은 범위 · 못 읽은 범위를 밝힘</a:t>
            </a:r>
          </a:p>
          <a:p>
            <a:r>
              <a:t>· 원칙: 모르는 걸 아는 것처럼 적지 않는다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안건 칸 → 가운데 도구 → 오른쪽 근거, 마지막 줄 강조</a:t>
            </a:r>
          </a:p>
          <a:p>
            <a:r>
              <a:t>· 결정할 질문: 회의 스킬의 미결 + 회의록(현장에서 연결되면 자기 Notion 기록) → 회의록 절 · 페이지</a:t>
            </a:r>
          </a:p>
          <a:p>
            <a:r>
              <a:t>· 확인된 사실: 파일 서버의 점검 메모 → 경로 · 줄</a:t>
            </a:r>
          </a:p>
          <a:p>
            <a:r>
              <a:t>· 바뀐 것: Git 변경 이력(청소 주기 변경 등) → 커밋 · 날짜</a:t>
            </a:r>
          </a:p>
          <a:p>
            <a:r>
              <a:t>· 남은 확인: 직접 만든 점검 메모 조회 → 입력 · 결과</a:t>
            </a:r>
          </a:p>
          <a:p>
            <a:r>
              <a:t>· 기준 시각 · 실패: 시간 서버, 실패한 도구는 「확인하지 못함」과 사유</a:t>
            </a:r>
          </a:p>
          <a:p>
            <a:r>
              <a:t>· 안전한 연결 = 새는 곳을 막고, 받은 것 · 못 받은 것을 추적하게 남김</a:t>
            </a:r>
          </a:p>
          <a:p>
            <a:r>
              <a:t>[다음] 오늘의 실습과 남길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교시 → 실습 → 남길 결과, 강조한 4교시</a:t>
            </a:r>
          </a:p>
          <a:p>
            <a:r>
              <a:t>· 2교시: 공통 읽기 도구와 파일 · Git · 시간 서버를 연결해 호출 결과를 보고, 회의록 두 건과 점검 메모에서 결정 · 담당 · 기한 · 근거를 뽑는 스킬. 없는 정보는 미정</a:t>
            </a:r>
          </a:p>
          <a:p>
            <a:r>
              <a:t>· 3교시: 회의록 · 점검 메모를 읽도록 접근 범위를 정하고, 제공 골격에 점검 메모 조회 함수를 구현해 기존 에이전트에서 호출. 이전 회의와 후속 자료의 변경 · 근거 파일 · 시각을 잇고 조회 실패와 자료 없음을 가른다</a:t>
            </a:r>
          </a:p>
          <a:p>
            <a:r>
              <a:t>· 기본 진행은 Notion 없이. 현장에서 Notion 연결과 자기 기록이 준비되면 제공 파일 대신 자기 Notion 기록을 읽어 안건에 쓸 수 있다</a:t>
            </a:r>
          </a:p>
          <a:p>
            <a:r>
              <a:t>· 4교시: 회의록 · 메모 · 변경 이력과 회의 스킬로 다음 협의 안건, 안건마다 결정할 질문 · 확인된 사실 · 남은 확인 · 파일 근거. 후속 자료를 반영한 결과를 이전 결과와 대조해 결정이 사라지거나 겹치지 않는지</a:t>
            </a:r>
          </a:p>
          <a:p>
            <a:r>
              <a:t>· 진행은 실습마다 핸즈온 가이드를 따른다. 다음 회차에 점검 요청의 변경 요구를 명세하고 검증한다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5회차 · 스킬과 도구로 다음 협의 준비하기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 · 도구 조합과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회의에서 정한 업무와 변경 기록을 견주어 다음에 확인할 안건을 근거와 함께 만든다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notebook" descr="notebook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plug-connected" descr="plug-connected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git-compare" descr="git-compare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재사용할 업무 지침과 실행 도구를 가르고, 회의록 · 변경 기록 · 시각을 이어 완료 · 미결 · 변경을 판단한다.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notebook" descr="noteboo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지침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반복할 방법을 스킬로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사건마다 바뀌는 것은 빼기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결정 · 사실 · 남은 확인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설비별로 나눈 상태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ug-connected" descr="plug-connecte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조합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스킬 밖의 서버와 도구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목록과 호출을 읽는다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ock" descr="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권한과 실패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 일에 맞게 좁힌다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0행과 실패를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재사용하는 업무 지침: 에이전트 스킬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결과에서 다음 협의 안건으로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MCP로 도구를 찾고 부르기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연결의 권한 · 실패 · 근거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재사용하는 업무 지침: 에이전트 스킬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반복되는 일의 방법을 SKILL.md로 적고, 사건마다 바뀌는 것은 입력과 도구에 맡긴다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회의록마다 다시 정하게 되는 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종류의 회의록을 매번 새 프롬프트로 맡기면 결정 · 미정 · 완료를 가르는 기준이 실행마다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정해 두지 않으면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기록(예)에서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결정으로 보나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의견 · 제안이 결정처럼 적힌다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필터 망 시험 설치는 결정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효과는 아직 모름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 · 기한이 없으면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그럴듯한 사람과 날짜가 지어진다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점검표 변경 공지: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누가 알릴지 정하지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전달과 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전달한 일을 끝난 일로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예비품 두 건: 구매팀 전달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≠ 발주 완료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모양과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실행마다 항목 이름이 달라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단계가 읽지 못한다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항목마다 회의록의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문장을 근거로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스킬과 SKILL.md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반복되는 일의 방법을 이름 있는 파일로 두어, 실행마다 새로 정하던 순서와 결과의 모양을 묶어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반복되는 일의 수행 방법을 이름 붙여 묶은 지침이다.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실행 · 여러 에이전트가 다시 읽는다.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머리말(name · description)과 본문(요약 · 절차 · 결과)으로 된 중심 파일이다.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필요하면 참고 문서 · 스크립트를 함께 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놓이는 자리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폴더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 폴더 하나에 SKILL.md 하나, 폴더 이름이 곧 스킬 이름이다.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HYD는 실행 준비 때 작업 폴더의 .claude/skills/에 써 넣는다.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실행에 들어가는 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선택 · 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표준: 에이전트가 description을 보고 쓸지 정해 본문을 읽는다.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HYD: 에이전트 · 업무 단계에 배정한 스킬을 넣어 준다.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 원문: 여섯 자리가 있는 한 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대응 스킬 한 편에는 목표 · 호출 조건 · 입력 · 절차 · 예외 · 출력이 모두 자리를 갖고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name: cooling-emergency-response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description: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장과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전에는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계산만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context/task.json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asset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pattern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hyd-dmn diagnose(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withheld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지어내지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필요하면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enterprise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4. hyd-dmn evaluate_cards(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5. hyd-dmn submit_decision(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돌려준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cause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failure_mode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guide_card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 조건이다. 어떤 요청 한 건에 쓰는 스킬인지 한 줄로 밝힌다.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요약 문단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목표와 범위다. 무엇을 내고 어디까지만 하는지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1 · 2단계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1단계가 입력, 2단계 끝 문장이 예외 지침이다.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출력이다. 다음 단계가 읽을 항목의 이름을 정한다.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번의 프롬프트와 재사용하는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회의록에만 필요한 조건은 요청에 주고, 회의마다 되풀이할 판단 기준은 스킬로 관리해야 판이 섞이지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1518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" descr="messag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6880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요청의 프롬프트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「10월 정기 회의록을 정리해 줘」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이번 입력과 목적 · 추가 조건을 준다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기준을 매번 복사하면 고친 판과 옛 판이 섞인다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프롬프트도 템플릿으로 다시 쓸 수는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일의 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1518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6880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스킬로 관리하는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「담당 · 기한이 없으면 미정」 「전달 ≠ 완료」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이름과 description을 붙여 보관한다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에이전트 · 업무 단계에 붙여 다시 읽힌다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고치면 그 뒤에 준비되는 실행이 새 판을 받는다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114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114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되풀이할 방법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스킬에 적는 것과 입력 · 도구에서 받는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스킬에는 방법만 적고 사건마다 바뀌는 것은 입력과 도구에서 받아야 다음 일에 다시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어디서 받나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대응 스킬 · 회의 후속 스킬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바뀌는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스킬(SKILL.md)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도구 순서 · 보류 조건 · 결과 항목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결정 · 미정 · 전달을 가르는 기준 · 결과 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방법을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고칠 때만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context/task.json의 설비 HYD-01 · 경보 번호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이번 회의록 원문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· 기록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원인 후보 · 조치 후보를 지식 그래프에서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앞 회의 결정 · 점검 메모를 파일 · Notion에서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· 개정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기록이 쌓일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 · 시각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냉각: 냉각 효율 · 납기를 시계열 DB · 업무 DB에서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회의: 안건의 기준 시각 · 변경 이력을 시간 · Git 서버에서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읽는 순간마다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결과에서 다음 협의 안건으로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틀의 회의 후속 스킬과, 결정할 질문 · 확인된 사실 · 남은 확인으로 나눈 안건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같은 틀로 쓰는 회의 후속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 후속 스킬도 같은 자리를 채우지만, 무엇을 확정으로 보고 무엇을 남길지는 회의 업무의 기준으로 바뀐다.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후속 스킬(설계)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냉각 대응 스킬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한 건의 후속 업무를 정리해 달라는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과열 경보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 · 제안 · 조건부 작업 · 담당 미정을 가른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· 추천안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지는 대안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원문 · 앞 회의의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task.json의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· 경보 번호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·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 · 기한이 없으면 「미정」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전달과 완료를 다른 상태로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짓지 않고 보류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항목마다 원문 근거와 다음 협의에서 확인할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cause · decision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decision_id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회의 결과에서 다음 협의 안건으로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 스킬의 결과를 다음 협의 안건으로 옮길 때는 결정할 질문 · 확인된 사실 · 남은 확인을 근거와 함께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회의 기록(예)의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협의 안건에 들어갈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기준 2도 상향 요청 · 4절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결정할 질문: 기준을 올리나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확인: 경보 이력 · 인터록 간격 정리가 왔나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결론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두 건 · 3절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확인된 사실: 구매팀에 전달함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확인: 발주 · 납기 담당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전달함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견적은 아직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 · 3호기 쿨러 핀 점검 · 1절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설비별 상태를 나눠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2호기 끝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3호기 예정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점검표 변경 공지 · 2절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결정할 질문: 누가 알리나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담당을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정하지 않음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MCP로 도구를 찾고 부르기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스킬이 부르는 도구가 어디서 실행되고, 어떤 약속으로 목록을 내주고 호출을 받는가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스킬이 적은 것과 도구가 실행한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스킬의 절차가 부르는 이름은 스킬 밖의 서버가 내주는 도구여서, 방법과 실행을 잇는 연결이 따로 있어야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 절차가 적은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실제로 실행한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연결이 없으면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 diagnose(…)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 서버가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시계열을 읽음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1순위를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받지 못한다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enterprise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 서버의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mes_orders · qms_lots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· 로트 값이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「받지 못함」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submit_decision(…)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 서버가 판단을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번호가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돌아오지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 자체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 · 예외 · 결과의 모양만 적은 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연결이 있어도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순서를 매번 새로 정한다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MCP: 도구를 내주고 부르는 공통 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MCP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도구를 내주고 부르는 방식을 하나로 정해, 애플리케이션과 시스템마다 연결을 따로 만드는 수고를 줄인다.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애플리케이션이 외부 도구와 데이터에 연결하는 방식을 정한 개방형 프로토콜이다.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JSON-RPC 2.0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JSON Remote Procedure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요청과 응답을 주고받는 메시지 형식이다. MCP의 메시지가 이 형식을 따른다.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규약의 효과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상호 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애플리케이션 셋 · 시스템 셋을 따로 이으면 3 × 3 = 9가지를 만든다.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규약에 맞추면 각자 한 번씩 3 + 3 = 6이다.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규약이 정하지 않는 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따로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결과의 항목 이름 · 이 도구를 써도 되는지 · 값이 맞는지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구성요소: HYD 포털과 로컬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호출은 호스트 · 클라이언트 · 서버를 차례로 지나며, 포털과 로컬은 자리마다 쓰는 프로그램이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포털 · 로컬 VS Code에서 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하는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호스트(Host)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처리 건마다 띄우는 에이전트 프로그램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VS Code의 AI 도우미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모델을 가지고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클라이언트를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클라이언트(Client)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작업 폴더 서버 설정에 적힌 서버마다 하나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.vscode/mcp.json에 적은 서버마다 하나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 하나와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일대일 연결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서버(Server)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neo4j · hyd-dmn · enterprise · enterprise-maint · enterprise-purchase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파일 · Git · 시간 서버 · 직접 만든 조회 서버 · Notion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시스템의 기능을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도구로 내준다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도구(Tool)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diagnose · mes_orders · part_quotes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파일 읽기 · 변경 이력 · 현재 시각 · 점검 메모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이름 · 설명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입력 스키마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목록 한 건과 호출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모델은 목록의 설명과 입력 스키마로 도구를 고르고, 받은 값은 처리 상태와 기준 시각까지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tools/list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알려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name         part_quotes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description  SCM: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inputSchema  part: string,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기본값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P-PMP-SEAL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annotations  readOnlyHint: true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tools/call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enterprise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mes_orders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{"result": "ok",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"document": {"system": "MES",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"as_of": "2026-10-10T15:19:07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"facts": {"due_in_h": 5.98,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초기화 · 목록 · 호출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 판과 기능을 맞춘 뒤 tools/list로 목록을 받고, tools/call로 부른다.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inputSchema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넘길 값의 이름과 형이다. 형식이 맞아도 대상이 맞는지는 따로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result · as_of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조회의 처리 상태와 읽은 시각이다. MCP의 오류 표시와 따로 읽는다.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목록이 바뀌면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서버가 새 도구를 내놓아도 자동으로 허용되지 않는다.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연결의 권한 · 실패 ·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권한을 그 일에 맞게 좁히고, 실패한 응답을 결과로 착각하지 않으며, 근거를 남긴다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 · 쓰기 경계의 세 겹: 포털과 로컬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도구가 스스로 단 표시, 실제 연결 검사, 허용 목록이 겹쳐야 읽기 도구만 부르고 쓰기는 승인 뒤로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포털 · 로컬 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막는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도구의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readOnlyHint. 판단 엔진의 쓰기 표시는 submit_decision · submit_purchase 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내가 띄운 서버가 단 표시를 목록에서 읽는다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서버가 스스로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적은 힌트일 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검사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실제로 접속해 목록을 받은 서버만, 검사 때와 설정이 같을 때만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내가 띄운 서버의 목록 · 호출을 직접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표시가 없거나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쓰기 이름인 도구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읽기로 판정된 도구 이름만, 표시 없는 도구는 별도 확인 없이 막음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도우미가 도구를 쓸 때 사람이 허용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요청은 해도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실행은 못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쓰기의 자리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포털: 에이전트는 추천안 제출까지, 명령 · 작업지시 · 메일은 승인 뒤 시스템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로컬: 실습 서버는 읽기 전용으로 띄운다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· 업무의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실제 변경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· 파일 범위 · 비밀값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일에 필요한 서버 · 폴더 · 비밀값만 주어야, 잘못 부른 도구가 닿을 수 있는 범위도 그만큼 좁아진다.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주고 나머지는 주지 않는다.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에이전트는 enterprise-maint, 구매 에이전트는 enterprise-purchase만 받는다.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접근 범위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폴더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실행마다 작업 폴더 하나, 밖은 읽거나 쓰지 않는다.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폴더 구분은 운영체제의 접근 통제가 아니어서 서버 인자 · 권한으로도 막는다.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비밀값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자리표시자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설정에는 ${SECRET:이름} 자리표시자만 두고 값은 실행 직전에 채운다.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없으면 그 서버를 빼고 시작한다.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0행 · 연결 실패 · 호출 오류 · 시간 초과 · 잘림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응답이 비었다는 것과 응답을 받지 못했다는 것은 다른 사실이어서, 결과에 적는 문장도 달라야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응답이 알려 준 것 → 결과에 적는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상태의 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0행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조회는 됐고 조건에 맞는 행이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「맞는 기록 없음」. 수량 0으로 바꾸지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범위에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기록이 없다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분류와 사유: refused · unreachable · timeout · auth …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「확인하지 못함」과 그 사유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닿지 못했다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오류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result: error와 오류 종류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빈 성공으로 바꾸지 않고 오류를 적는다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닿았지만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실행이 실패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 초과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제한 시간 안에 결과가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안 됐다고 단정하지 않고, 다시 부르기 전 처리 여부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처리됐는지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잘림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일부만 받았다(예: 평가 결과 128,466자)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읽은 범위와 못 읽은 범위를 밝힌다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일부만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외부 자료를 엮은 다음 협의 안건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협의 안건은 회의 스킬의 결과에 여러 서버의 사실을 붙인 것이라, 칸마다 어느 도구의 어느 결과인지 남아야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안건의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가져오는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근거로 남길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결정할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 스킬의 미결 항목 ·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Notion 회의 · 학습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회의록의 절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Notion 페이지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확인된 사실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서버로 읽은 점검 메모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파일 경로와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Git 서버의 변경 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커밋과 날짜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직접 만든 점검 메모 조회 도구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 입력과 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시각 · 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시간 서버 · 접근에 실패한 도구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안건을 만든 시각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「확인하지 못함」과 사유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오늘의 실습과 남길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이론 뒤 세 교시는 회의 후속 스킬을 만들고, 도구를 이은 뒤, 다음 협의 안건을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도구를 연결하고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 후속 업무 스킬 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 · 담당 · 기한 · 근거,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없는 정보는 미정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· Git · 시간 MCP와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조회 도구 연결하기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바뀐 내용 · 근거 파일 · 시각,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실패와 자료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협의 안건을 만들고 검증하기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질문 · 사실 · 남은 확인 · 근거,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이전 결과와 대조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