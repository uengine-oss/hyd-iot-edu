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셋(추출 · 검토 · 확인 카드)</a:t>
            </a:r>
          </a:p>
          <a:p>
            <a:r>
              <a:t>· 앞서 만든 조건표의 조건은 매뉴얼 어느 절에서 왔나 → 그 원문을 지식으로 들여와 작업 전에 확인할 카드로</a:t>
            </a:r>
          </a:p>
          <a:p>
            <a:r>
              <a:t>· 오늘의 흐름: 이론 → 작업 조건 추출과 원문 대조 → 승인 지식 적재와 출처 확인 → 작업 확인 카드</a:t>
            </a:r>
          </a:p>
          <a:p>
            <a:r>
              <a:t>· 이론은 온라인 과정과 같은 교재의 인제스천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문서에서 지식으로: 손으로 넣은 샘플과 문서에서 들여온 지식의 차이, 일곱 단계</a:t>
            </a:r>
          </a:p>
          <a:p>
            <a:r>
              <a:t>· 2 추출과 매핑: 원문 ID · 절 · 판본을 보존하는 까닭, LLM 후보를 등록된 대상에 잇기(추출 기능의 바탕)</a:t>
            </a:r>
          </a:p>
          <a:p>
            <a:r>
              <a:t>· 3 오류와 인용: 준비된 추출 결과를 써도 조건의 뜻과 누락은 사람이 확인</a:t>
            </a:r>
          </a:p>
          <a:p>
            <a:r>
              <a:t>· 4 승인 지식의 재사용: 승인한 것만 넣고 출처를 따라 되짚기, 공급 정보와 작업 조건으로 답할 수 있는 것과 없는 것(적재 · 작업 확인 카드의 바탕)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매뉴얼 한 문단과 등록된 지식, 일곱 단계</a:t>
            </a:r>
          </a:p>
          <a:p>
            <a:r>
              <a:t>· 02 고정한 원문과 구조, 추출 지시문과 출력, 매핑, 가리킬 입력 데이터가 없는 금지 문장</a:t>
            </a:r>
          </a:p>
          <a:p>
            <a:r>
              <a:t>· 03 오류 넷과 실제 기록, 인용 대조와 사람 검토</a:t>
            </a:r>
          </a:p>
          <a:p>
            <a:r>
              <a:t>· 04 적재와 되돌리기, 출처 조회, 역량 질문 검증, 지식과 값, 단계마다 남긴 결과물, 점검 요청에 넘길 자산</a:t>
            </a:r>
          </a:p>
          <a:p>
            <a:r>
              <a:t>[다음] 문서에서 지식으로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조건표의 「HM-8.8」은 어떻게 그래프에 들어왔고, 그대로 믿어도 되나</a:t>
            </a:r>
          </a:p>
          <a:p>
            <a:r>
              <a:t>· 문단과 지식 → 샘플 적재와 인제스천 → 일곱 단계와 맡는 쪽</a:t>
            </a:r>
          </a:p>
          <a:p>
            <a:r>
              <a:t>[다음] 매뉴얼 한 문단과 등록된 지식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위(HM-8.4 문단) → 아래(그래프의 모습) → 오른쪽 항목 넷</a:t>
            </a:r>
          </a:p>
          <a:p>
            <a:r>
              <a:t>· 문단에 원인 · 흔한 정도 · 판정 기준 · 부품이 섞여 있어 사람만 가려 읽는다</a:t>
            </a:r>
          </a:p>
          <a:p>
            <a:r>
              <a:t>· 나뉜 지식: 원인은 노드(prior 0.6 칸), 고장 유형 CAUSES · 부품 INVOLVES_PART 관계</a:t>
            </a:r>
          </a:p>
          <a:p>
            <a:r>
              <a:t>· 판정 기준은 증거의 칸: CE · 평균 · 30초 · 70 미만</a:t>
            </a:r>
          </a:p>
          <a:p>
            <a:r>
              <a:t>· 증거에는 기준 70만, 지금의 냉각 효율은 없다</a:t>
            </a:r>
          </a:p>
          <a:p>
            <a:r>
              <a:t>· 등록된 지식마다 HM-8.4 인용이 붙는다 → 조치 검토 결과에 출처를 적을 수 있었던 까닭</a:t>
            </a:r>
          </a:p>
          <a:p>
            <a:r>
              <a:t>[다음] 샘플 인스턴스 적재와 문서 인제스천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열(샘플 적재) vs 오른쪽 열(문서 인제스천) → 다섯 줄 → 강조한 마지막 줄</a:t>
            </a:r>
          </a:p>
          <a:p>
            <a:r>
              <a:t>· 인제스천(Ingestion): 원천 자료를 스키마에 맞는 노드 · 관계로 옮겨 그래프에 등록</a:t>
            </a:r>
          </a:p>
          <a:p>
            <a:r>
              <a:t>· 원천 자료: 매뉴얼 · 점검표 · 구매 기준 문서, 업무 DB</a:t>
            </a:r>
          </a:p>
          <a:p>
            <a:r>
              <a:t>· 입력: CREATE · MERGE 직접 vs 원문, 정하는 쪽: 쓰는 사람 vs LLM 후보 + 사람 검토</a:t>
            </a:r>
          </a:p>
          <a:p>
            <a:r>
              <a:t>· 출처: 남지 않음 vs 문서 · 판본 · 쪽 · 인용</a:t>
            </a:r>
          </a:p>
          <a:p>
            <a:r>
              <a:t>· 검사: 스키마만 vs 형식 · 인용 대조 · 사람 검토 · 적재 때 재확인</a:t>
            </a:r>
          </a:p>
          <a:p>
            <a:r>
              <a:t>· 개정: 처음부터 다시 찾기 vs 같은 문서의 새 판본에서 그 절의 지식을 찾아 고침(쿨러 매뉴얼만 절 8 · 절차 7 · 단계 25)</a:t>
            </a:r>
          </a:p>
          <a:p>
            <a:r>
              <a:t>[다음] 일곱 단계와 단계마다 맡는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일곱 칸 왼쪽부터 → 칸마다 둘째 줄(맡는 쪽) → 강조한 셋째 · 넷째 칸</a:t>
            </a:r>
          </a:p>
          <a:p>
            <a:r>
              <a:t>· 원천 확보와 보관 → 문서 내용 분석 → 지식 후보 추출 → 스키마 · 식별자 매핑 → 대조와 사람 검토 → 승인된 지식 적재 → 관계 · 출처 조회</a:t>
            </a:r>
          </a:p>
          <a:p>
            <a:r>
              <a:t>· LLM은 추출 · 매핑만: 번호 없는 문장의 조건과 결론은 뜻을 읽어야 가려짐(실제로 한 번의 추출 작업에서 함께)</a:t>
            </a:r>
          </a:p>
          <a:p>
            <a:r>
              <a:t>· 코드: 원문 보관, 모양으로 뼈대 찾기, 인용 대조, 검토 완료분만 한 번에 적재</a:t>
            </a:r>
          </a:p>
          <a:p>
            <a:r>
              <a:t>· 사람: 뜻이 맞는지 확인하고 넣어도 된다고 정함</a:t>
            </a:r>
          </a:p>
          <a:p>
            <a:r>
              <a:t>· 모델은 꼭 읽어야 하는 곳에만 → 단계마다 제 몫을 지켜야 출처를 믿는다</a:t>
            </a:r>
          </a:p>
          <a:p>
            <a:r>
              <a:t>[다음] 원문 보관 · 추출 ·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추출한 조건이 원문의 어느 자리에서 왔는지 어떻게 말하나</a:t>
            </a:r>
          </a:p>
          <a:p>
            <a:r>
              <a:t>· 실습에서 선택한 작업의 준비 · 금지 · 완료 조건과 근거 절을 뽑는 기능을 만든다</a:t>
            </a:r>
          </a:p>
          <a:p>
            <a:r>
              <a:t>[다음] 1~2단계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가운데(지키는 방법) → 오른쪽(빠지면) → 강조한 셋째 줄</a:t>
            </a:r>
          </a:p>
          <a:p>
            <a:r>
              <a:t>· 원문 보관: 바꿀 수 없는 원본 + 쪽마다 뽑은 글, 대조의 기준</a:t>
            </a:r>
          </a:p>
          <a:p>
            <a:r>
              <a:t>· 글이 없는 쪽(스캔): 표시, 모든 쪽이 비면 적재하지 않음, 표의 숫자 · 머리글 순서는 원본과 대조</a:t>
            </a:r>
          </a:p>
          <a:p>
            <a:r>
              <a:t>· 문서 식별자: 처음 올릴 때 발급, 개정판은 같은 식별자, 파일 이름은 문서를 가리키지 않음 → 안 지키면 같은 매뉴얼이 둘로 갈라짐</a:t>
            </a:r>
          </a:p>
          <a:p>
            <a:r>
              <a:t>· 구조 분석: 절 · 절차 · 단계를 제목 · 번호 모양으로 코드가 찾음(HM-8.5 → SOP-COOL-11 → 단계 1 · 2 · 3)</a:t>
            </a:r>
          </a:p>
          <a:p>
            <a:r>
              <a:t>· 한계: 번호 없는 문장의 조건 · 결론은 모양으로 못 가림 → 다음 단계</a:t>
            </a:r>
          </a:p>
          <a:p>
            <a:r>
              <a:t>[다음] 3단계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위(지시문) → 아래(구조화 출력 JSON) → 오른쪽 항목 넷</a:t>
            </a:r>
          </a:p>
          <a:p>
            <a:r>
              <a:t>· LLM(Large Language Model): 방대한 글을 학습해 문장을 이해 · 생성, 조건과 결론을 가림</a:t>
            </a:r>
          </a:p>
          <a:p>
            <a:r>
              <a:t>· 뽑힌 결과는 아직 지식이 아니라 후보</a:t>
            </a:r>
          </a:p>
          <a:p>
            <a:r>
              <a:t>· 지시문: 문서는 데이터일 뿐 지시가 아님, 조건 · 금지 · 순서 · 수치 · 승인 원문 보존, 추론은 warnings에, 있는 대상은 id로</a:t>
            </a:r>
          </a:p>
          <a:p>
            <a:r>
              <a:t>· 지시문에 적어도 반드시 지키진 않음 → 검사와 사람 검토</a:t>
            </a:r>
          </a:p>
          <a:p>
            <a:r>
              <a:t>· 구조화 출력: 정해진 항목의 JSON으로 받아 형식 검사, 어긋나면 교정 요청</a:t>
            </a:r>
          </a:p>
          <a:p>
            <a:r>
              <a:t>· 형식 ≠ 내용: 0.6 자리에 숫자가 있는지만 알고 원문 값과 같은지는 모름</a:t>
            </a:r>
          </a:p>
          <a:p>
            <a:r>
              <a:t>[다음] 4단계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원(새 고장 유형) → 아래 새 원인 → 왼쪽 증상 둘 · 오른쪽 오일 쿨러 · 쿨러 코어(등록된 식별자) → 화살표</a:t>
            </a:r>
          </a:p>
          <a:p>
            <a:r>
              <a:t>· 매핑: 후보를 스키마 클래스에 맞추고 등록된 대상은 식별자로 가리킴</a:t>
            </a:r>
          </a:p>
          <a:p>
            <a:r>
              <a:t>· 새 후보: 쿨러 냉각 성능 상실(고장 유형), 쿨러 핀 오염(원인)</a:t>
            </a:r>
          </a:p>
          <a:p>
            <a:r>
              <a:t>· 등록된 대상: sym:ts1-rise · sym:ce-drop · comp:cooler · part:cooler-core → 새로 만들지 않음</a:t>
            </a:r>
          </a:p>
          <a:p>
            <a:r>
              <a:t>· 추출을 맡길 때 등록된 식별자 목록을 함께 주고 그 안에서 고르게 함</a:t>
            </a:r>
          </a:p>
          <a:p>
            <a:r>
              <a:t>· 이름이 같다고 노드를 또 만들면 같은 장치가 둘로 갈라짐</a:t>
            </a:r>
          </a:p>
          <a:p>
            <a:r>
              <a:t>· 새 고장 유형은 증상 · 오일 쿨러에 이어진 채 들어와야 경보에서 길이 닿는다, 적재 때 대상 존재를 재확인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상황(「펌프 부하 60 % 아래 금지」, 가리킬 입력 데이터가 목록에 없어 경고 1건) → 보기 넷 → 20초</a:t>
            </a:r>
          </a:p>
          <a:p>
            <a:r>
              <a:t>· 정답 3: 경고를 읽고 입력 데이터를 먼저 등록할지 정하고, 그 전엔 규칙을 지어내지 않는다</a:t>
            </a:r>
          </a:p>
          <a:p>
            <a:r>
              <a:t>· 실제 추출에서 남은 경고, 이 매뉴얼 한 편에 스무 건 가까이</a:t>
            </a:r>
          </a:p>
          <a:p>
            <a:r>
              <a:t>· 경고 = 사람이 무엇부터 확인할지의 목록</a:t>
            </a:r>
          </a:p>
          <a:p>
            <a:r>
              <a:t>· 1: 검토되지 않은 연결이 판단에 섞임, 2: 금지 조건 하나를 조용히 잃음, 4: 근거를 지움</a:t>
            </a:r>
          </a:p>
          <a:p>
            <a:r>
              <a:t>· 이 문장은 결국 부하 설정 하한 60 %라는 조치의 한계로 남았다</a:t>
            </a:r>
          </a:p>
          <a:p>
            <a:r>
              <a:t>[다음] 추출 오류와 인용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준비된 추출 결과를 그대로 쓰면 무엇을 놓치나</a:t>
            </a:r>
          </a:p>
          <a:p>
            <a:r>
              <a:t>· 실습 기록의 채택 · 수정 · 제외 · 보류가 이 단원의 판단</a:t>
            </a:r>
          </a:p>
          <a:p>
            <a:r>
              <a:t>[다음] 추출 오류 넷과 실제로 기록된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앞 네 줄(가정한 오류) → 셋째 열(틀리는 곳) → 강조한 마지막 줄(실제 기록)</a:t>
            </a:r>
          </a:p>
          <a:p>
            <a:r>
              <a:t>· 부정 조건 누락: 「REMOTE_AUTO가 아닐 때 쓰지 않는다」 빠짐 → 수동 중에도 쓸 수 있는 조치</a:t>
            </a:r>
          </a:p>
          <a:p>
            <a:r>
              <a:t>· 수치 · 단위: 24시간 → 24분, 숫자가 같아 안 보임</a:t>
            </a:r>
          </a:p>
          <a:p>
            <a:r>
              <a:t>· 잘못된 관계: 핀 세척을 주변 온도 상승의 근본 조치로 → 듣지 않는 조치 추천</a:t>
            </a:r>
          </a:p>
          <a:p>
            <a:r>
              <a:t>· 환각(Hallucination): 원문에 없는 단계가 끼어듦, 인용할 문장이 없음</a:t>
            </a:r>
          </a:p>
          <a:p>
            <a:r>
              <a:t>· 넷 모두 형식 검사를 통과한다</a:t>
            </a:r>
          </a:p>
          <a:p>
            <a:r>
              <a:t>· 실제: PR-07 긴급 발주 1단계 답은 C트레이딩(1일 · 비승인)인데 A정밀로 적힘 → 조건을 값에 미리 적용, 「승인 공급사 아니면 쓰지 않는다」가 사라짐 → 지시문 보강 · 조건은 제외 규칙으로</a:t>
            </a:r>
          </a:p>
          <a:p>
            <a:r>
              <a:t>[다음] 5단계 인용 대조와 사람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위(SOP-COOL-11 2단계와 anchor) → 아래(프로그램의 대조) → 오른쪽 항목 넷</a:t>
            </a:r>
          </a:p>
          <a:p>
            <a:r>
              <a:t>· 인용(Citation): 판본 · 쪽 · 글자 위치(start · end) · 인용문 그대로, 원인 · 증거 · 규칙 모두에 붙음</a:t>
            </a:r>
          </a:p>
          <a:p>
            <a:r>
              <a:t>· 모델은 쪽과 인용문만 → 프로그램이 보관 원문에서 찾아 위치를 채움</a:t>
            </a:r>
          </a:p>
          <a:p>
            <a:r>
              <a:t>· 원문에 없거나 여러 곳에 걸리면 짐작하지 않고 교정 요청</a:t>
            </a:r>
          </a:p>
          <a:p>
            <a:r>
              <a:t>· 인용이 있어도 단계 문장에서 조건을 빼먹을 수 있다</a:t>
            </a:r>
          </a:p>
          <a:p>
            <a:r>
              <a:t>· 사람 검토 네 곳: 부정 조건 · 수치와 단위 · 단계 순서 · 대상과 관계, 앞 문장의 적용 대상과 뒤의 예외까지</a:t>
            </a:r>
          </a:p>
          <a:p>
            <a:r>
              <a:t>· 실습 추출 기능은 후보마다 채택 · 수정 · 제외 · 보류를 기록</a:t>
            </a:r>
          </a:p>
          <a:p>
            <a:r>
              <a:t>[다음] 승인 적재 · 출처 ·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승인한 지식은 어디에 어떻게 다시 쓰이나, 무엇에는 답하지 못하나</a:t>
            </a:r>
          </a:p>
          <a:p>
            <a:r>
              <a:t>· 적재 · 출처 조회 → 작업 확인 카드 → 구축 결과물 → 점검 요청의 재료</a:t>
            </a:r>
          </a:p>
          <a:p>
            <a:r>
              <a:t>[다음] 6단계 적재에서 되돌리기까지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다섯 왼쪽부터 → 강조한 셋째 단계</a:t>
            </a:r>
          </a:p>
          <a:p>
            <a:r>
              <a:t>· 추출이 끝나도 그래프는 그대로, 추출은 제안일 뿐</a:t>
            </a:r>
          </a:p>
          <a:p>
            <a:r>
              <a:t>· 검토 완료 표시: 검토자 이름, 후보 하나씩이 아니라 고친 제안 전체</a:t>
            </a:r>
          </a:p>
          <a:p>
            <a:r>
              <a:t>· 다시 확인: 인용 위치를 원문과 재대조, 가리킨 대상이 그래프에 있는가</a:t>
            </a:r>
          </a:p>
          <a:p>
            <a:r>
              <a:t>· 한 번에 적재: 한 트랜잭션, 하나라도 실패하면 전체 취소 = 원자성(절차만 들어가고 금지 조건이 빠진 상태가 더 위험)</a:t>
            </a:r>
          </a:p>
          <a:p>
            <a:r>
              <a:t>· 원자성은 반쯤 들어감만 막는다, 내용의 정확성은 대조와 검토</a:t>
            </a:r>
          </a:p>
          <a:p>
            <a:r>
              <a:t>· 적재 기록: 누가 · 언제 · 전과 후, 앞 기록을 가리키는 사슬 = 개정 이력, 되돌리기는 가장 새 기록부터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처리 열을 가리고 먼저 생각 → 다섯 줄 → 강조한 넷째 줄</a:t>
            </a:r>
          </a:p>
          <a:p>
            <a:r>
              <a:t>· 한 글자 바뀐 새 파일 → 같은 식별자의 새 판본(Revision), 지문은 달라짐만 알려 줌(최신 승인본 판정은 사람)</a:t>
            </a:r>
          </a:p>
          <a:p>
            <a:r>
              <a:t>· 다른 문서 · 기존 지식이 가진 노드 → 덮어쓰지 않고 알림(소유 표시)</a:t>
            </a:r>
          </a:p>
          <a:p>
            <a:r>
              <a:t>· 같은 SOP 번호를 다른 원천이 이미 씀 → 적재 멈춤</a:t>
            </a:r>
          </a:p>
          <a:p>
            <a:r>
              <a:t>· 새 판에서 빠진 조치에 지난 판단이 걸림 → 개정 거절(그때의 판단을 되짚을 수 없게 됨)</a:t>
            </a:r>
          </a:p>
          <a:p>
            <a:r>
              <a:t>· 적재 뒤 손으로 고친 지식 → 되돌리기 거절(사람이 고친 내용이 사라짐)</a:t>
            </a:r>
          </a:p>
          <a:p>
            <a:r>
              <a:t>· 판본과 소유 표시가 있어야 다른 원천의 지식과 지난 판단의 근거를 건드리지 않는다</a:t>
            </a:r>
          </a:p>
          <a:p>
            <a:r>
              <a:t>[다음] 7단계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왼쪽부터(팬 최대 운전 → 2단계 → HM-8.5 → HM-8) → 왼쪽 아래 규칙 → 아래 가운데 감점 규칙 → HM-8.8</a:t>
            </a:r>
          </a:p>
          <a:p>
            <a:r>
              <a:t>· 출처는 문서를 다시 검색하지 않고 관계를 따라가면 나온다(HAS_STEP → REFERS_TO → PART_OF)</a:t>
            </a:r>
          </a:p>
          <a:p>
            <a:r>
              <a:t>· 문서 노드엔 판본, 절 · 단계엔 인용이 속성으로</a:t>
            </a:r>
          </a:p>
          <a:p>
            <a:r>
              <a:t>· 즉시 완화 후보 규칙도 HM-8.5를 DERIVED_FROM</a:t>
            </a:r>
          </a:p>
          <a:p>
            <a:r>
              <a:t>· 거꾸로: HM-8.8의 24시간 기준이 개정되면 그 절을 가리키는 규칙(연속 24 h 감점)을 거슬러 찾아 고친다</a:t>
            </a:r>
          </a:p>
          <a:p>
            <a:r>
              <a:t>· 고친 내용도 대조 · 검토 · 적재 → 기록 사슬에 하나 더, 언제부터 새 기준이었는지 가림</a:t>
            </a:r>
          </a:p>
          <a:p>
            <a:r>
              <a:t>· 규칙만 있으면 왜인지 설명 못 하고, 문장만 있으면 판정에 못 쓴다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 머리의 질문 → 첫 줄(기대 답) → 아래 세 줄(원인) → 강조한 다섯째 줄 → 마지막 줄</a:t>
            </a:r>
          </a:p>
          <a:p>
            <a:r>
              <a:t>· 질문: 팬 최대 운전의 절차와 제한, 그 근거는?</a:t>
            </a:r>
          </a:p>
          <a:p>
            <a:r>
              <a:t>· 기대 답을 원문에서 먼저: 단계 셋 · 원격 자동일 때만 · 연속 24시간 이내 · HM-8.5 · HM-8.8</a:t>
            </a:r>
          </a:p>
          <a:p>
            <a:r>
              <a:t>· 넣고 나서 기대를 정하면 빠진 줄도 모른다</a:t>
            </a:r>
          </a:p>
          <a:p>
            <a:r>
              <a:t>· 단계만 나오고 제한이 빠지면: 관계 자체가 없음(스키마) · 관계는 있는데 내용 없음(추출 · 검토 · 적재) · 내용도 있는데 안 나옴(질의 경로)</a:t>
            </a:r>
          </a:p>
          <a:p>
            <a:r>
              <a:t>· 노드가 늘었다 = 저장했다, 질문에 답할 수 있다는 뜻은 아님</a:t>
            </a:r>
          </a:p>
          <a:p>
            <a:r>
              <a:t>· 골든 퀘스천 보고: 답함 · 일부 · 못 함과 근거, 정답 보증은 아님 → 원문과 재대조, 고친 뒤 다른 질문도 다시</a:t>
            </a:r>
          </a:p>
          <a:p>
            <a:r>
              <a:t>[다음] 지식과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열(지식: 기준 · 읽는 방법) vs 오른쪽 열(판단 순간의 값 · 출처) → 강조한 둘째 줄</a:t>
            </a:r>
          </a:p>
          <a:p>
            <a:r>
              <a:t>· 유온: 정상 48 ℃ · 한계 65 ℃는 지식, TS1 최신 59.9 ℃는 시계열 DB · 0초 전 관측</a:t>
            </a:r>
          </a:p>
          <a:p>
            <a:r>
              <a:t>· 값을 그래프에 복사하지 않는 까닭: 경보 때 56 ℃쯤 → 2분 안에 62 ℃ 가까이</a:t>
            </a:r>
          </a:p>
          <a:p>
            <a:r>
              <a:t>· 핀 오염 증거: CE · 평균 · 30초 · 70 미만이라는 읽는 방법만, 판단 순간 46.2 %를 읽어 비교</a:t>
            </a:r>
          </a:p>
          <a:p>
            <a:r>
              <a:t>· 조회문은 프로그램이 정해진 틀로 만든다(모델이 쓰지 않음) → 같은 증거엔 같은 틀</a:t>
            </a:r>
          </a:p>
          <a:p>
            <a:r>
              <a:t>· 감점 규칙(HM-8.8 인용) vs 연속 시간(시계열), 정기 정비 도래 기준 vs 운전시간(업무 DB 표 · 열의 자리만 등록), 납기 5.98 h(MES)</a:t>
            </a:r>
          </a:p>
          <a:p>
            <a:r>
              <a:t>· 기준은 인용 · 적재 기록이 붙은 지식, 값은 원천에 두고 관측 시각을 남긴다, 조회 시각 ≠ 관측 시각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칸(지식으로 답한다) → 강조한 오른쪽 칸(현재값 · 승인)</a:t>
            </a:r>
          </a:p>
          <a:p>
            <a:r>
              <a:t>· 지식: 핀 세척의 준비 · 금지 · 완료 조건(HM-8.7), 팬 최대 운전 단계와 24시간 제한(HM-8.5 · 8.8)</a:t>
            </a:r>
          </a:p>
          <a:p>
            <a:r>
              <a:t>· 지식: 씰 키트 공급사별 단가 · 불량률 · 납기 · 승인 여부(공급 관계와 공급사 칸)</a:t>
            </a:r>
          </a:p>
          <a:p>
            <a:r>
              <a:t>· 현재값: 지금 운전 모드 · 설비 상태 · 냉각 효율, 씰 키트의 지금 재고와 이번 견적</a:t>
            </a:r>
          </a:p>
          <a:p>
            <a:r>
              <a:t>· 사람: 세척 실행 · 발주 결정은 승인 역할, 비승인 공급사는 규칙이 거른다</a:t>
            </a:r>
          </a:p>
          <a:p>
            <a:r>
              <a:t>· 작업 확인 카드: 왼쪽은 출처와 함께 적고, 오른쪽은 값을 고정하지 않고 작업 직전 확인 질문으로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대상: 설비 · 구성 요소 · 부품의 식별자와 관계(HYD-01 · 오일 쿨러 · 쿨러 코어), 스키마 · 그래프</a:t>
            </a:r>
          </a:p>
          <a:p>
            <a:r>
              <a:t>· 확인 항목: 원인 후보와 증거 기준, 작업 확인 카드의 준비 · 금지 · 완료 조건과 인용</a:t>
            </a:r>
          </a:p>
          <a:p>
            <a:r>
              <a:t>· 관측 값: 판단 순간 읽은 값과 관측 시각, 읽지 못하면 정상으로 채우지 않고 미확인</a:t>
            </a:r>
          </a:p>
          <a:p>
            <a:r>
              <a:t>· 사람: 지식의 검토, 추천안의 승인 · 거절</a:t>
            </a:r>
          </a:p>
          <a:p>
            <a:r>
              <a:t>· 에이전트: 조회 · 값을 기준에 대기 · 종합, LLM은 모르는 부분을 그럴듯하게 채울 수 있다</a:t>
            </a:r>
          </a:p>
          <a:p>
            <a:r>
              <a:t>· 원인 후보를 확정 원인으로 쓰지 않는다 → 어느 지식 · 값에서 나왔는지 되짚게</a:t>
            </a:r>
          </a:p>
          <a:p>
            <a:r>
              <a:t>[다음] 매뉴얼 한 문단이 승인 지식이 되기까지 가를 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왼쪽 물음 → 가운데 답이 놓인 자리 → 오른쪽 헷갈리기 쉬운 짝, 강조한 다섯째 줄</a:t>
            </a:r>
          </a:p>
          <a:p>
            <a:r>
              <a:t>· 생각할 시간(약 20초): 가운데 열을 가리고 물음마다 먼저 답해 본다</a:t>
            </a:r>
          </a:p>
          <a:p>
            <a:r>
              <a:t>· 샘플과 인제스천: 같은 스키마에 넣어도 문서에서 온 지식엔 인용 · 판본 · 검토 기록이 붙는다</a:t>
            </a:r>
          </a:p>
          <a:p>
            <a:r>
              <a:t>· 쿨러 코어: 문서가 새로 알려 주는 고장 유형 · 원인만 후보로, 부품은 등록된 식별자로 가리킨다</a:t>
            </a:r>
          </a:p>
          <a:p>
            <a:r>
              <a:t>· 추출 후보: LLM이 낸 결과는 후보. 인용은 프로그램이 대조, 조건 · 수치 · 순서 · 대상은 사람이 읽고 검토 완료를 표시</a:t>
            </a:r>
          </a:p>
          <a:p>
            <a:r>
              <a:t>· 원자성: 한 트랜잭션이라 반쯤 들어가지 않을 뿐, 내용이 맞는지는 대조와 검토</a:t>
            </a:r>
          </a:p>
          <a:p>
            <a:r>
              <a:t>· 노드 수: 저장했다는 뜻. 기대 답을 먼저 정하고 조회 결과와 대조해야 빠진 곳이 보인다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위에서부터, 정식 명칭은 화면에 맡기고 뜻만</a:t>
            </a:r>
          </a:p>
          <a:p>
            <a:r>
              <a:t>· 인제스천 = 원천 자료를 스키마에 맞는 지식으로 바꿔 들여오는 과정</a:t>
            </a:r>
          </a:p>
          <a:p>
            <a:r>
              <a:t>· LLM = 방대한 글을 학습해 문장을 이해하고 만드는 언어 모델. 구조화 출력 = 정해진 항목과 형식으로 받아 프로그램이 읽고 검사하는 답</a:t>
            </a:r>
          </a:p>
          <a:p>
            <a:r>
              <a:t>· 식별자 = 같은 대상을 하나로 가리키는 바꾸지 않는 고유한 값(문서 식별자도 개정판에 그대로)</a:t>
            </a:r>
          </a:p>
          <a:p>
            <a:r>
              <a:t>· 인용 = 근거가 된 원문의 판본 · 쪽 · 위치 · 문장. 판본 = 내용이 달라질 때마다 구별되는 한 벌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개정판의 식별자와 출처, 프로그램과 사람의 확인 범위, 지식과 값의 자리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Quiz 1. 파일 이름이 바뀐 개정판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상황(개정판, 새 파일 이름, HM-8.8의 24시간 기준 변경) → 물음 → 보기 넷</a:t>
            </a:r>
          </a:p>
          <a:p>
            <a:r>
              <a:t>· 보기 요지: ① 새 문서 식별자로 따로 적재 ② 같은 식별자의 새 판본, HM-8.8을 가리키는 규칙을 거슬러 찾아 대조 · 검토 ③ 옛 판본을 지우고 다시 적재 ④ 규칙 숫자만 바로 고침</a:t>
            </a:r>
          </a:p>
          <a:p>
            <a:r>
              <a:t>· 생각할 거리: 파일 이름과 문서 식별자, 출처를 거슬러 가는 길</a:t>
            </a:r>
          </a:p>
          <a:p>
            <a:r>
              <a:t>· 생각할 시간 약 20초</a:t>
            </a:r>
          </a:p>
          <a:p>
            <a:r>
              <a:t>[다음] Quiz 2. 형식 검사와 인용 대조를 통과한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상황(인용문은 원문 그대로, 단계 문장엔 「24분 이내」, 형식 검사 통과) → 보기 넷 → 20초</a:t>
            </a:r>
          </a:p>
          <a:p>
            <a:r>
              <a:t>· 물음의 요지: 이 오류를 잡는 확인은 무엇인가</a:t>
            </a:r>
          </a:p>
          <a:p>
            <a:r>
              <a:t>· 생각할 거리: 형식 검사가 보는 것</a:t>
            </a:r>
          </a:p>
          <a:p>
            <a:r>
              <a:t>· 생각할 거리: 인용 대조가 보는 것</a:t>
            </a:r>
          </a:p>
          <a:p>
            <a:r>
              <a:t>· 생각할 거리: 적재 때 재확인이 보는 것과 사람이 보는 것</a:t>
            </a:r>
          </a:p>
          <a:p>
            <a:r>
              <a:t>[다음] Quiz 3. 작업 확인 카드에 고정해 적지 않을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상황(핀 세척의 작업 확인 카드를 검토된 지식으로 만드는 중) → 보기 넷 → 20초</a:t>
            </a:r>
          </a:p>
          <a:p>
            <a:r>
              <a:t>· 물음의 요지: 카드에 지식으로 고정해 적으면 안 되는 것</a:t>
            </a:r>
          </a:p>
          <a:p>
            <a:r>
              <a:t>· 생각할 거리: 매뉴얼에서 검토해 들인 것과 계속 변하는 값</a:t>
            </a:r>
          </a:p>
          <a:p>
            <a:r>
              <a:t>· 생각할 거리: 카드를 만든 때와 작업하는 때의 차이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Q1 정답 2: 파일 이름은 문서를 가리키지 않는다. 1은 같은 매뉴얼을 둘로 가름, 3은 지난 판단의 근거를 지움, 4는 대조 · 검토와 기록을 건너뜀</a:t>
            </a:r>
          </a:p>
          <a:p>
            <a:r>
              <a:t>· Q2 정답 3: 인용이 원문 그대로라 대조 통과, 24는 숫자라 형식 통과, 재확인은 대상 존재만 → 사람이 인용과 나란히</a:t>
            </a:r>
          </a:p>
          <a:p>
            <a:r>
              <a:t>· Q3 정답 4: 조건 · 근거 절 · 증거 기준 · 인용은 출처와 함께 적는 지식, 운전 모드 · 냉각 효율은 작업 직전 원천에서 읽을 값</a:t>
            </a:r>
          </a:p>
          <a:p>
            <a:r>
              <a:t>· 이어지는 실습: 포털의 제공 매뉴얼과 등록 지식을 비교한 뒤, 선택한 작업의 준비 · 금지 · 완료 조건과 근거 절을 뽑는 기능을 만들어 후보마다 채택 · 수정 · 제외 · 보류를 남긴다</a:t>
            </a:r>
          </a:p>
          <a:p>
            <a:r>
              <a:t>· 승인한 후보만 별도 랩 DB에 적재해 근거 문서까지의 경로를 조회하고, 작업 확인 카드를 만들어 다른 작업에도 적용해 누락 · 미제공 절을 확인한다. 카드는 승인이나 현재 상태 확인을 대신하지 않는다 — 진행은 핸즈온 가이드</a:t>
            </a:r>
          </a:p>
          <a:p>
            <a:r>
              <a:t>· 다음 회차: 에이전트가 이 근거로 점검 요청 초안을 만든다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3회차 · 문서 지식을 작업 확인 자료로 활용하기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추출 · 검토와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 재사용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5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문서의 추출 후보가 검토 · 승인 지식을 거쳐 작업 확인 카드로 이어지는 과정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search" descr="file-search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checks" descr="check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ipboard-check" descr="clipboar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지식이 되는 단계를 짚고, 추출 후보를 원문과 인용으로 대조한 뒤, 승인 지식을 출처와 함께 재사용한다.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문서와 지식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샘플 적재와 구별한다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일곱 단계를 짚는다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추출과 매핑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 · 절 · 판본을 고정한다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후보를 기존 대상에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ecks" descr="check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오류와 인용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형식을 통과한 오류를 찾는다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뜻과 누락은 사람이 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출처를 따라 되짚는다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답할 범위를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인용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재사용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한 문단이 원인 · 판정 기준 · 조치의 지식이 되기까지의 일곱 단계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한 문단과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한 문단에 섞인 원인 · 판정 기준 · 부품이 노드와 관계와 칸으로 나뉘어야, 프로그램이 따라가고 값에 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미만이고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정상이면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들어간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모습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prior: 0.6})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-[:CAUSES]-&gt;(:FailureMode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(:Cause)-[:EVIDENCED_BY]-&gt;(:Evidence {tag: 'CE',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aggregate: 'avg', window_seconds: 30, expect: 'lt', threshold: 70})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(:Cause)-[:INVOLVES_PART]-&gt;(:Part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섞인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· 흔한 정도 · 판정 기준 · 부품이 한 문단에 있어 사람이 읽고 가려야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나뉜 지식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원인은 노드, 판정 기준은 증거의 칸, 고장 유형과 부품은 관계가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기준만 있다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증거에는 비교할 기준 70만 있고 지금의 냉각 효율은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지식마다 HM-8.4의 인용이 붙는다.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샘플 인스턴스 적재와 문서 인제스천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인제스천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(Ingestion)은 원천 자료를 스키마에 맞는 지식으로 들여오는 일로, 샘플 적재와 근거 · 검토가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 인스턴스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인제스천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설계자가 아는 대상과 값을 CREATE · MERGE 문으로 직접 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· 점검표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구매 기준의 원문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내용을 정하는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쓰는 사람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LLM이 후보를 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검토해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따로 남지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문서 · 판본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· 인용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스키마에 맞는지 검사한다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· 인용 대조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검토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때 재확인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개정되면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고칠지 처음부터 다시 찾는다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문서의 새 판본,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절에서 나온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지식을 찾아 고친다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일곱 단계와 단계마다 맡는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일곱 단계 가운데 문장의 뜻을 읽는 추출 · 매핑만 LLM이 맡고, 보관 · 대조 · 적재는 코드가, 검토는 사람이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1098" y="3384042"/>
            <a:ext cx="9509498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014684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9019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archive" descr="archiv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17" y="3242913"/>
            <a:ext cx="428561" cy="4285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확보와 보관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바꿀 수 없는 원본</a:t>
            </a:r>
          </a:p>
        </p:txBody>
      </p:sp>
      <p:sp>
        <p:nvSpPr>
          <p:cNvPr id="11" name="Chevron 10"/>
          <p:cNvSpPr/>
          <p:nvPr/>
        </p:nvSpPr>
        <p:spPr>
          <a:xfrm>
            <a:off x="3599600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13936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tree" descr="list-tre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733" y="3242913"/>
            <a:ext cx="428561" cy="42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4996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내용 분석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· 절차 · 단계</a:t>
            </a:r>
          </a:p>
        </p:txBody>
      </p:sp>
      <p:sp>
        <p:nvSpPr>
          <p:cNvPr id="15" name="Chevron 14"/>
          <p:cNvSpPr/>
          <p:nvPr/>
        </p:nvSpPr>
        <p:spPr>
          <a:xfrm>
            <a:off x="5184517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98852" y="3045115"/>
            <a:ext cx="824156" cy="824156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아이콘:message-chatbot" descr="message-chat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650" y="3242913"/>
            <a:ext cx="428561" cy="4285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09912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 추출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· 조치 · 조건</a:t>
            </a:r>
          </a:p>
        </p:txBody>
      </p:sp>
      <p:sp>
        <p:nvSpPr>
          <p:cNvPr id="19" name="Chevron 18"/>
          <p:cNvSpPr/>
          <p:nvPr/>
        </p:nvSpPr>
        <p:spPr>
          <a:xfrm>
            <a:off x="6769433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3769" y="3045115"/>
            <a:ext cx="824156" cy="824156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566" y="3242913"/>
            <a:ext cx="428561" cy="4285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94829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· 식별자 매핑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식별자 목록</a:t>
            </a:r>
          </a:p>
        </p:txBody>
      </p:sp>
      <p:sp>
        <p:nvSpPr>
          <p:cNvPr id="23" name="Chevron 22"/>
          <p:cNvSpPr/>
          <p:nvPr/>
        </p:nvSpPr>
        <p:spPr>
          <a:xfrm>
            <a:off x="8354350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8685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zoom-check" descr="zoom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483" y="3242913"/>
            <a:ext cx="428561" cy="42856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79745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사람 검토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코드가 인용을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뜻을</a:t>
            </a:r>
          </a:p>
        </p:txBody>
      </p:sp>
      <p:sp>
        <p:nvSpPr>
          <p:cNvPr id="27" name="Chevron 26"/>
          <p:cNvSpPr/>
          <p:nvPr/>
        </p:nvSpPr>
        <p:spPr>
          <a:xfrm>
            <a:off x="9939266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3602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아이콘:database-import" descr="database-import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1399" y="3242913"/>
            <a:ext cx="428561" cy="4285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64662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지식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완료만 한 번에</a:t>
            </a:r>
          </a:p>
        </p:txBody>
      </p:sp>
      <p:sp>
        <p:nvSpPr>
          <p:cNvPr id="31" name="Oval 30"/>
          <p:cNvSpPr/>
          <p:nvPr/>
        </p:nvSpPr>
        <p:spPr>
          <a:xfrm>
            <a:off x="10438518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아이콘:route" descr="route_13294B_1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6316" y="3242913"/>
            <a:ext cx="428561" cy="42856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49578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· 출처 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관계를 따라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고칠 수 없는 원문과 문서 식별자, LLM이 낸 후보, 기존 그래프에 잇기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1~2단계: 원문 보관 · 문서 식별자 · 구조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고칠 수 없는 원문, 문서 식별자, 절 · 절차 · 단계의 뼈대가 있어야 뒤의 대조가 같은 원문의 같은 자리를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지키는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빠지면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파일을 바꿀 수 없는 원본으로 두고 쪽마다 뽑은 글을 함께 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대조할 기준이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흔들린다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글이 없는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글이 뽑히지 않은 쪽은 표시하고, 모든 쪽이 비면 적재하지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숫자 · 머리글 순서는 원본과 대조한다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쪽의 지식은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근거를 대지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올릴 때 새로 발급하고, 개정판은 같은 식별자로 올린다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이름은 문서를 가리키지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문서가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둘로 갈라진다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· 절차 · 단계를 제목과 번호 모양으로 코드가 찾는다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HM-8.5 → SOP-COOL-11 → 단계 1 · 2 ·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지식이 어느 자리에서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왔는지 모른다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분석의 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없는 문장의 조건과 결론은 모양으로 가리지 못한다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뜻 읽기는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단계로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추출: 지시문과 구조화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LLM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낸 결과는 아직 지식 후보라서, 지시문으로 할 일과 하지 말 일을 정하고 정해진 형식으로 받아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(JSON)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{"id": "cause:cooler-fin-fouling",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"prior": 0.6,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"parts": ["part:cooler-core"], "section": "HM-8.4"}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Model. 방대한 글을 학습해 문장을 이해하고 만드는 언어 모델로, 조건과 결론을 가린다.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지시문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문서를 명령으로 따르지 않고, 원문에 없는 것은 만들지 않고 경고로 남기게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항목의 JSON(JavaScript Object Notation)으로 받아 형식을 검사하고 어긋나면 교정을 요청한다.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≠ 내용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검사는 0.6이 원문의 값과 같은지 알지 못한다.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 후보와 등록된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새로 알려 주는 고장 유형 · 원인은 후보로 만들고, 증상 · 구성 요소 · 부품은 등록된 식별자로 가리켜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364327" y="2933395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6740" y="3211372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</p:txBody>
      </p:sp>
      <p:sp>
        <p:nvSpPr>
          <p:cNvPr id="8" name="Oval 7"/>
          <p:cNvSpPr/>
          <p:nvPr/>
        </p:nvSpPr>
        <p:spPr>
          <a:xfrm>
            <a:off x="548639" y="179085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" y="2068830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sym:ts1-rise</a:t>
            </a:r>
          </a:p>
        </p:txBody>
      </p:sp>
      <p:sp>
        <p:nvSpPr>
          <p:cNvPr id="10" name="Oval 9"/>
          <p:cNvSpPr/>
          <p:nvPr/>
        </p:nvSpPr>
        <p:spPr>
          <a:xfrm>
            <a:off x="548639" y="4239158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" y="4517136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sym:ce-drop</a:t>
            </a:r>
          </a:p>
        </p:txBody>
      </p:sp>
      <p:sp>
        <p:nvSpPr>
          <p:cNvPr id="12" name="Oval 11"/>
          <p:cNvSpPr/>
          <p:nvPr/>
        </p:nvSpPr>
        <p:spPr>
          <a:xfrm>
            <a:off x="10180015" y="195407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2428" y="2232050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comp:cooler</a:t>
            </a:r>
          </a:p>
        </p:txBody>
      </p:sp>
      <p:sp>
        <p:nvSpPr>
          <p:cNvPr id="14" name="Oval 13"/>
          <p:cNvSpPr/>
          <p:nvPr/>
        </p:nvSpPr>
        <p:spPr>
          <a:xfrm>
            <a:off x="4401190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360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</p:txBody>
      </p:sp>
      <p:sp>
        <p:nvSpPr>
          <p:cNvPr id="16" name="Oval 15"/>
          <p:cNvSpPr/>
          <p:nvPr/>
        </p:nvSpPr>
        <p:spPr>
          <a:xfrm>
            <a:off x="10180015" y="4728819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2428" y="500679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코어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part:cooler-core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36406" y="2701795"/>
            <a:ext cx="3276503" cy="777364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3056672" y="2724717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6672" y="2724717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30312" y="3875496"/>
            <a:ext cx="3288906" cy="89178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3056779" y="3955626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6779" y="3955626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57497" y="2845949"/>
            <a:ext cx="3265506" cy="66407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7880881" y="2812227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0881" y="2812227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475683" y="4387006"/>
            <a:ext cx="265085" cy="539079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5699666" y="4510241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666" y="4510241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909640" y="5483058"/>
            <a:ext cx="4197543" cy="1185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185342" y="5176577"/>
            <a:ext cx="16461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5342" y="5176577"/>
            <a:ext cx="164613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INVOLVES_PART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가리킬 입력 데이터가 없는 금지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않는다」를 옮길 입력 데이터가 목록에 없어, 경고 한 건이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검토자의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빠뜨린 것이니 펌프 부하 상태 변수를 입력으로 삼아 규칙을 직접 지어 넣는다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경고는 오류가 아니니 무시하고 나머지를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읽고 필요한 입력 데이터를 먼저 등록할지 정하며, 그 전에는 규칙을 지어내지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원문과 추출이 어긋나니 원문에서 그 문장을 지운다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인용 대조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내용만 틀린 오류를 인용과 원문으로 찾고, 사람이 볼 곳을 정한다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 넷과 실제로 기록된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오류는 항목이 다 채워진 채 내용만 틀려 형식 검사를 통과하므로, 원문과 나란히 놓아야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원문과 틀린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「REMOTE_AUTO가 아닐 때 쓰지 않는다」가 빠지면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수동 조작 중에도 쓸 수 있는 조치가 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「24시간 이내」가 「24분 이내」로 옮겨지면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숫자가 같아 눈에 띄지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핀 세척을 주변 온도 상승의 근본 조치로 이으면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듣지 않는 조치가 추천된다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단계 셋 사이에 「팬 베어링 소음을 확인한다」가 끼면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인용할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기록: 조건을 값에 미리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PR-07 긴급 발주: 1일인 C트레이딩(비승인)이 1단계의 답인데 A정밀로 적혔다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않는다」가 사라졌다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 · 추론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지시문을 고치고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조건은 제외 규칙으로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인용 대조와 사람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(Citation)이 원문에 있는지는 프로그램이 대조하고, 조건 · 수치 · 순서 · 대상은 사람이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SOP-COOL-11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{"order": 2, "manual": "HM-8.5",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"text":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"anchor":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"source_id": "manual:&lt;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식별자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&gt;:&lt;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"page": 1, "start": 1569, "end": 1615,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"quote": "2.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"}}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프로그램의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모델은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page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quote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start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채운다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곳에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걸리면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 구간. 판본 · 쪽 · 글자 위치 · 인용문 그대로를 담는다.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프로그램의 대조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보관 원문의 그 쪽에 실제로 있는지 찾아 위치를 채운다.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 네 곳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부정 조건 · 수치와 단위 · 단계 순서 · 대상과 관계를 인용과 앞뒤 문맥으로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결정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실습의 추출 기능은 후보마다 채택 · 수정 · 제외 · 보류를 기록한다.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재사용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것만 넣고 판본으로 되짚으며, 출처를 따라 작업 확인과 점검 요청에 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적재에서 되돌리기까지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적재는 이름을 밝힌 검토 완료가 있어야 받아들여지고, 전부 반영하거나 전부 취소해 반쯤 들어간 지식을 남기지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2736087"/>
            <a:ext cx="8875532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3741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1" y="2537206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818101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8101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완료 표시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검토자 이름과 검토 완료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하나씩이 아니라 고친 제안 전체</a:t>
            </a:r>
          </a:p>
        </p:txBody>
      </p:sp>
      <p:sp>
        <p:nvSpPr>
          <p:cNvPr id="12" name="Oval 11"/>
          <p:cNvSpPr/>
          <p:nvPr/>
        </p:nvSpPr>
        <p:spPr>
          <a:xfrm>
            <a:off x="3442624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94" y="2537206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036984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6984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0675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 위치를 원문과 다시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가리킨 대상이 그래프에 있는가</a:t>
            </a:r>
          </a:p>
        </p:txBody>
      </p:sp>
      <p:sp>
        <p:nvSpPr>
          <p:cNvPr id="17" name="Oval 16"/>
          <p:cNvSpPr/>
          <p:nvPr/>
        </p:nvSpPr>
        <p:spPr>
          <a:xfrm>
            <a:off x="5661507" y="2320035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database-import" descr="database-impor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7" y="2537206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255867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9558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번에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 · 관계를 한 트랜잭션으로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실패하면 전체 취소: 원자성</a:t>
            </a:r>
          </a:p>
        </p:txBody>
      </p:sp>
      <p:sp>
        <p:nvSpPr>
          <p:cNvPr id="22" name="Oval 21"/>
          <p:cNvSpPr/>
          <p:nvPr/>
        </p:nvSpPr>
        <p:spPr>
          <a:xfrm>
            <a:off x="7880390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versions" descr="version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560" y="2537206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74750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4750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누가 · 언제 · 적재 전과 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 기록을 가리키는 사슬</a:t>
            </a:r>
          </a:p>
        </p:txBody>
      </p:sp>
      <p:sp>
        <p:nvSpPr>
          <p:cNvPr id="27" name="Oval 26"/>
          <p:cNvSpPr/>
          <p:nvPr/>
        </p:nvSpPr>
        <p:spPr>
          <a:xfrm>
            <a:off x="10099273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archive" descr="archiv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6443" y="2537206"/>
            <a:ext cx="434340" cy="43434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93633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3633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7324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 전 상태로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가장 새 기록부터 차례로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개정 · 되돌리기에서 생기는 다섯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판본과 소유 표시가 있어야 개정 · 되돌리기가 다른 원천의 지식과 지난 판단의 근거를 지우지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내용이 한 글자 바뀐 새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식별자의 새 판본(Revision)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원본에서 계산한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지문이 달라진다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문서 · 기존 지식이 가진 노드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덮어쓰지 않고 그 사실을 알린다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소유 표시가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SOP 번호를 다른 원천이 이미 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적재를 멈춘다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번호의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절차를 막는다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판에서 빠진 조치에 지난 판단이 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개정을 거절한다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그때의 판단을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되짚을 수 없게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뒤 손으로 고친 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되돌리기를 거절한다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고친 내용이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사라진다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조회: 출처를 따라가고 개정의 영향을 찾는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· 규칙이 절을, 절이 문서 판본을 가리키므로, 따라가면 출처가 나오고 거슬러 가면 개정 때 고칠 규칙이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8" name="Oval 7"/>
          <p:cNvSpPr/>
          <p:nvPr/>
        </p:nvSpPr>
        <p:spPr>
          <a:xfrm>
            <a:off x="3438052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0465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Step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100 %</a:t>
            </a:r>
          </a:p>
        </p:txBody>
      </p:sp>
      <p:sp>
        <p:nvSpPr>
          <p:cNvPr id="10" name="Oval 9"/>
          <p:cNvSpPr/>
          <p:nvPr/>
        </p:nvSpPr>
        <p:spPr>
          <a:xfrm>
            <a:off x="6327465" y="1627632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9877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2" name="Oval 11"/>
          <p:cNvSpPr/>
          <p:nvPr/>
        </p:nvSpPr>
        <p:spPr>
          <a:xfrm>
            <a:off x="10180015" y="3259836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2428" y="353781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 eaLnBrk="0">
              <a:lnSpc>
                <a:spcPct val="110000"/>
              </a:lnSpc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KnowledgeSource</a:t>
            </a:r>
          </a:p>
          <a:p>
            <a:pPr algn="ctr" eaLnBrk="0">
              <a:lnSpc>
                <a:spcPct val="110000"/>
              </a:lnSpc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4" name="Oval 13"/>
          <p:cNvSpPr/>
          <p:nvPr/>
        </p:nvSpPr>
        <p:spPr>
          <a:xfrm>
            <a:off x="548639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완화 후보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Rule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선택</a:t>
            </a:r>
          </a:p>
        </p:txBody>
      </p:sp>
      <p:sp>
        <p:nvSpPr>
          <p:cNvPr id="16" name="Oval 15"/>
          <p:cNvSpPr/>
          <p:nvPr/>
        </p:nvSpPr>
        <p:spPr>
          <a:xfrm>
            <a:off x="3438052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0465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연속 24 h 감점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Rule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PENALTY 20만 원</a:t>
            </a:r>
          </a:p>
        </p:txBody>
      </p:sp>
      <p:sp>
        <p:nvSpPr>
          <p:cNvPr id="18" name="Oval 17"/>
          <p:cNvSpPr/>
          <p:nvPr/>
        </p:nvSpPr>
        <p:spPr>
          <a:xfrm>
            <a:off x="6327465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9877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금지와 제한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2359152"/>
            <a:ext cx="1307500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2155206" y="199339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5206" y="199339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46812" y="2359152"/>
            <a:ext cx="130750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991193" y="199339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1193" y="199339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4645" y="2662354"/>
            <a:ext cx="2395971" cy="101509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8470112" y="2804143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0112" y="2804143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956890" y="2754923"/>
            <a:ext cx="4401479" cy="24863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3387986" y="3632342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7986" y="3632342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46812" y="5623560"/>
            <a:ext cx="130750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4830918" y="5257800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0918" y="5257800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774645" y="4305260"/>
            <a:ext cx="2395971" cy="101509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8470112" y="4447048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0112" y="4447048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적재 뒤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노드가 늘었다는 것은 저장했다는 뜻일 뿐이라, 처음 정한 질문의 기대 답과 조회 결과를 대조해 빠진 곳을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검증의 차례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「팬 최대 운전의 절차와 제한, 그 근거는?」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빠졌을 때 볼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답을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원문에서: 단계 셋 · 원격 자동일 때만 · 연속 24시간 이내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 절: HM-8.5 · HM-8.8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원문의 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결과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단계만 나오고 제한이 빠졌다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아래 세 줄에서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자체가 없다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제한을 담을 클래스 · 관계가 정의에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관계는 있는데 내용이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규칙이 추출 · 검토 · 적재에서 빠졌다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· 검토 · 적재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내용도 있는데 안 나온다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질의가 그 관계를 따라가지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질의 경로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확인을 돕는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문서별 골든 퀘스천 보고: 답함 · 일부 · 못 함과 근거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정답 보증은 아니다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대조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기준의 자리와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기준과 읽는 방법은 출처를 단 지식으로 두고 계속 변하는 값은 원천에 둔 채, 판단하는 순간 읽고 관측 시각을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그래프의 기준 · 읽는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순간의 값 · 출처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설비의 유온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정상값 48 ℃ · 한계 65 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최신값 59.9 ℃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 · 0초 전 관측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오염의 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 · 평균 · 30초 · 70 미만이라는 읽는 방법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지금의 냉각 효율은 들어 있지 않다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최근 30초 평균 46.2 %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조회문은 프로그램이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정해진 틀로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24시간 초과면 20만 원 감점 (HM-8.8 인용)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연속 시간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기록에서 계산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운전시간 1,950시간 이상 검사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값의 자리: 정비 관리 시스템의 표 · 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정기 정비 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 · 업무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납기가 판단의 입력이라는 정의와 자리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시간 5.98 h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MES 생산 오더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검토 지식으로 답할 수 있는 것과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 정보와 작업 조건은 검토된 지식으로 답하지만, 지금 그 작업을 해도 되는지는 현재값과 사람의 승인이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지식으로 답한다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핀 세척의 준비 · 금지 · 완료 조건과 근거 절(HM-8.7)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운전의 단계와 24시간 제한(HM-8.5 · HM-8.8)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씰 키트 공급사별 단가 · 불량률 · 납기 · 승인 여부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 · 모델 · 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현재값 · 승인이 있어야 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 운전 모드 · 설비 상태 · 냉각 효율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씰 키트의 지금 재고와 이번 견적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세척 실행과 발주 결정은 승인 역할의 사람이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비승인 공급사는 규칙이 거른다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· 사람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점검 요청에 넘길 지식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요청의 대상 · 확인 항목 · 관측 값은 검토된 지식과 원천에서 오고, 에이전트는 조회 · 종합한다.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구성 요소 · 부품의 식별자와 관계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HYD-01 · 오일 쿨러 · 쿨러 코어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· 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lipboard-check" descr="clipboar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후보와 증거 기준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확인 카드의 준비 · 금지 · 완료 조건과 인용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5907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5907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문서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art-bar" descr="chart-ba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자리에서 판단하는 순간 읽은 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시각, 읽지 못하면 미확인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user-check" descr="user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4866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정하는 것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지식의 검토, 추천안의 승인 · 거절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후보를 확정 원인으로 쓰지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한 문단이 승인 지식이 되기까지 가를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지식이 되는 단계마다 확인하는 쪽과 확인하는 것이 달라, 그 자리를 가려야 추출 결과를 믿고 다시 쓸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손으로 넣은 샘플과 무엇이 다른가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 인용 · 판본 · 검토 기록이 붙는다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샘플 적재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문서 인제스천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「쿨러 코어」는 새로 만드나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4단계 매핑: 등록된 부품의 식별자를 가리킨다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등록된 대상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결과를 바로 지식으로 쓰나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5단계 인용 대조와 사람 검토, 검토 완료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승인 지식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적재가 끝까지 성공하면 내용도 맞나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원자성은 반쯤 들어감만 막고 내용은 대조 · 검토가 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전부 반영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내용의 정확성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노드가 늘었으면 질문에 답하나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역량 질문의 기대 답과 조회 결과의 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저장했다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답할 수 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인제스천과 출처 보존에서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자료를 스키마에 맞는 지식으로 바꿔 들여오는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50820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71672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항목과 형식으로 받아 프로그램이 읽고 검사하는 모델의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4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Identifier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대상을 하나로 가리키는, 바꾸지 않는 고유한 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13376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원문의 판본 · 쪽 · 위치 · 문장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34228"/>
            <a:ext cx="835121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Revision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문서에서 내용이 달라질 때마다 구별되는 한 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파일 이름이 바뀐 개정판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HM-8의 개정판 파일이 새 이름으로 들어왔고, HM-8.8의 연속 운전 24시간 기준이 바뀌었다.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개정의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이름이 다르니 새 문서 식별자를 발급해 따로 적재한다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식별자의 새 판본으로 올리고, HM-8.8을 가리키는 규칙을 찾아 대조 · 검토한다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옛 판본의 노드를 모두 지우고 새 판본만 처음부터 다시 적재한다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그래프에 있는 감점 규칙의 숫자만 바로 고친다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형식 검사와 인용 대조를 통과한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추출된 단계의 인용문은 원문 그대로인데 단계 문장에는 「연속 운전은 24분 이내」로 적혔고, 형식 검사도 통과했다.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오류를 잡는 확인으로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검사가 숫자 자리에 숫자가 없다고 돌려보낸다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 대조가 인용문을 원문에서 찾지 못해 돌려보낸다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단계 문장과 인용문의 수치 · 단위를 대조해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적재할 때 가리킨 대상을 다시 확인하며 잡힌다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작업 확인 카드에 고정해 적지 않을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세척의 작업 확인 카드를 검토된 매뉴얼 지식으로 만들고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카드에 지식으로 고정해 적으면 안 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세척의 준비 · 금지 · 완료 조건과 근거 절 HM-8.7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최근 30초 평균이 70 % 미만이면 핀 오염의 증거로 읽는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조건마다 붙은 매뉴얼 원문의 인용과 판본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카드를 만들 때 읽은 운전 모드와 냉각 효율 46.2 %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개정판의 식별자와 출처, 프로그램과 사람의 확인 범위, 지식과 값의 자리를 가리는지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개정판은 같은 문서 식별자의 새 판본이다. 그 절을 가리키는 규칙을 거슬러 찾아 대조 · 검토해야 출처와 이력이 이어진다.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인용이 원문 그대로면 형식 검사와 인용 대조를 통과한다. 단계 문장의 수치 · 단위는 사람이 인용과 대조한다.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근거 절 · 증거 기준 · 인용은 지식이고, 운전 모드와 냉각 효율은 작업 직전에 원천에서 읽는 값이다.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