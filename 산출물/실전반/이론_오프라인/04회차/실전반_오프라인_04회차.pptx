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셋(에이전트 · 근거 · 점검 요청)</a:t>
            </a:r>
          </a:p>
          <a:p>
            <a:r>
              <a:t>· 앞서 세운 설비 모델 · 조건표 · 작업 확인 카드 → 오늘은 그 근거를 읽고 일하는 에이전트가 점검 요청 초안을 쓴다</a:t>
            </a:r>
          </a:p>
          <a:p>
            <a:r>
              <a:t>· 오늘의 흐름: 이론 → 원인과 점검 순서 기능 → 설비 · 문서 · 부품 근거 연결 → 점검 요청 초안과 검증</a:t>
            </a:r>
          </a:p>
          <a:p>
            <a:r>
              <a:t>· 이론은 온라인 과정과 같은 교재의 장에서 오늘 실습에 쓰는 것만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활용과 구조: 점검 요청 · 회의 후속 · 자기 자료 학습 — 같은 구조, 다른 입력 · 도구 · 결과 판정</a:t>
            </a:r>
          </a:p>
          <a:p>
            <a:r>
              <a:t>· 2 실행 고리: 앞 호출의 결과가 다음 호출의 입력, 순서가 늘 같으면 워크플로</a:t>
            </a:r>
          </a:p>
          <a:p>
            <a:r>
              <a:t>· 3 근거: 기준은 지식에, 값은 원천에서 판단하는 순간에. 값 하나를 쓰기 전 확인할 다섯</a:t>
            </a:r>
          </a:p>
          <a:p>
            <a:r>
              <a:t>· 4 점검 요청: 근거가 모자라면 멈추고, 실제 도구가 확인한 사실과 가설을 가른 초안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지식이 채우는 점검 요청 초안, 다섯 활용, 세 방식, 결과를 받는 쪽</a:t>
            </a:r>
          </a:p>
          <a:p>
            <a:r>
              <a:t>· 02 도구 호출 두 건, 다섯 단계, 워크플로와 에이전트</a:t>
            </a:r>
          </a:p>
          <a:p>
            <a:r>
              <a:t>· 03 네 정보원, 기준과 지금 값, 값 하나의 다섯 확인, 근거의 세 상태</a:t>
            </a:r>
          </a:p>
          <a:p>
            <a:r>
              <a:t>· 04 멈춤 조건, 구조화 출력과 보류, 기록과 대조, 결과에서 호출로 거슬러 확인, 단정한 초안과 근거 있는 초안</a:t>
            </a:r>
          </a:p>
          <a:p>
            <a:r>
              <a:t>[다음] 같은 구조, 다른 활용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점검 요청 · 회의 후속 · 내 자료 퀴즈는 같은 에이전트인가</a:t>
            </a:r>
          </a:p>
          <a:p>
            <a:r>
              <a:t>· 결과를 누가 받고 사람은 어디서 판단하나까지</a:t>
            </a:r>
          </a:p>
          <a:p>
            <a:r>
              <a:t>[다음] 구축한 지식이 채우는 점검 요청 초안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왼쪽 칸 → 가운데 값 → 오른쪽 출처, 강조한 확인 항목</a:t>
            </a:r>
          </a:p>
          <a:p>
            <a:r>
              <a:t>· 대상 · 부품 · 이유는 구축한 지식(관계 · 증거 기준 HM-8.4)이 채운다</a:t>
            </a:r>
          </a:p>
          <a:p>
            <a:r>
              <a:t>· 관측값은 시계열 DB에서 그때 읽는다: 11:13:18까지 30초 평균 냉각 효율 46.2 %</a:t>
            </a:r>
          </a:p>
          <a:p>
            <a:r>
              <a:t>· 지식만으론 지금을 모르고, 값만으론 뜻을 모른다. 둘이 만나야 확인 항목이 근거를 갖는다</a:t>
            </a:r>
          </a:p>
          <a:p>
            <a:r>
              <a:t>· 다른 후보(캐비닛 온도 · 팬 구동)도 확인 항목에 남긴다</a:t>
            </a:r>
          </a:p>
          <a:p>
            <a:r>
              <a:t>· 실제 포털 에이전트의 결과는 추천안. 점검 요청 초안은 실습 결과물</a:t>
            </a:r>
          </a:p>
          <a:p>
            <a:r>
              <a:t>[다음] 목적 · 입력 · 결과가 다른 다섯 활용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줄, 오른쪽 열의 둘째 줄(판정 기준)</a:t>
            </a:r>
          </a:p>
          <a:p>
            <a:r>
              <a:t>· 점검 요청: 가설을 확정처럼 적지 않았나</a:t>
            </a:r>
          </a:p>
          <a:p>
            <a:r>
              <a:t>· 분석 · 시각화: 함께 변한 값을 원인으로 단정하지 않았나</a:t>
            </a:r>
          </a:p>
          <a:p>
            <a:r>
              <a:t>· 회의 후속: 항목마다 원문 근거, 없는 담당은 미정</a:t>
            </a:r>
          </a:p>
          <a:p>
            <a:r>
              <a:t>· 자기 자료 학습: 답 전에 정답 숨김, 근거 없으면 채점 보류</a:t>
            </a:r>
          </a:p>
          <a:p>
            <a:r>
              <a:t>· 협업: 두 AI의 동의 ≠ 사람의 승인</a:t>
            </a:r>
          </a:p>
          <a:p>
            <a:r>
              <a:t>· 이름 · 자료만 바꾼 반복이 아니다. 이어지는 실습은 점검 요청</a:t>
            </a:r>
          </a:p>
          <a:p>
            <a:r>
              <a:t>[다음] LLM · RAG · 에이전트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같은 순서(목표 · 근거 · 하는 일), 셋째 줄 비교</a:t>
            </a:r>
          </a:p>
          <a:p>
            <a:r>
              <a:t>· LLM: 이어질 응답 한 번. 근거 = 학습 내용 + 넣어 준 글</a:t>
            </a:r>
          </a:p>
          <a:p>
            <a:r>
              <a:t>· RAG: 찾은 자료를 질문과 함께 넣는다. 재학습 아님. 그래프 · DB 조회도 가능. 답 쓰면 끝</a:t>
            </a:r>
          </a:p>
          <a:p>
            <a:r>
              <a:t>· 에이전트: 정해진 결과물, 근거 = 도구의 결과, 결과를 보고 다음 호출 · 종료를 정함</a:t>
            </a:r>
          </a:p>
          <a:p>
            <a:r>
              <a:t>· HYD 에이전트는 문서 검색 대신 그래프 질의 · DB 조회를 도구로</a:t>
            </a:r>
          </a:p>
          <a:p>
            <a:r>
              <a:t>· 대체 세대가 아니라 함께 쓰는 구성. 기준은 확인할 근거와 할 일</a:t>
            </a:r>
          </a:p>
          <a:p>
            <a:r>
              <a:t>[다음] 에이전트를 이루는 것과 끝나는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네 줄 위에서 아래로, 마지막 줄(완료 · 멈춤)</a:t>
            </a:r>
          </a:p>
          <a:p>
            <a:r>
              <a:t>· 에이전트 = 모델 + 도구 + 실행 고리. 모델이 똑똑해진 게 아니다</a:t>
            </a:r>
          </a:p>
          <a:p>
            <a:r>
              <a:t>· 도구: 이름과 입력이 정해진 기능. 아무렇게나 쓴 글은 실행할 수 없다</a:t>
            </a:r>
          </a:p>
          <a:p>
            <a:r>
              <a:t>· 실행 고리: 해석 → 계획 → 호출 → 관찰, 결과에 따라 다음 호출 또는 종료</a:t>
            </a:r>
          </a:p>
          <a:p>
            <a:r>
              <a:t>· 완료: 정해진 결과를 내고 접수 확인. 「다 했다」는 말과 다르다</a:t>
            </a:r>
          </a:p>
          <a:p>
            <a:r>
              <a:t>· 멈춤: 근거 부족 · 호출 끝내 실패 · 권한 밖 → 채우지 않고 이유 남김</a:t>
            </a:r>
          </a:p>
          <a:p>
            <a:r>
              <a:t>[다음] 결과마다 받는 쪽과 사람이 판단하는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위 둘(포털) · 아래 둘(실습), 오른쪽 넘지 않는 선</a:t>
            </a:r>
          </a:p>
          <a:p>
            <a:r>
              <a:t>· 질문의 답: 읽고 끝. 답할 수 없으면 사실과 이유</a:t>
            </a:r>
          </a:p>
          <a:p>
            <a:r>
              <a:t>· 추천안: 11:13:53 제출 · 11:14:42 단계 끝 → 11:14:56 승인 → 11:14:57 명령 → 11:15:58 작업지시</a:t>
            </a:r>
          </a:p>
          <a:p>
            <a:r>
              <a:t>· 추천안 안: 1순위 팬 최대, 공동 2순위 둘, 4순위 핀 세척(작업지시로 이어짐)</a:t>
            </a:r>
          </a:p>
          <a:p>
            <a:r>
              <a:t>· 점검 요청 초안: 담당자가 점검 여부 결정. 원인 확정 · 작업지시로 쓰면 선을 넘는다</a:t>
            </a:r>
          </a:p>
          <a:p>
            <a:r>
              <a:t>· 다음 협의 안건: 미정을 결정으로 적지 않는다</a:t>
            </a:r>
          </a:p>
          <a:p>
            <a:r>
              <a:t>[다음] 실행 고리와 순서를 정하는 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원인 진단의 결과는 다음 호출에 어떻게 쓰이나</a:t>
            </a:r>
          </a:p>
          <a:p>
            <a:r>
              <a:t>· 실습의 원인 · 점검 순서 기능이 이 고리를 만든다</a:t>
            </a:r>
          </a:p>
          <a:p>
            <a:r>
              <a:t>[다음] 도구 호출 두 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블록 보냄 → 받음 두 줄 → 아래 블록 보냄의 원인 · 고장 유형</a:t>
            </a:r>
          </a:p>
          <a:p>
            <a:r>
              <a:t>· 모델이 적은 건 설비 · 경보 종류 · 경보 번호 셋뿐. 무엇을 어떻게 읽을지는 도구 쪽</a:t>
            </a:r>
          </a:p>
          <a:p>
            <a:r>
              <a:t>· 받음 1만 3천 자 넘는 결과, 그래프 · 시계열을 읽은 건 도구</a:t>
            </a:r>
          </a:p>
          <a:p>
            <a:r>
              <a:t>· 받은 두 식별자가 그대로 다음 입력에: 앞 결과가 다음 물음</a:t>
            </a:r>
          </a:p>
          <a:p>
            <a:r>
              <a:t>· 잇는 건 모델의 기억이 아니라 기록에 남은 값 → 되짚을 수 있다</a:t>
            </a:r>
          </a:p>
          <a:p>
            <a:r>
              <a:t>· 원인 진단 0.2초 남짓</a:t>
            </a:r>
          </a:p>
          <a:p>
            <a:r>
              <a:t>[다음] 실행 고리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원 다섯 왼쪽부터 → 위 곡선 → 강조한 도구 호출 원</a:t>
            </a:r>
          </a:p>
          <a:p>
            <a:r>
              <a:t>· 해석: 11:13:09 스킬 배정, 14초 스킬 읽음. 결과 형식을 먼저 받는다</a:t>
            </a:r>
          </a:p>
          <a:p>
            <a:r>
              <a:t>· 계획: 스킬 절차 다섯 단계</a:t>
            </a:r>
          </a:p>
          <a:p>
            <a:r>
              <a:t>· 관찰: 평가 결과 128,466자 → 받을 크기 초과</a:t>
            </a:r>
          </a:p>
          <a:p>
            <a:r>
              <a:t>· 곡선: 11:13:40 「순위 · 규정만 간추려」, 46초 「필요한 항목만 다시」. 진행 설명일 뿐, 실제 재조회는 기록으로 확인</a:t>
            </a:r>
          </a:p>
          <a:p>
            <a:r>
              <a:t>· 종료: 11:13:53 판단 제출(접수) · 11:14:42 결과 파일</a:t>
            </a:r>
          </a:p>
          <a:p>
            <a:r>
              <a:t>[다음] 워크플로와 에이전트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워크플로 → 오른쪽 에이전트(강조) → 판정 칸</a:t>
            </a:r>
          </a:p>
          <a:p>
            <a:r>
              <a:t>· 워크플로: 순서를 미리 코드에 고정. 예: 같은 표를 같은 방식으로 집계, 승인 뒤 명령 → 재관측</a:t>
            </a:r>
          </a:p>
          <a:p>
            <a:r>
              <a:t>· 에이전트: 결과를 보고 다음 호출을 고름. 예: 진단 결과를 평가 입력으로, 큰 결과면 읽는 법 바꿈, 제각각인 회의록 해석</a:t>
            </a:r>
          </a:p>
          <a:p>
            <a:r>
              <a:t>· 가르는 물음: 순서가 늘 같은가, 결과를 보고 골라야 하는가</a:t>
            </a:r>
          </a:p>
          <a:p>
            <a:r>
              <a:t>· 흐름 안의 일부 자리만 에이전트에게 맡길 수도 있다</a:t>
            </a:r>
          </a:p>
          <a:p>
            <a:r>
              <a:t>[다음] 근거의 정보원과 상태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경보 때 55.71 ℃를 지금 값처럼 써도 되나</a:t>
            </a:r>
          </a:p>
          <a:p>
            <a:r>
              <a:t>· 실습에서 그래프와 문서의 집계 구간이 다르거나 원문 절이 없는 경우를 가른다</a:t>
            </a:r>
          </a:p>
          <a:p>
            <a:r>
              <a:t>[다음] 추천안 한 건에 든 값과 그 정보원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에이전트 → 네 귀퉁이(온톨로지 · 시계열 · 업무 DB · SOP) → 선의 스패너</a:t>
            </a:r>
          </a:p>
          <a:p>
            <a:r>
              <a:t>· 온톨로지: 원인 후보 셋 · 증거 기준 70 %</a:t>
            </a:r>
          </a:p>
          <a:p>
            <a:r>
              <a:t>· 시계열: 30초 평균 냉각 효율 46.2 %</a:t>
            </a:r>
          </a:p>
          <a:p>
            <a:r>
              <a:t>· 업무 DB: 오더 MO-0930-0412 · 납기 5.98 h</a:t>
            </a:r>
          </a:p>
          <a:p>
            <a:r>
              <a:t>· SOP: SOP-COOL-11 단계 · 근거 HM-8.5. 온톨로지와 같은 지식 그래프</a:t>
            </a:r>
          </a:p>
          <a:p>
            <a:r>
              <a:t>· 하나만 빠져도 추천안이 성립하지 않는다. 네 곳 모두 도구로 읽음</a:t>
            </a:r>
          </a:p>
          <a:p>
            <a:r>
              <a:t>[다음] 기준과 측정값, 경보 순간과 지금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두 문장 → 오른쪽 고친 문장</a:t>
            </a:r>
          </a:p>
          <a:p>
            <a:r>
              <a:t>· 기준을 값처럼: 「냉각 효율 70 %」 → 70은 기준, 잰 값은 46.2 %. 70을 값으로 대면 증거가 사라진다</a:t>
            </a:r>
          </a:p>
          <a:p>
            <a:r>
              <a:t>· 지난 값을 지금처럼: 55.71 ℃는 경보 순간(11:13:08), 승인 순간 61.8 ℃</a:t>
            </a:r>
          </a:p>
          <a:p>
            <a:r>
              <a:t>· 고치기: 값마다 관측 시각, 기준마다 출처. 판단 시점이 바뀌면 다시 읽기</a:t>
            </a:r>
          </a:p>
          <a:p>
            <a:r>
              <a:t>· 그럴듯해서 사람이 못 잡는다 → 에이전트가 처음부터 하지 않게</a:t>
            </a:r>
          </a:p>
          <a:p>
            <a:r>
              <a:t>[다음] 증거 한 건을 판정에 쓰기 전 확인할 다섯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표를 위에서 아래로(판정 순서), 오른쪽 처리, 강조한 표본</a:t>
            </a:r>
          </a:p>
          <a:p>
            <a:r>
              <a:t>· 기준: 최근 30초 냉각 효율 평균 &lt; 70 %(HM-8.4). 증거에 적힌 방법 그대로</a:t>
            </a:r>
          </a:p>
          <a:p>
            <a:r>
              <a:t>· 관측값 46.2 %, 비면 미확인</a:t>
            </a:r>
          </a:p>
          <a:p>
            <a:r>
              <a:t>· 신선도: 최신 유온 0.6초 전, 허용 60초(시스템 설정). 조회 시각이 아니라 관측 시각</a:t>
            </a:r>
          </a:p>
          <a:p>
            <a:r>
              <a:t>· 표본: 30초에 30개, 공백이 한도 안. 길면 판정 안 함</a:t>
            </a:r>
          </a:p>
          <a:p>
            <a:r>
              <a:t>· 신선도 = 끝이 묵었나, 표본 = 중간이 비었나</a:t>
            </a:r>
          </a:p>
          <a:p>
            <a:r>
              <a:t>[다음] 근거의 세 상태와 이어서 할 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셋, 셋째 줄 → 꼬리표(이어서 할 일), 가운데 강조</a:t>
            </a:r>
          </a:p>
          <a:p>
            <a:r>
              <a:t>· 지지: 값을 읽었고 기준에 맞음. 이 모델의 후보 안에서의 판정</a:t>
            </a:r>
          </a:p>
          <a:p>
            <a:r>
              <a:t>· 미확인: 실패 · 빈 값 · 묵은 값. 맞다고도 틀리다고도 안 함 → 값이 오면 재평가</a:t>
            </a:r>
          </a:p>
          <a:p>
            <a:r>
              <a:t>· 지지 근거 없음: 값은 읽었는데 어느 기준에도 안 맞음 → 등록 안 된 원인일 수 있어 사람이 현장을 살핌</a:t>
            </a:r>
          </a:p>
          <a:p>
            <a:r>
              <a:t>· 둘을 같은 「모름」으로 적으면 기다릴 일과 나가 볼 일이 섞인다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값 → 가운데 적을 것 · 오른쪽 상태(둘 다 가리고 먼저 판단)</a:t>
            </a:r>
          </a:p>
          <a:p>
            <a:r>
              <a:t>· 20초 생각 시간. 값은 수업용 사례(이어지는 원인 · 점검 순서 실습과 같음)</a:t>
            </a:r>
          </a:p>
          <a:p>
            <a:r>
              <a:t>· 62.4 % · 캐비닛 36.8 ℃: 핀 오염 · 주변 온도 둘 다 지지 → 둘의 확인 항목을 함께</a:t>
            </a:r>
          </a:p>
          <a:p>
            <a:r>
              <a:t>· 51.0 % · 캐비닛 수집 멈춤: 주변 온도 미확인 → 캐비닛 확인을 항목에, 없음을 정상으로 적지 않음</a:t>
            </a:r>
          </a:p>
          <a:p>
            <a:r>
              <a:t>· 66.1 % · 구간 중 끊김: 표본 공백 → 판정 안 하고 다시 읽기 요청</a:t>
            </a:r>
          </a:p>
          <a:p>
            <a:r>
              <a:t>· 최신 유온 185초 전: 신선도 실패 → 원인 판단 보류 · 이유</a:t>
            </a:r>
          </a:p>
          <a:p>
            <a:r>
              <a:t>[다음] 멈춤 · 출력 · 근거 대조와 점검 요청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「냉각 효율을 확인했다」고 적힌 초안은 정말 확인한 것인가</a:t>
            </a:r>
          </a:p>
          <a:p>
            <a:r>
              <a:t>· 실습에서 누락과 복수 원인 사례로 점검 요청 초안을 검증한다</a:t>
            </a:r>
          </a:p>
          <a:p>
            <a:r>
              <a:t>[다음] 멈춤 조건과 사람에게 넘기는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넷, 윗줄(에이전트가 하는 일) · 아랫줄(넘기는 것), 넷째 강조</a:t>
            </a:r>
          </a:p>
          <a:p>
            <a:r>
              <a:t>· 근거 부족: 원인을 적지 않고 보류 객체 → 사람이 재평가 요청 또는 닫음</a:t>
            </a:r>
          </a:p>
          <a:p>
            <a:r>
              <a:t>· 왜: 겉모양이 같은 추천안을 승인자가 믿는다. 원인이 다르면 조치도 다르다</a:t>
            </a:r>
          </a:p>
          <a:p>
            <a:r>
              <a:t>· 호출 실패: 0이나 빈 값으로 바꾸지 않음</a:t>
            </a:r>
          </a:p>
          <a:p>
            <a:r>
              <a:t>· 권한 제한: 허용 목록 밖은 질문으로. 답해도 권한은 그대로</a:t>
            </a:r>
          </a:p>
          <a:p>
            <a:r>
              <a:t>· 한도: 조회문 고침 2번(작업 규칙의 지시), 형식 교정 2번, 실행 30분 → 넘으면 사람이 닫음</a:t>
            </a:r>
          </a:p>
          <a:p>
            <a:r>
              <a:t>[다음] 구조화 출력과 보류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결과 파일 → 아래 보류 객체 → 오른쪽 설명 넷</a:t>
            </a:r>
          </a:p>
          <a:p>
            <a:r>
              <a:t>· 결과 파일은 같은 종류의 다른 경보 한 건의 것(판단 번호 다름)</a:t>
            </a:r>
          </a:p>
          <a:p>
            <a:r>
              <a:t>· 출력 계약 다섯 항목: 원인 · 고장 유형 · 진단 안내 · 결정 · 판단 번호. 형식 어긋나면 거절 → 두 번까지 교정</a:t>
            </a:r>
          </a:p>
          <a:p>
            <a:r>
              <a:t>· 형식 검사 ≠ 내용 검사</a:t>
            </a:r>
          </a:p>
          <a:p>
            <a:r>
              <a:t>· 식별자 인용: 노드와 출처 절로 거슬러 갈 주소</a:t>
            </a:r>
          </a:p>
          <a:p>
            <a:r>
              <a:t>· 보류: 상태 · 이유 · 모은 증거만. 결과 항목과 섞으면 거절</a:t>
            </a:r>
          </a:p>
          <a:p>
            <a:r>
              <a:t>[다음] 근거의 대조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왼쪽(기록에 있는 근거) → 오른쪽(기록에 없는 근거, 강조) → 마지막 줄 대조 범위</a:t>
            </a:r>
          </a:p>
          <a:p>
            <a:r>
              <a:t>· 실제 질문: 완제품 재고 최소 설비 → 2호기 100개. 표 확인 → 조회 두 번</a:t>
            </a:r>
          </a:p>
          <a:p>
            <a:r>
              <a:t>· 적은 조회문 = 실제 실행 → 「근거 N개 확인」</a:t>
            </a:r>
          </a:p>
          <a:p>
            <a:r>
              <a:t>· 기록에 없으면 답으로 안 보이고 「답할 수 없음」 + 「근거 확인 안 됨」으로 접힘</a:t>
            </a:r>
          </a:p>
          <a:p>
            <a:r>
              <a:t>· 서버 대조 범위는 호출 여부까지. 옮긴 값 · 기간이 맞는지는 사람이</a:t>
            </a:r>
          </a:p>
          <a:p>
            <a:r>
              <a:t>[다음] 결과에서 호출로 거슬러 확인하기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칸 왼쪽부터, 셋째 칸 강조</a:t>
            </a:r>
          </a:p>
          <a:p>
            <a:r>
              <a:t>· 주장: 「46.2 %로 핀 오염 지지」</a:t>
            </a:r>
          </a:p>
          <a:p>
            <a:r>
              <a:t>· 그 값을 준 호출: 11:13:18 원인 진단의 받음. 출력과 문장이 같은 뜻인가(단위 · 섞인 값)</a:t>
            </a:r>
          </a:p>
          <a:p>
            <a:r>
              <a:t>· 호출의 입력: 설비 · 경보 번호가 이 경보와 같은가</a:t>
            </a:r>
          </a:p>
          <a:p>
            <a:r>
              <a:t>· 관측 시각 · 원천: 어느 구간, 묵은 값은 아닌가. 조회 시각 ≠ 관측 시각</a:t>
            </a:r>
          </a:p>
          <a:p>
            <a:r>
              <a:t>· 진행 설명은 의도를 읽는 보조 자료일 뿐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단정한 초안 → 오른쪽 근거 있는 초안(강조) → 꼬리표</a:t>
            </a:r>
          </a:p>
          <a:p>
            <a:r>
              <a:t>· 단정: 원인 확정, 근거는 유온 상승뿐, 핀 세척 작업지시를 냈다고 적음</a:t>
            </a:r>
          </a:p>
          <a:p>
            <a:r>
              <a:t>· 유온 상승은 주변 온도 · 팬 구동에서도 → 함께 변한 값으로 원인을 정하지 않는다</a:t>
            </a:r>
          </a:p>
          <a:p>
            <a:r>
              <a:t>· 핀 세척은 설비를 세우는 근본 조치, 설비보전팀장 승인 뒤 작업지시 → 권한을 넘음</a:t>
            </a:r>
          </a:p>
          <a:p>
            <a:r>
              <a:t>· 근거 있는 초안: 대상 · 부품 · 관측 시각 · 기준에 맞는 이유(다른 두 후보 배제) · 확인 항목 · 상태(작업지시 아님)</a:t>
            </a:r>
          </a:p>
          <a:p>
            <a:r>
              <a:t>[다음] 쿨러 경보의 점검 요청으로 되짚는 근거와 경계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줄: 왼쪽 물음 → 가운데 답이 놓인 자리 → 오른쪽 헷갈리기 쉬운 짝, 강조한 다섯째 줄</a:t>
            </a:r>
          </a:p>
          <a:p>
            <a:r>
              <a:t>· 생각할 시간(약 20초): 가운데 열을 가리고 물음마다 먼저 답해 본다</a:t>
            </a:r>
          </a:p>
          <a:p>
            <a:r>
              <a:t>· 활용: 같은 실행 구조라도 입력과 결과 판정 기준이 달라 이름만 바꿔 옮기지 못한다</a:t>
            </a:r>
          </a:p>
          <a:p>
            <a:r>
              <a:t>· 순서: 늘 같은 순서는 워크플로로 고정, 결과를 보고 다음을 골라야 하는 자리만 에이전트</a:t>
            </a:r>
          </a:p>
          <a:p>
            <a:r>
              <a:t>· 기준과 값: 70은 매뉴얼 기준, 잰 값은 46.2 %(11:13:18까지 30초 평균). 값마다 관측 시각, 기준마다 출처</a:t>
            </a:r>
          </a:p>
          <a:p>
            <a:r>
              <a:t>· 신선도 = 끝이 묵었나, 표본 = 중간이 비었나. 어긋나면 판정하지 않고 보류</a:t>
            </a:r>
          </a:p>
          <a:p>
            <a:r>
              <a:t>· 핀 오염은 기준에 맞은 가설. 확인 항목과 다른 후보를 함께 적고, 작업지시는 승인 뒤</a:t>
            </a:r>
          </a:p>
          <a:p>
            <a:r>
              <a:t>[다음] 오늘 다룬 핵심 개념과 주요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위에서부터, 정식 명칭은 화면에 맡기고 뜻만</a:t>
            </a:r>
          </a:p>
          <a:p>
            <a:r>
              <a:t>· LLM = 응답을 만드는 대규모 언어 모델, RAG = 검색한 자료를 답의 근거로 넣는 방식</a:t>
            </a:r>
          </a:p>
          <a:p>
            <a:r>
              <a:t>· 에이전트 = 목표를 받아 도구 결과를 보며 다음 행동을 정하고 완료 · 멈춤 조건에서 끝내는 시스템. 실행 고리 = 해석 · 계획 · 도구 호출 · 관찰을 되풀이하다 종료하는 틀</a:t>
            </a:r>
          </a:p>
          <a:p>
            <a:r>
              <a:t>· 신선도 = 값이 판단 시점에서 얼마나 묵었나, 표본 = 구간을 채울 만큼 값이 들어왔나</a:t>
            </a:r>
          </a:p>
          <a:p>
            <a:r>
              <a:t>· 구조화 출력 = 다음 단계가 읽도록 항목 이름과 형식을 정해 둔 결과</a:t>
            </a:r>
          </a:p>
          <a:p>
            <a:r>
              <a:t>[다음] Review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퀴즈 간지 제목 → 부제</a:t>
            </a:r>
          </a:p>
          <a:p>
            <a:r>
              <a:t>· 문항마다 먼저 가를 것: 근거의 문제인가, 근거 상태의 구분인가, 제출과 실행의 경계인가</a:t>
            </a:r>
          </a:p>
          <a:p>
            <a:r>
              <a:t>· 세 문제를 다 푼 뒤 정답을 함께 본다</a:t>
            </a:r>
          </a:p>
          <a:p>
            <a:r>
              <a:t>[다음] Quiz 1. 진행 설명만 남은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상황: 초안엔 「냉각 효율 확인」, 기록엔 그 값을 준 호출이 없다</a:t>
            </a:r>
          </a:p>
          <a:p>
            <a:r>
              <a:t>· 생각할 거리: 말로 적힌 것과 실제 호출을 가르면</a:t>
            </a:r>
          </a:p>
          <a:p>
            <a:r>
              <a:t>· 20초 생각 시간</a:t>
            </a:r>
          </a:p>
          <a:p>
            <a:r>
              <a:t>[다음] Quiz 2. 어느 기준에도 맞지 않은 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상황: 값은 셋 다 신선하게 읽혔고, 냉각 효율은 70 % 아래가 아니며 팬 · 캐비닛도 기준 안</a:t>
            </a:r>
          </a:p>
          <a:p>
            <a:r>
              <a:t>· 생각할 거리: 값을 못 읽은 것과 읽었는데 어느 후보에도 안 맞는 것</a:t>
            </a:r>
          </a:p>
          <a:p>
            <a:r>
              <a:t>· 20초 생각 시간</a:t>
            </a:r>
          </a:p>
          <a:p>
            <a:r>
              <a:t>[다음] Quiz 3. 승인 전의 추천안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상황: 추천안 제출 · 판단 번호 받음, 사람 미승인</a:t>
            </a:r>
          </a:p>
          <a:p>
            <a:r>
              <a:t>· 생각할 거리: 에이전트의 일은 어디서 끝나나</a:t>
            </a:r>
          </a:p>
          <a:p>
            <a:r>
              <a:t>· 20초 생각 시간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줄, 문항 → 판단 기준 → 정답</a:t>
            </a:r>
          </a:p>
          <a:p>
            <a:r>
              <a:t>· Quiz 1 → 2번: 진행 설명 · 적힌 값은 증거가 아니다. 값을 준 호출을 찾아야. 3번 혼동: 숫자가 적힘 ≠ 읽음</a:t>
            </a:r>
          </a:p>
          <a:p>
            <a:r>
              <a:t>· Quiz 2 → 3번: 값이 신선하게 들어왔으니 미확인(1)이 아니다. 2는 기준에 안 맞는 원인을 지어냄, 4는 등록되지 않은 원인을 놓침</a:t>
            </a:r>
          </a:p>
          <a:p>
            <a:r>
              <a:t>· Quiz 3 → 1번: 에이전트는 제출까지, 명령 · 작업지시는 승인 뒤 시스템. 3번은 순서를 뒤집음</a:t>
            </a:r>
          </a:p>
          <a:p>
            <a:r>
              <a:t>· 이어지는 실습: 포털의 준비된 에이전트에서 실제 조회 도구와 근거를 확인하고, 로컬 제공 그래프 · 사례로 원인 후보와 근거를 읽는 기능을 만들어 오래된 값 · 표본 부족이 미확인으로 남는지 대조한다</a:t>
            </a:r>
          </a:p>
          <a:p>
            <a:r>
              <a:t>· 설비 · 부품 · 증거와 매뉴얼 절을 점검 대상에 이은 뒤, 대상 · 관측 시각 · 근거 · 확인 항목이 있는 점검 요청 초안을 누락 · 복수 원인 사례로 검증하고 작업지시와 구분해 저장한다 — 진행은 핸즈온 가이드</a:t>
            </a:r>
          </a:p>
          <a:p>
            <a:r>
              <a:t>· 다음 회차: 같은 근거 정리 방법으로 협의 안건을 만든다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오프라인 4회차 · 분석 결과를 점검 요청으로 연결하기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원인 근거와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구축한 설비 · 문서 근거로 원인 후보를 대상 · 관측 시각 · 근거 · 확인 항목이 있는 요청으로 바꾼다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robot" descr="robot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zoom-check" descr="zoom-check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lipboard-check" descr="clipboard-che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활용을 견주고 실행 고리와 근거를 짚은 뒤, 원인 후보를 가설과 확인이 갈린 점검 요청으로 바꾼다.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7584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git-compare" descr="git-compar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91205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활용과 구조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다섯 활용을 견준다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받는 쪽과 사람의 자리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7584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repeat" descr="repea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912059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관찰이 다음 물음이 된다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순서를 누가 정하나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7584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database" descr="databas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912059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정보원마다 다른 물음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지지 · 미확인 · 없음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75844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lipboard-check" descr="clipboard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912059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멈출 때를 정한다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가설과 확인을 가른다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구조, 다른 활용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고리와 순서를 정하는 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정보원과 상태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멈춤 · 출력 · 근거 대조와 점검 요청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구조, 다른 활용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구축한 지식이 점검 요청을 채우는 자리와, 활용마다 달라지는 입력 · 도구 · 결과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구축한 지식이 채우는 점검 요청 초안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경보의 점검 요청 초안은 칸마다 근거가 오는 곳이 달라, 구축한 지식과 관측값이 함께 채운다.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요청의 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HYD-01 쿨러 성능 저하 경보에서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근거가 오는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 설비 · 구성 요소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 · 오일 쿨러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· 그래프의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→ 구성 요소 관계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코어(P-CLR-CORE)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→ 관련 부품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 시각 · 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11:13:18까지 30초 냉각 효율 평균 46.2 %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때 팬 진동 0.575 mm/s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 70 % 미만 · 팬 진동 0.9 mm/s 미만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쿨러 핀 오염의 증거 기준에 맞는다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매뉴얼에서 옮긴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증거 기준(HM-8.4)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항목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막힘 현장 확인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후보: 캐비닛 온도 · 팬 구동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 후보와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남은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목적 · 입력 · 결과가 다른 다섯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실행 구조라도 활용마다 입력과 결과를 판정하는 기준이 달라서, 이름만 바꿔 옮길 수 없다.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입력 · 도구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·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점검 요청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· 지식 그래프 · 센서 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대상 · 시각 · 확인 항목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가설을 확정하지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· 시각화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 시계열 · 조회 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도표 · 이상 구간 요약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함께 변한 값을 원인으로 단정 않음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후속 업무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회의록 · 이전 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 · 담당 · 기한 · 미정</a:t>
            </a:r>
          </a:p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항목마다 원문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자기 자료 학습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Notion 학습노트(읽기 연결)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문항 · 판정 · 피드백</a:t>
            </a:r>
          </a:p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답하기 전 정답 기준을 숨기고 근거가 모자라면 보류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작성 · 검토 협업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작성 역할의 초안 · 원자료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 지적 · 수정 기록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AI의 동의는 사람의 승인이 아니다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 · RAG · 에이전트: 근거와 반복의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LLM · RAG · 에이전트는 근거를 어디서 얻는지와, 결과를 보고 다시 움직이는지에서 갈린다.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9566"/>
            <a:ext cx="3515258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2" descr="message-2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435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3694"/>
            <a:ext cx="3186074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LLM(Large Language Model)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목표: 입력에 이어질 응답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학습한 내용과 넣어 준 글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지금의 값 · 조회 · 제출은 하지 못한다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33377"/>
            <a:ext cx="10667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33377"/>
            <a:ext cx="10667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응답 한 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19566"/>
            <a:ext cx="3515258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e-search" descr="file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4353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3694"/>
            <a:ext cx="3186074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RAG(Retrieval-Augmented Generation)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목표: 근거가 붙은 답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검색해 함께 넣은 문서 조각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답을 쓰면 끝난다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찾아서 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19566"/>
            <a:ext cx="3515258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073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obot" descr="robo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4353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3694"/>
            <a:ext cx="3186074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에이전트(AI Agent)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목표: 정해진 결과물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도구가 돌려준 결과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보고 다음 호출 · 종료를 정한다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반복 실행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에이전트를 이루는 것과 끝나는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에이전트는 모델에 도구와 실행 고리를 붙인 시스템이라, 무엇을 끝으로 볼지가 함께 정해져야 일이 닫힌다.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목표를 받아 도구를 골라 부르고, 결과를 보고 다음 행동을 정하는 일을 되풀이하는 시스템이다.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모델은 그대로이고, 둘레에 도구와 고리가 붙는다.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이름과 입력을 적어 부를 수 있게 정해 둔 기능이다. 실제 조회 · 계산 · 제출은 도구가 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원인 진단, 생산오더 조회, 판단 제출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Agent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 해석 → 계획 → 도구 호출 → 결과 관찰을 잇고, 결과에 따라 다음 호출이나 종료를 정하는 틀이다.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완료 조건 · 멈춤 조건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완료: 정해진 결과를 내고 제출이 접수됐다.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멈춤: 근거가 모자라거나, 호출이 끝내 실패하거나, 권한 밖의 일이 필요하다.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결과마다 받는 쪽과 사람이 판단하는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결과를 누가 받아 무엇을 하는지가 정해져야, 에이전트가 끝낼 자리와 사람이 판단할 자리가 갈린다.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받는 쪽 · 다음 행동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에이전트가 넘지 않는 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질문의 답(포털 질문)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질문한 사람이 읽고 끝난다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답할 수 없으면 그 사실과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 없는 값을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지어내지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추천안(냉각 대응)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11:13:53 제출 · 11:14:42 단계 끝 → 11:14:56 승인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11:14:57 팬 속도 명령 → 11:15:58 작업지시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명령 · 작업지시는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뒤 시스템이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 초안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 담당자가 확인 항목을 보고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 여부를 정한다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확정 · 작업지시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발행으로 적지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협의 안건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 참석자가 결정할 질문을 다룬다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정해지지 않은 것을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결정으로 적지 않는다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고리와 순서를 정하는 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관찰한 결과가 다음 물음이 되는 고리와, 순서를 사람이 정할 때와 에이전트가 정할 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호출 두 건: 관찰한 결과가 다음 물음이 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도구 호출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에서 모델은 이름과 입력만 적고, 앞 호출이 돌려준 값을 그대로 다음 물음에 넣어 일을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11:13:18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(diagnose)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218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{"asset": "HYD-01",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"pattern": "COOLER_DEGRADATION",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"alert_id": "ALT-hyd01-0014-e0a1"}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받음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13,763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(JSON)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가운데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cause:cooler-fin-fouling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fm:cooler-performance-loss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11:13:23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(evaluate_cards)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807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{"asset": "HYD-01",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"pattern": "COOLER_DEGRADATION",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"cause": "cause:cooler-fin-fouling",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"failure_mode": "fm:cooler-performance-loss"}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적은 입력이다. 그래프 · 시계열을 무엇으로 읽을지는 도구 쪽에 정해져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받음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도구가 지식 그래프와 시계열 DB를 읽어 돌려준 결과다.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물음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받은 두 식별자가 바꿔 적히지 않고 대안 평가의 입력에 그대로 들어갔다.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걸린 시간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호출마다 시각과 함께 기록에 남는다.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고리: 쿨러 사건의 기록으로 본 다섯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실행 고리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는 결과가 너무 크다는 관찰에서 계획을 고쳐 다시 시도한 뒤, 제출과 결과 파일로 닫혔다.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pic>
        <p:nvPicPr>
          <p:cNvPr id="6" name="삽화:실행고리.svg" descr="illust_7722426408142882587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7479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요청 해석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11:13:09 · 14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입력 · 스킬 읽음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102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절차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다섯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1269" y="4842296"/>
            <a:ext cx="1963709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도구 호출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11:13:18 진단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11:13:23 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0439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관찰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128,466자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받을 크기 초과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062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11:13:53 제출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11:14:42 결과 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1224" y="1911278"/>
            <a:ext cx="436379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계획 수정 · 다시 시도 11:13:40 ·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워크플로와 에이전트: 순서를 누가 정하는가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순서가 늘 같은 일은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워크플로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로 고정하고, 결과를 보고 다음 일을 골라야 하는 자리에만 에이전트의 판단을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numbers" descr="list-number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워크플로(Workflow)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순서를 사람이 미리 코드에 고정한다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정해진 표를 같은 방식으로 집계해 도표로 그린다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승인이 나면 명령을 보내고 정해진 시간 뒤 다시 관측한다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장점: 매번 같은 순서 · 같은 결과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순서가 늘 같다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oute" descr="rout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보고 다음 호출을 고른다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진단 결과의 원인을 평가의 입력으로 넣는다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결과가 너무 크면 읽는 방법을 바꾼다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제각각인 회의록 문장을 해석한다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결과를 보고 고른다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정보원과 상태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값과 기준을 어디서 읽고, 값 하나를 근거로 쓰기 전 무엇을 확인하나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 한 건에 든 값과 그 정보원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 한 건의 값은 네 정보원에서 왔고, 에이전트는 그 모두를 도구를 불러 읽었다.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pic>
        <p:nvPicPr>
          <p:cNvPr id="6" name="삽화:정보원.svg" descr="illust_6426216068488657882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4746" y="318768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후보 셋 · 증거 기준 70 %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557" y="5362315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SOP-COOL-11 단계 · 근거 HM-8.5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8669" y="318768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30초 평균 냉각 효율 46.2 %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8669" y="5362315"/>
            <a:ext cx="261827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오더 MO-0930-0412 · 납기 5.98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5803" y="4416826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곳 모두 도구로 읽음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기준과 측정값, 경보 순간과 지금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기준을 잰 값처럼, 지난 값을 지금 값처럼 적은 초안은 그럴듯해도 틀려서, 값마다 출처와 관측 시각을 붙인다.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초안에 섞인 두 문장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「냉각 효율 70 %로 기준에 걸렸다」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70은 매뉴얼의 판정 기준이지 잰 값이 아니다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「유온 55.71 ℃, 한계 65 ℃까지 여유」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55.71은 경보 순간 11:13:08의 값이다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0453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04536"/>
            <a:ext cx="14173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· 지난 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값마다 출처와 시각을 붙인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「냉각 효율 46.2 %(11:13:18까지 30초 평균) &lt; 기준 70 %(HM-8.4)」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기준은 지식 그래프, 값은 시계열 DB에서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「유온 61.8 ℃(승인 순간 11:14:56)」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판단하는 때의 값을 다시 읽는다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04536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04536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관측값 · 관측 시각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증거 한 건을 판정에 쓰기 전 확인할 다섯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 하나를 근거로 쓰려면 기준과 값에 더해, 그 값이 얼마나 묵었는지와 구간을 채울 만큼 들어왔는지를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사건의 증거 한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어긋나면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최근 30초 냉각 효율 평균 &lt; 70 % · HM-8.4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기준이 없으면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판정하지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46.2 %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값이 비면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미확인으로 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신선도(Freshness)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최신 유온이 0.6초 전 값 · 허용 60초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넘으면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판단을 보류한다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표본(Coverage)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30초 구간에 표본 30개 · 공백이 수집 한도 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공백이 길면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그 증거는 판정하지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46.2 &lt; 70 → 근거 지지(SUPPORTED)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미확인(UNKNOWN)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지지 근거 없음(UNSUPPORTED)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세 상태와 이어서 할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근거는 지지 · 미확인 · 지지 근거 없음으로 나눠 적어야, 사람이 값을 기다릴지 직접 살필지를 정할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SUPPORTED · 근거 지지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필요한 값을 읽었고 등록 기준에 맞았다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냉각 효율 46.2 % &lt; 70 % · 팬 진동 정상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모델의 후보 안에서 지지된다는 뜻이다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zoom-question" descr="zoom-questio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UNKNOWN · 미확인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조회가 실패했거나 값이 비었다 · 묵었다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맞는지 틀린지 말할 수 없다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들어오면 다시 평가한다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값을 기다린다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ban" descr="ba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UNSUPPORTED · 지지 근거 없음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값은 읽었으나 어느 후보의 기준에도 맞지 않는다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등록되지 않은 원인일 수 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현장을 직접 살핀다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살핀다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같은 쿨러 경보, 다른 근거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쿨러 경보라도 근거 상태가 다르면 점검 요청에 적을 확인 항목과 보류할 판단이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경보 때 읽은 값(가정)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요청에 적을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62.4 % / 캐비닛 온도 36.8 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하나로 고르지 않고 핀 오염 · 주변 온도 상승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후보의 확인 항목을 함께 적는다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후보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모두 지지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51.0 % / 캐비닛 온도 수집 멈춤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캐비닛 온도 확인을 확인 항목에 넣는다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 없음을 정상으로 적지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오염 지지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주변 온도 미확인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66.1 % / 구간 중 수집 끊김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값으로는 판정하지 않는다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수집이 돌아온 뒤 다시 읽기를 요청한다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표본 공백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최신 유온 185초 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판단을 보류하고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묵은 값이라는 이유를 적는다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신선도 실패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멈춤 · 출력 · 근거 대조와 점검 요청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근거가 모자라면 멈추고, 적어 낸 근거를 호출 기록과 대조한다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멈춤 조건과 사람에게 넘기는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근거가 모자라거나 호출이 실패하거나 권한 밖의 일이 필요하면, 에이전트는 채우지 않고 멈춰 이유를 넘긴다.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부족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원인을 적지 않고 보류 객체를 낸다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값을 받은 뒤 재평가를 요청한다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099367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99367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미확인 · 지지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호출 실패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실패를 0이나 빈 값으로 바꾸지 않는다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확인하지 못한 것을 적는다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423" y="5099367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423" y="5099367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실패는 실패로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 제한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허용 목록 밖 도구는 질문이 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사람의 답도 실행 권한은 그대로다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607" y="509936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509936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목록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783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한도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조회문 고치기 · 형식 교정은 두 번까지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 30분을 넘으면 사람이 닫는다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3791" y="509936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509936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반복의 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출력과 보류: 다음 단계가 읽는 모양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출력 계약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의 항목 이름대로, 근거가 모자라면 보류 객체 하나로만 내야 시스템이 검사해 다음 단계로 넘긴다.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output/result.json(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0025-b8ed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 "cause": "cause:cooler-fin-fouling",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"failure_mode": "fm:cooler-performance-loss",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"guide_card": {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"decision": { "recommended": "skill:sop-cool-11",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"explanation":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 "order": [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]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"decision_id": "DEC-1010-056-0972"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근거가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모자랄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객체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하나만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 "__deferred__": { "status": "UNKNOWN",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  "reason":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못한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  "evidence": {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} }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 계약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작업마다 정한 항목이다. 형식이 어긋나면 거절되고 두 번까지 고쳐 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 인용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cause: · fm: · skill:이 지식 그래프의 노드를 가리켜 근거를 되짚게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보류 객체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상태 · 이유 · 그때까지 모은 증거만 담는다.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섞어 내기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 항목과 보류를 함께 내면 거절된다.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대조: 적어 낸 근거가 호출 기록에 있는가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포털은 답에 적힌 근거를 실제 호출 기록과 대조해, 기록에 없으면 답으로 보이지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221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hecks" descr="check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7576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2214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기록에 있는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질문: 완제품 재고가 가장 적은 설비와 수량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답: HYD-02 · FG-IND-3 100개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근거로 적은 조회문 = 실제 실행한 조회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화면: 「근거 N개 확인」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0453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0453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답으로 보인다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2214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zoom-question" descr="zoom-questio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7576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2214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기록에 없는 근거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그럴듯한 조회문을 적었으나 실행 기록이 없다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화면: 「답할 수 없음」과 이유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낸 답은 「근거 확인 안 됨」으로 접힌다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대조 범위: 호출 여부까지, 옮긴 값의 정확성은 따로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04536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04536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답으로 보이지 않는다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결과에서 호출로 거슬러 확인하기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 문장이나 진행 설명만 믿지 않고, 그 값을 돌려준 호출의 입력 · 출력 · 관측 시각까지 거슬러 맞춘다.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72954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lipboard-check" descr="clipboard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88316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결과의 주장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「냉각 효율 46.2 %로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핀 오염이 지지된다」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72954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history" descr="history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883166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값을 준 호출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기록에서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11:13:18 원인 진단의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받음을 찾는다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72954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earch" descr="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883166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호출의 입력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· 경보 번호가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경보와 같은가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72954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clock" descr="clo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883166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 시각 · 원천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30초 구간 · 시계열 DB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묵은 값이 아닌가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단정한 초안과 근거 있는 점검 요청 초안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 요청 초안은 가설과 확인을 가르고 작업지시를 대신하지 않아야, 받는 사람이 무엇을 확인할지 정할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065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단정한 초안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원인: 쿨러 핀 오염(확정)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유온이 올랐다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조치: 핀 세척 작업지시를 발행했다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관측 시각 · 다른 후보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20106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20106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가설 · 권한을 넘음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065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있는 점검 요청 초안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대상: HYD-01 오일 쿨러 · 부품 쿨러 코어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관측: 11:13:18까지 30초 냉각 효율 46.2 %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이유: 핀 오염 기준에 맞고 팬 진동은 정상, 캐비닛 온도는 기준 아래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 항목: 핀 막힘 현장 확인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상태: 요청 초안 · 작업지시 아님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420106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420106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담당자가 판단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경보의 점검 요청으로 되짚는 근거와 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 요청 한 건을 만드는 동안 물음마다 답이 놓인 자리가 달라, 그 자리를 가려야 가설과 확인이 섞이지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물음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답이 놓인 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헷갈리기 쉬운 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후속에도 같은 에이전트를 옮겨 쓰나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활용마다 다른 입력 · 도구 · 결과 판정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실행 구조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같은 활용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다음에 무엇을 부를지 누가 정하나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순서가 늘 같으면 워크플로, 결과를 보고 고르면 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워크플로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에이전트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「냉각 효율 70 %」는 잰 값인가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70은 HM-8.4의 기준, 46.2 %가 시계열 DB의 관측값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 vs 관측값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값을 지금 근거로 써도 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관측 시각과 구간의 표본 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신선도 vs 표본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초안의 핀 오염은 확정된 원인인가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기준에 맞은 가설과 확인 항목, 상태는 요청 초안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가설 vs 확인된 원인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요청 초안 vs 작업지시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에이전트의 실행과 근거 확인에서 쓰는 용어를 정식 명칭과 한 줄 뜻으로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 ·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Large Language Model · Retrieval-Augmented Generation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응답을 만드는 대규모 언어 모델과, 검색한 자료를 답의 근거로 넣는 방식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94990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 Agent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목표를 받아 도구 결과를 보며 다음 행동을 정하고, 완료 · 멈춤 조건에서 끝내는 시스템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60012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Agent Loop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 해석 · 계획 · 도구 호출 · 결과 관찰을 되풀이하다 종료하는 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신선도 · 표본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25035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Freshness · Coverage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판단 시점에서 얼마나 묵었는지와, 구간을 채울 만큼 값이 들어왔는지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90057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Output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다음 단계가 읽도록 항목 이름과 형식을 정해 둔 결과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진행 설명만 남은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 요청 초안에 「냉각 효율을 확인했다」고 적혔는데, 처리 기록에는 그 값을 돌려준 호출이 없다.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초안의 근거를 어떻게 봐야 하나?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진행 설명에 확인했다고 남겼으니 확인된 근거로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값을 돌려준 호출을 찾지 못했으니 근거가 확인되지 않은 것으로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초안에 46.2 %라는 값이 적혀 있으니 시계열 DB를 읽은 것으로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쿨러 사건을 학습했을 수 있으니 값을 그대로 쓴다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어느 기준에도 맞지 않은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경보에서 냉각 효율 85 % · 팬 진동 정상 · 캐비닛 온도 기준 아래가 모두 방금 관측한 값으로 읽혔다.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근거의 처리로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모자란 것이니 미확인으로 두고 값이 들어오기를 기다린다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가장 흔한 원인인 핀 오염을 원인으로 적는다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지지 근거 없음으로 적고, 사람이 현장을 직접 살피게 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경보가 잘못 난 것으로 보고 점검 요청을 닫는다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승인 전의 추천안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대응 에이전트가 추천안을 제출하고 판단 번호를 받았지만, 사람은 아직 승인하지 않았다.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이때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시스템은 팬 속도 명령을 보내지 않고 승인을 기다린다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번호를 받았으니 에이전트가 작업지시를 등록한다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제출과 동시에 팬 속도 명령이 나가고 승인은 뒤에 기록된다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스스로 승인을 기록하고 명령을 잇는다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근거를 호출 기록으로 가리는지, 근거의 상태를 구분하는지, 제출과 실행의 경계를 지키는지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진행 설명과 적힌 값은 확인의 증거가 아니다. 그 값을 돌려준 호출의 입력 · 출력을 찾아야 근거가 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값을 읽었는데 어느 후보의 기준에도 맞지 않으면 지지 근거 없음이다. 등록되지 않은 원인일 수 있어 사람이 살핀다.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일은 추천안 제출까지다. 명령 · 작업지시는 사람이 승인한 뒤 시스템이 이어 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