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셋(에이전트 · 문서 · 연결)</a:t>
            </a:r>
          </a:p>
          <a:p>
            <a:r>
              <a:t>· 지금까지: 온톨로지를 직접 구축(설계 → 적재 → 조건표 → 인제스천 → 작업 확인 카드)</a:t>
            </a:r>
          </a:p>
          <a:p>
            <a:r>
              <a:t>· 이번 물음: 쌓은 지식을 일하는 AI에게 쥐여 주면 무엇을 어디까지 맡기나</a:t>
            </a:r>
          </a:p>
          <a:p>
            <a:r>
              <a:t>· 예: 쿨러 경보의 점검 요청 초안, 회의 미결 항목의 다음 협의 안건</a:t>
            </a:r>
          </a:p>
          <a:p>
            <a:r>
              <a:t>· 필요한 셋: 근거를 읽을 도구 · 같은 방법의 지침 · 바깥 자료와의 안전한 연결</a:t>
            </a:r>
          </a:p>
          <a:p>
            <a:r>
              <a:t>[다음] 이 회차에서 할 수 있게 될 네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 왼쪽부터 → 꼬리표(결과물)</a:t>
            </a:r>
          </a:p>
          <a:p>
            <a:r>
              <a:t>· 1 맡길 일: 점검 · 분석 · 회의 · 학습 · 협업을 입력과 검증으로 가름, LLM · RAG · 에이전트 차이</a:t>
            </a:r>
          </a:p>
          <a:p>
            <a:r>
              <a:t>· 2 근거: 정보원 · 신선도 · 표본, 가설 vs 확인된 원인, 초안 vs 작업지시</a:t>
            </a:r>
          </a:p>
          <a:p>
            <a:r>
              <a:t>· 3 스킬: SKILL.md에 목표 · 호출 조건 · 입출력 · 절차</a:t>
            </a:r>
          </a:p>
          <a:p>
            <a:r>
              <a:t>· 4 MCP: 바깥 도구 + 직접 만든 도구, 권한 · 실패 · 포털과 로컬</a:t>
            </a:r>
          </a:p>
          <a:p>
            <a:r>
              <a:t>· 결과물: 점검 요청 초안 → 회의 스킬 → 다음 협의 안건</a:t>
            </a:r>
          </a:p>
          <a:p>
            <a:r>
              <a:t>[다음] 순서는 목차로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여덟 줄 위에서 아래로, 오른쪽 이론 · 실습 번호</a:t>
            </a:r>
          </a:p>
          <a:p>
            <a:r>
              <a:t>· 이론 01 맡길 일과 구조 → 02 근거 → 실습 1 · 2(포털 구성, 점검 요청 초안)</a:t>
            </a:r>
          </a:p>
          <a:p>
            <a:r>
              <a:t>· 이론 03 스킬 → 실습 3(회의록 스킬)</a:t>
            </a:r>
          </a:p>
          <a:p>
            <a:r>
              <a:t>· 이론 04 · 05 MCP · 권한 · 실패 → 실습 4(다음 협의 안건)</a:t>
            </a:r>
          </a:p>
          <a:p>
            <a:r>
              <a:t>· 끝: 용어 · 복습 · 퀴즈</a:t>
            </a:r>
          </a:p>
          <a:p>
            <a:r>
              <a:t>[다음] 첫 단원, 활용 범위와 실행 구조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01 → 부제</a:t>
            </a:r>
          </a:p>
          <a:p>
            <a:r>
              <a:t>· 물음 1: 구축한 지식으로 AI에게 무엇을 맡길 수 있나</a:t>
            </a:r>
          </a:p>
          <a:p>
            <a:r>
              <a:t>· 물음 2: 그 일은 어떤 구조로 돌고 어디서 끝나며, 어디부터 사람이 결정하나</a:t>
            </a:r>
          </a:p>
          <a:p>
            <a:r>
              <a:t>· 출발: 쿨러 성능 저하 경보 한 건</a:t>
            </a:r>
          </a:p>
          <a:p>
            <a:r>
              <a:t>[다음] 경보 한 건의 점검 요청 초안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왼쪽 칸 → 가운데 값 → 오른쪽 출처, 강조한 확인 항목</a:t>
            </a:r>
          </a:p>
          <a:p>
            <a:r>
              <a:t>· 대상 · 부품 · 이유는 구축한 지식(관계 · 증거 기준 HM-8.4)이 채운다</a:t>
            </a:r>
          </a:p>
          <a:p>
            <a:r>
              <a:t>· 관측값은 시계열 DB에서 그때 읽는다: 11:13:18까지 30초 평균 냉각 효율 46.2 %</a:t>
            </a:r>
          </a:p>
          <a:p>
            <a:r>
              <a:t>· 지식만으론 지금을 모르고, 값만으론 뜻을 모른다. 둘이 만나야 확인 항목이 근거를 갖는다</a:t>
            </a:r>
          </a:p>
          <a:p>
            <a:r>
              <a:t>· 다른 후보(캐비닛 온도 · 팬 구동)도 확인 항목에 남긴다</a:t>
            </a:r>
          </a:p>
          <a:p>
            <a:r>
              <a:t>· 실제 포털 에이전트의 결과는 추천안. 점검 요청 초안은 실습 결과물</a:t>
            </a:r>
          </a:p>
          <a:p>
            <a:r>
              <a:t>[다음] 점검 요청 말고 맡길 수 있는 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줄, 오른쪽 열의 둘째 줄(판정 기준)</a:t>
            </a:r>
          </a:p>
          <a:p>
            <a:r>
              <a:t>· 점검 요청: 가설을 확정처럼 적지 않았나</a:t>
            </a:r>
          </a:p>
          <a:p>
            <a:r>
              <a:t>· 분석 · 시각화: 함께 변한 값을 원인으로 단정하지 않았나</a:t>
            </a:r>
          </a:p>
          <a:p>
            <a:r>
              <a:t>· 회의 후속: 항목마다 원문 근거, 없는 담당은 미정</a:t>
            </a:r>
          </a:p>
          <a:p>
            <a:r>
              <a:t>· 자기 자료 학습: 답 전에 정답 숨김, 근거 없으면 채점 보류</a:t>
            </a:r>
          </a:p>
          <a:p>
            <a:r>
              <a:t>· 협업: 두 AI의 동의 ≠ 사람의 승인</a:t>
            </a:r>
          </a:p>
          <a:p>
            <a:r>
              <a:t>· 이름 · 자료만 바꾼 반복이 아니다. 실습은 점검 요청 · 회의 후속 · 다음 협의 안건</a:t>
            </a:r>
          </a:p>
          <a:p>
            <a:r>
              <a:t>[다음] 실제로 에이전트는 어떻게 일했나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띠(에이전트 1분 34초) → 다섯 칸 왼쪽부터 → 칸 사이 낱말 → 마지막 사람 칸</a:t>
            </a:r>
          </a:p>
          <a:p>
            <a:r>
              <a:t>· 값: 냉각 효율 46.2 % · 팬 진동 0.575 mm/s · 캐비닛 28 ℃. 유온만으로는 원인을 못 가른다</a:t>
            </a:r>
          </a:p>
          <a:p>
            <a:r>
              <a:t>· 원인: 후보 셋 중 쿨러 핀 오염만 기준에 맞음</a:t>
            </a:r>
          </a:p>
          <a:p>
            <a:r>
              <a:t>· 견줌: 조치 넷의 규정 · 예측 유온 · 순위 → 추천안(팬 최대 운전 1순위)</a:t>
            </a:r>
          </a:p>
          <a:p>
            <a:r>
              <a:t>· 뒤의 일은 앞 결과가 있어야 한다: 답 하나가 아니라 이어진 일</a:t>
            </a:r>
          </a:p>
          <a:p>
            <a:r>
              <a:t>· 결정은 사람: 11:14:56 운전원 승인</a:t>
            </a:r>
          </a:p>
          <a:p>
            <a:r>
              <a:t>[다음] 이 일을 모델 혼자 할 수 있나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셋, 첫 줄 물음 → 꼬리표(비는 칸) → 셋째 카드 강조</a:t>
            </a:r>
          </a:p>
          <a:p>
            <a:r>
              <a:t>· 지금의 값: 유온은 시계열 DB에 있고 모델 안에 없다 → 관측값 칸이 빈다</a:t>
            </a:r>
          </a:p>
          <a:p>
            <a:r>
              <a:t>· 이 공장의 문서: 최신 승인 매뉴얼을 학습했다고 보장 못 함 → 이유 칸</a:t>
            </a:r>
          </a:p>
          <a:p>
            <a:r>
              <a:t>· 수행: 「조회하겠습니다」라고 써도 조회는 안 일어난다</a:t>
            </a:r>
          </a:p>
          <a:p>
            <a:r>
              <a:t>· 모델은 호출 요청까지, 실행은 연결된 프로그램</a:t>
            </a:r>
          </a:p>
          <a:p>
            <a:r>
              <a:t>[다음] 이 빈자리를 메우는 세 방식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같은 순서(목표 · 근거 · 하는 일), 셋째 줄 비교</a:t>
            </a:r>
          </a:p>
          <a:p>
            <a:r>
              <a:t>· LLM: 이어질 응답 한 번. 근거 = 학습 내용 + 넣어 준 글</a:t>
            </a:r>
          </a:p>
          <a:p>
            <a:r>
              <a:t>· RAG: 찾은 자료를 질문과 함께 넣는다. 재학습 아님. 그래프 · DB 조회도 가능. 답 쓰면 끝</a:t>
            </a:r>
          </a:p>
          <a:p>
            <a:r>
              <a:t>· 에이전트: 정해진 결과물, 근거 = 도구의 결과, 결과를 보고 다음 호출 · 종료를 정함</a:t>
            </a:r>
          </a:p>
          <a:p>
            <a:r>
              <a:t>· HYD 에이전트는 문서 검색 대신 그래프 질의 · DB 조회를 도구로</a:t>
            </a:r>
          </a:p>
          <a:p>
            <a:r>
              <a:t>· 대체 세대가 아니라 함께 쓰는 구성. 기준은 확인할 근거와 할 일</a:t>
            </a:r>
          </a:p>
          <a:p>
            <a:r>
              <a:t>[다음] 에이전트를 정확히 정의하면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네 줄 위에서 아래로, 마지막 줄(완료 · 멈춤)</a:t>
            </a:r>
          </a:p>
          <a:p>
            <a:r>
              <a:t>· 에이전트 = 모델 + 도구 + 실행 고리. 모델이 똑똑해진 게 아니다</a:t>
            </a:r>
          </a:p>
          <a:p>
            <a:r>
              <a:t>· 도구: 이름과 입력이 정해진 기능. 아무렇게나 쓴 글은 실행할 수 없다</a:t>
            </a:r>
          </a:p>
          <a:p>
            <a:r>
              <a:t>· 실행 고리: 해석 → 계획 → 호출 → 관찰, 결과에 따라 다음 호출 또는 종료</a:t>
            </a:r>
          </a:p>
          <a:p>
            <a:r>
              <a:t>· 완료: 정해진 결과를 내고 접수 확인. 「다 했다」는 말과 다르다</a:t>
            </a:r>
          </a:p>
          <a:p>
            <a:r>
              <a:t>· 멈춤: 근거 부족 · 호출 끝내 실패 · 권한 밖 → 채우지 않고 이유 남김</a:t>
            </a:r>
          </a:p>
          <a:p>
            <a:r>
              <a:t>[다음] 같은 모델로 다른 일을 맡기려면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열(냉각) vs 오른쪽 열(구매), 넷째 줄 강조</a:t>
            </a:r>
          </a:p>
          <a:p>
            <a:r>
              <a:t>· 목표는 마지막에 낼 것으로 끝난다: 냉각 추천안/발주 추천안 → 끝을 안다</a:t>
            </a:r>
          </a:p>
          <a:p>
            <a:r>
              <a:t>· 연결 서버: 냉각은 업무 DB 전체, 구매는 구매 쪽만 떼어 낸 서버</a:t>
            </a:r>
          </a:p>
          <a:p>
            <a:r>
              <a:t>· 스킬: 일하는 방법(셋째 단원에서 연다)</a:t>
            </a:r>
          </a:p>
          <a:p>
            <a:r>
              <a:t>· 둘 다 제출까지. 명령 · 작업지시 · 발주는 승인 뒤</a:t>
            </a:r>
          </a:p>
          <a:p>
            <a:r>
              <a:t>[다음] 도구를 부르는 실제 모습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블록 보냄 → 받음 두 줄 → 아래 블록 보냄의 원인 · 고장 유형</a:t>
            </a:r>
          </a:p>
          <a:p>
            <a:r>
              <a:t>· 모델이 적은 건 설비 · 경보 종류 · 경보 번호 셋뿐. 무엇을 어떻게 읽을지는 도구 쪽</a:t>
            </a:r>
          </a:p>
          <a:p>
            <a:r>
              <a:t>· 받음 1만 3천 자 넘는 결과, 그래프 · 시계열을 읽은 건 도구</a:t>
            </a:r>
          </a:p>
          <a:p>
            <a:r>
              <a:t>· 받은 두 식별자가 그대로 다음 입력에: 앞 결과가 다음 물음</a:t>
            </a:r>
          </a:p>
          <a:p>
            <a:r>
              <a:t>· 잇는 건 모델의 기억이 아니라 기록에 남은 값 → 되짚을 수 있다</a:t>
            </a:r>
          </a:p>
          <a:p>
            <a:r>
              <a:t>· 원인 진단 0.2초 남짓</a:t>
            </a:r>
          </a:p>
          <a:p>
            <a:r>
              <a:t>[다음] 기록 전체에 놓으면 보이는 고리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원 다섯 왼쪽부터 → 위 곡선 → 강조한 도구 호출 원</a:t>
            </a:r>
          </a:p>
          <a:p>
            <a:r>
              <a:t>· 해석: 11:13:09 스킬 배정, 14초 스킬 읽음. 결과 형식을 먼저 받는다</a:t>
            </a:r>
          </a:p>
          <a:p>
            <a:r>
              <a:t>· 계획: 스킬 절차 다섯 단계</a:t>
            </a:r>
          </a:p>
          <a:p>
            <a:r>
              <a:t>· 관찰: 평가 결과 128,466자 → 받을 크기 초과</a:t>
            </a:r>
          </a:p>
          <a:p>
            <a:r>
              <a:t>· 곡선: 11:13:40 「순위 · 규정만 간추려」, 46초 「필요한 항목만 다시」. 진행 설명일 뿐, 실제 재조회는 기록으로 확인</a:t>
            </a:r>
          </a:p>
          <a:p>
            <a:r>
              <a:t>· 종료: 11:13:53 판단 제출(접수) · 11:14:42 결과 파일</a:t>
            </a:r>
          </a:p>
          <a:p>
            <a:r>
              <a:t>[다음] 같은 지침이면 같은 길로 갈까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첫 실행 → 오른쪽 다른 경보 한 건 → 오른쪽 맨 아래 줄</a:t>
            </a:r>
          </a:p>
          <a:p>
            <a:r>
              <a:t>· 다른 실행: 쓸 도구 8개만 골라 불러옴</a:t>
            </a:r>
          </a:p>
          <a:p>
            <a:r>
              <a:t>· 평가 결과를 못 받자 생산오더 · 로트 조회, 예측 도구 세 번(팬만 · 팬과 부하 · 부하만)</a:t>
            </a:r>
          </a:p>
          <a:p>
            <a:r>
              <a:t>· 마지막 말에 열어 보지 못한 결과와 대신 쓴 근거를 남김</a:t>
            </a:r>
          </a:p>
          <a:p>
            <a:r>
              <a:t>· 예측 유온은 규정 판정을 대신하지 못한다. 새 길 ≠ 빠진 판정을 채움</a:t>
            </a:r>
          </a:p>
          <a:p>
            <a:r>
              <a:t>· 기록은 잘된 점과 빠진 점을 함께 찾는 자료</a:t>
            </a:r>
          </a:p>
          <a:p>
            <a:r>
              <a:t>[다음] 순서가 늘 같아야 하는 일은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워크플로 → 오른쪽 에이전트(강조) → 판정 칸</a:t>
            </a:r>
          </a:p>
          <a:p>
            <a:r>
              <a:t>· 워크플로: 순서를 미리 코드에 고정. 예: 같은 표를 같은 방식으로 집계, 승인 뒤 명령 → 재관측</a:t>
            </a:r>
          </a:p>
          <a:p>
            <a:r>
              <a:t>· 에이전트: 결과를 보고 다음 호출을 고름. 예: 진단 결과를 평가 입력으로, 큰 결과면 읽는 법 바꿈, 제각각인 회의록 해석</a:t>
            </a:r>
          </a:p>
          <a:p>
            <a:r>
              <a:t>· 가르는 물음: 순서가 늘 같은가, 결과를 보고 골라야 하는가</a:t>
            </a:r>
          </a:p>
          <a:p>
            <a:r>
              <a:t>· 흐름 안의 일부 자리만 에이전트에게 맡길 수도 있다</a:t>
            </a:r>
          </a:p>
          <a:p>
            <a:r>
              <a:t>[다음] 이 기준으로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15초 생각 시간</a:t>
            </a:r>
          </a:p>
          <a:p>
            <a:r>
              <a:t>· 정답 3번: 승인 뒤 명령 · 재관측은 순서가 늘 같다(매뉴얼 15분 재관측) → 시스템이 고정 순서로</a:t>
            </a:r>
          </a:p>
          <a:p>
            <a:r>
              <a:t>· 1 · 2번: 결과를 보고 다음 행동을 정함 → 에이전트</a:t>
            </a:r>
          </a:p>
          <a:p>
            <a:r>
              <a:t>· 4번: 제각각인 글의 해석 → 에이전트가 쓸모 있다</a:t>
            </a:r>
          </a:p>
          <a:p>
            <a:r>
              <a:t>[다음] 에이전트가 낸 결과는 어디로 가나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줄, 위 둘(포털) · 아래 둘(실습), 오른쪽 넘지 않는 선</a:t>
            </a:r>
          </a:p>
          <a:p>
            <a:r>
              <a:t>· 질문의 답: 읽고 끝. 답할 수 없으면 사실과 이유</a:t>
            </a:r>
          </a:p>
          <a:p>
            <a:r>
              <a:t>· 추천안: 11:13:53 제출 · 11:14:42 단계 끝 → 11:14:56 승인 → 11:14:57 명령 → 11:15:58 작업지시</a:t>
            </a:r>
          </a:p>
          <a:p>
            <a:r>
              <a:t>· 추천안 안: 1순위 팬 최대, 공동 2순위 둘, 4순위 핀 세척(작업지시로 이어짐)</a:t>
            </a:r>
          </a:p>
          <a:p>
            <a:r>
              <a:t>· 점검 요청 초안: 담당자가 점검 여부 결정. 원인 확정 · 작업지시로 쓰면 선을 넘는다</a:t>
            </a:r>
          </a:p>
          <a:p>
            <a:r>
              <a:t>· 다음 협의 안건: 미정을 결정으로 적지 않는다</a:t>
            </a:r>
          </a:p>
          <a:p>
            <a:r>
              <a:t>[다음] 맡기기 전에 정할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다섯 칸 → 가운데(점검 요청) → 오른쪽(안건)은 가리고 먼저 떠올리게</a:t>
            </a:r>
          </a:p>
          <a:p>
            <a:r>
              <a:t>· 20초 생각 시간</a:t>
            </a:r>
          </a:p>
          <a:p>
            <a:r>
              <a:t>· 맡길 일: 정리까지. 원인 확정 · 결정은 맡기지 않는다(맡기지 않을 일을 먼저)</a:t>
            </a:r>
          </a:p>
          <a:p>
            <a:r>
              <a:t>· 자료 · 도구: 점검은 그래프 · 기준 · 사례 · 센서/안건은 회의록 · 메모 · 이력 · Notion을 파일 · Git · 시간 · 내 도구로</a:t>
            </a:r>
          </a:p>
          <a:p>
            <a:r>
              <a:t>· 권한: 둘 다 읽기만, 범위 밖 폴더 금지</a:t>
            </a:r>
          </a:p>
          <a:p>
            <a:r>
              <a:t>· 검증: 다른 사례 · 다른 회의에서도 같은 기준이 지켜지나</a:t>
            </a:r>
          </a:p>
          <a:p>
            <a:r>
              <a:t>[다음] 둘째 단원, 근거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02 → 부제</a:t>
            </a:r>
          </a:p>
          <a:p>
            <a:r>
              <a:t>· 물음: 근거는 어디서 오고, 무엇으로 믿을 만한지 가리며, 모자라면 무엇을 남기나</a:t>
            </a:r>
          </a:p>
          <a:p>
            <a:r>
              <a:t>· 순서: 정보원 → 지식과 값 → 근거의 상태 · 멈춤 → 결과의 모양 · 확인 순서</a:t>
            </a:r>
          </a:p>
          <a:p>
            <a:r>
              <a:t>[다음] 추천안 한 건의 값과 출처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에이전트 → 네 귀퉁이(온톨로지 · 시계열 · 업무 DB · SOP) → 선의 스패너</a:t>
            </a:r>
          </a:p>
          <a:p>
            <a:r>
              <a:t>· 온톨로지: 원인 후보 셋 · 증거 기준 70 %</a:t>
            </a:r>
          </a:p>
          <a:p>
            <a:r>
              <a:t>· 시계열: 30초 평균 냉각 효율 46.2 %</a:t>
            </a:r>
          </a:p>
          <a:p>
            <a:r>
              <a:t>· 업무 DB: 오더 MO-0930-0412 · 납기 5.98 h</a:t>
            </a:r>
          </a:p>
          <a:p>
            <a:r>
              <a:t>· SOP: SOP-COOL-11 단계 · 근거 HM-8.5. 온톨로지와 같은 지식 그래프</a:t>
            </a:r>
          </a:p>
          <a:p>
            <a:r>
              <a:t>· 하나만 빠져도 추천안이 성립하지 않는다. 네 곳 모두 도구로 읽음</a:t>
            </a:r>
          </a:p>
          <a:p>
            <a:r>
              <a:t>[다음] 정보원마다 답하는 물음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윗줄(물음) · 아랫줄(바뀌는 때) → 오른쪽 읽는 길</a:t>
            </a:r>
          </a:p>
          <a:p>
            <a:r>
              <a:t>· 온톨로지 · SOP: 관계 · 단계, 검토 · 개정 때/시계열: 그 시각의 값, 매초/업무 DB: 상태, 업무 때마다</a:t>
            </a:r>
          </a:p>
          <a:p>
            <a:r>
              <a:t>· 엉뚱한 곳에 물으면 답이 없거나 낡은 답</a:t>
            </a:r>
          </a:p>
          <a:p>
            <a:r>
              <a:t>· 지식 쪽엔 값이 아니라 값을 읽을 자리를 적는다</a:t>
            </a:r>
          </a:p>
          <a:p>
            <a:r>
              <a:t>· 모두 도구 경유. 시계열은 읽기 전용 · 200행 · 5초</a:t>
            </a:r>
          </a:p>
          <a:p>
            <a:r>
              <a:t>[다음] 맞게 골라도 섞이는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두 문장 → 오른쪽 고친 문장</a:t>
            </a:r>
          </a:p>
          <a:p>
            <a:r>
              <a:t>· 기준을 값처럼: 「냉각 효율 70 %」 → 70은 기준, 잰 값은 46.2 %. 70을 값으로 대면 증거가 사라진다</a:t>
            </a:r>
          </a:p>
          <a:p>
            <a:r>
              <a:t>· 지난 값을 지금처럼: 55.71 ℃는 경보 순간(11:13:08), 승인 순간 61.8 ℃</a:t>
            </a:r>
          </a:p>
          <a:p>
            <a:r>
              <a:t>· 고치기: 값마다 관측 시각, 기준마다 출처. 판단 시점이 바뀌면 다시 읽기</a:t>
            </a:r>
          </a:p>
          <a:p>
            <a:r>
              <a:t>· 그럴듯해서 사람이 못 잡는다 → 에이전트가 처음부터 하지 않게</a:t>
            </a:r>
          </a:p>
          <a:p>
            <a:r>
              <a:t>[다음] 그걸 막는 작업 규칙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→ 둘째 줄(어디서) → 꼬리표(맡은 서버), 셋째 카드 강조</a:t>
            </a:r>
          </a:p>
          <a:p>
            <a:r>
              <a:t>· 원문: 추측 대신 도구로 확인</a:t>
            </a:r>
          </a:p>
          <a:p>
            <a:r>
              <a:t>· 지식 → 지식 그래프. 일반론으로 공장 기준을 대신하지 않는다</a:t>
            </a:r>
          </a:p>
          <a:p>
            <a:r>
              <a:t>· 값 → 시계열 · 업무 DB에서 그때 읽고, 원천 · 읽은 방법이 붙는다</a:t>
            </a:r>
          </a:p>
          <a:p>
            <a:r>
              <a:t>· 규칙 판정 → 판단 도구의 계산. 같은 판본 · 입력이면 같은 판정</a:t>
            </a:r>
          </a:p>
          <a:p>
            <a:r>
              <a:t>· 글로 준 규칙은 강제가 아니다: 권한 제한 · 상태 검사 · 결과 검토가 함께</a:t>
            </a:r>
          </a:p>
          <a:p>
            <a:r>
              <a:t>[다음] 값의 상태를 검사하는 장치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표를 위에서 아래로(판정 순서), 오른쪽 처리, 강조한 표본</a:t>
            </a:r>
          </a:p>
          <a:p>
            <a:r>
              <a:t>· 기준: 최근 30초 냉각 효율 평균 &lt; 70 %(HM-8.4). 증거에 적힌 방법 그대로</a:t>
            </a:r>
          </a:p>
          <a:p>
            <a:r>
              <a:t>· 관측값 46.2 %, 비면 미확인</a:t>
            </a:r>
          </a:p>
          <a:p>
            <a:r>
              <a:t>· 신선도: 최신 유온 0.6초 전, 허용 60초(시스템 설정). 조회 시각이 아니라 관측 시각</a:t>
            </a:r>
          </a:p>
          <a:p>
            <a:r>
              <a:t>· 표본: 30초에 30개, 공백이 한도 안. 길면 판정 안 함</a:t>
            </a:r>
          </a:p>
          <a:p>
            <a:r>
              <a:t>· 신선도 = 끝이 묵었나, 표본 = 중간이 비었나</a:t>
            </a:r>
          </a:p>
          <a:p>
            <a:r>
              <a:t>[다음] 판정 결과를 적는 세 상태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셋, 셋째 줄 → 꼬리표(이어서 할 일), 가운데 강조</a:t>
            </a:r>
          </a:p>
          <a:p>
            <a:r>
              <a:t>· 지지: 값을 읽었고 기준에 맞음. 이 모델의 후보 안에서의 판정</a:t>
            </a:r>
          </a:p>
          <a:p>
            <a:r>
              <a:t>· 미확인: 실패 · 빈 값 · 묵은 값. 맞다고도 틀리다고도 안 함 → 값이 오면 재평가</a:t>
            </a:r>
          </a:p>
          <a:p>
            <a:r>
              <a:t>· 지지 근거 없음: 값은 읽었는데 어느 기준에도 안 맞음 → 등록 안 된 원인일 수 있어 사람이 현장을 살핌</a:t>
            </a:r>
          </a:p>
          <a:p>
            <a:r>
              <a:t>· 둘을 같은 「모름」으로 적으면 기다릴 일과 나가 볼 일이 섞인다</a:t>
            </a:r>
          </a:p>
          <a:p>
            <a:r>
              <a:t>[다음] 점검 요청에 적용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값 → 가운데 적을 것 · 오른쪽 상태(둘 다 가리고 먼저 판단)</a:t>
            </a:r>
          </a:p>
          <a:p>
            <a:r>
              <a:t>· 20초 생각 시간. 값은 수업용 사례(실습 2와 같음)</a:t>
            </a:r>
          </a:p>
          <a:p>
            <a:r>
              <a:t>· 62.4 % · 캐비닛 36.8 ℃: 핀 오염 · 주변 온도 둘 다 지지 → 둘의 확인 항목을 함께</a:t>
            </a:r>
          </a:p>
          <a:p>
            <a:r>
              <a:t>· 51.0 % · 캐비닛 수집 멈춤: 주변 온도 미확인 → 캐비닛 확인을 항목에, 없음을 정상으로 적지 않음</a:t>
            </a:r>
          </a:p>
          <a:p>
            <a:r>
              <a:t>· 66.1 % · 구간 중 끊김: 표본 공백 → 판정 안 하고 다시 읽기 요청</a:t>
            </a:r>
          </a:p>
          <a:p>
            <a:r>
              <a:t>· 최신 유온 185초 전: 신선도 실패 → 원인 판단 보류 · 이유</a:t>
            </a:r>
          </a:p>
          <a:p>
            <a:r>
              <a:t>[다음] 멈출 때의 모양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넷, 윗줄(에이전트가 하는 일) · 아랫줄(넘기는 것), 넷째 강조</a:t>
            </a:r>
          </a:p>
          <a:p>
            <a:r>
              <a:t>· 근거 부족: 원인을 적지 않고 보류 객체 → 사람이 재평가 요청 또는 닫음</a:t>
            </a:r>
          </a:p>
          <a:p>
            <a:r>
              <a:t>· 왜: 겉모양이 같은 추천안을 승인자가 믿는다. 원인이 다르면 조치도 다르다</a:t>
            </a:r>
          </a:p>
          <a:p>
            <a:r>
              <a:t>· 호출 실패: 0이나 빈 값으로 바꾸지 않음</a:t>
            </a:r>
          </a:p>
          <a:p>
            <a:r>
              <a:t>· 권한 제한: 허용 목록 밖은 질문으로. 답해도 권한은 그대로</a:t>
            </a:r>
          </a:p>
          <a:p>
            <a:r>
              <a:t>· 한도: 조회문 고침 2번(작업 규칙의 지시), 형식 교정 2번, 실행 30분 → 넘으면 사람이 닫음</a:t>
            </a:r>
          </a:p>
          <a:p>
            <a:r>
              <a:t>[다음] 결과와 보류의 모양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결과 파일 → 아래 보류 객체 → 오른쪽 설명 넷</a:t>
            </a:r>
          </a:p>
          <a:p>
            <a:r>
              <a:t>· 결과 파일은 같은 종류의 다른 경보 한 건의 것(판단 번호 다름)</a:t>
            </a:r>
          </a:p>
          <a:p>
            <a:r>
              <a:t>· 출력 계약 다섯 항목: 원인 · 고장 유형 · 진단 안내 · 결정 · 판단 번호. 형식 어긋나면 거절 → 두 번까지 교정</a:t>
            </a:r>
          </a:p>
          <a:p>
            <a:r>
              <a:t>· 형식 검사 ≠ 내용 검사</a:t>
            </a:r>
          </a:p>
          <a:p>
            <a:r>
              <a:t>· 식별자 인용: 노드와 출처 절로 거슬러 갈 주소</a:t>
            </a:r>
          </a:p>
          <a:p>
            <a:r>
              <a:t>· 보류: 상태 · 이유 · 모은 증거만. 결과 항목과 섞으면 거절</a:t>
            </a:r>
          </a:p>
          <a:p>
            <a:r>
              <a:t>[다음] 적은 근거를 믿어도 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왼쪽(기록에 있는 근거) → 오른쪽(기록에 없는 근거, 강조) → 마지막 줄 대조 범위</a:t>
            </a:r>
          </a:p>
          <a:p>
            <a:r>
              <a:t>· 실제 질문: 완제품 재고 최소 설비 → 2호기 100개. 표 확인 → 조회 두 번</a:t>
            </a:r>
          </a:p>
          <a:p>
            <a:r>
              <a:t>· 적은 조회문 = 실제 실행 → 「근거 N개 확인」</a:t>
            </a:r>
          </a:p>
          <a:p>
            <a:r>
              <a:t>· 기록에 없으면 답으로 안 보이고 「답할 수 없음」 + 「근거 확인 안 됨」으로 접힘</a:t>
            </a:r>
          </a:p>
          <a:p>
            <a:r>
              <a:t>· 서버 대조 범위는 호출 여부까지. 옮긴 값 · 기간이 맞는지는 사람이</a:t>
            </a:r>
          </a:p>
          <a:p>
            <a:r>
              <a:t>[다음] 사람이 거슬러 확인하는 순서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칸 왼쪽부터, 셋째 칸 강조</a:t>
            </a:r>
          </a:p>
          <a:p>
            <a:r>
              <a:t>· 주장: 「46.2 %로 핀 오염 지지」</a:t>
            </a:r>
          </a:p>
          <a:p>
            <a:r>
              <a:t>· 그 값을 준 호출: 11:13:18 원인 진단의 받음. 출력과 문장이 같은 뜻인가(단위 · 섞인 값)</a:t>
            </a:r>
          </a:p>
          <a:p>
            <a:r>
              <a:t>· 호출의 입력: 설비 · 경보 번호가 이 경보와 같은가</a:t>
            </a:r>
          </a:p>
          <a:p>
            <a:r>
              <a:t>· 관측 시각 · 원천: 어느 구간, 묵은 값은 아닌가. 조회 시각 ≠ 관측 시각</a:t>
            </a:r>
          </a:p>
          <a:p>
            <a:r>
              <a:t>· 진행 설명은 의도를 읽는 보조 자료일 뿐</a:t>
            </a:r>
          </a:p>
          <a:p>
            <a:r>
              <a:t>[다음] 두 초안의 비교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단정한 초안 → 오른쪽 근거 있는 초안(강조) → 꼬리표</a:t>
            </a:r>
          </a:p>
          <a:p>
            <a:r>
              <a:t>· 단정: 원인 확정, 근거는 유온 상승뿐, 핀 세척 작업지시를 냈다고 적음</a:t>
            </a:r>
          </a:p>
          <a:p>
            <a:r>
              <a:t>· 유온 상승은 주변 온도 · 팬 구동에서도 → 함께 변한 값으로 원인을 정하지 않는다</a:t>
            </a:r>
          </a:p>
          <a:p>
            <a:r>
              <a:t>· 핀 세척은 설비를 세우는 근본 조치, 설비보전팀장 승인 뒤 작업지시 → 권한을 넘음</a:t>
            </a:r>
          </a:p>
          <a:p>
            <a:r>
              <a:t>· 근거 있는 초안: 대상 · 부품 · 관측 시각 · 기준에 맞는 이유(다른 두 후보 배제) · 확인 항목 · 상태(작업지시 아님)</a:t>
            </a:r>
          </a:p>
          <a:p>
            <a:r>
              <a:t>[다음] 실습 두 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1 간지 제목 → 부제</a:t>
            </a:r>
          </a:p>
          <a:p>
            <a:r>
              <a:t>· 목적: 포털에서 에이전트를 직접 구성하고 답의 근거를 실제 호출로 확인</a:t>
            </a:r>
          </a:p>
          <a:p>
            <a:r>
              <a:t>· 앞 이론과의 연결: 에이전트를 정하는 항목(목표 · 서버 · 지침), 근거의 대조와 거슬러 확인</a:t>
            </a:r>
          </a:p>
          <a:p>
            <a:r>
              <a:t>· 포털의 제공 에이전트에서 출발한다</a:t>
            </a:r>
          </a:p>
          <a:p>
            <a:r>
              <a:t>[다음] 실습 1의 목표와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왼쪽부터, 넷째 카드(성공 기준)</a:t>
            </a:r>
          </a:p>
          <a:p>
            <a:r>
              <a:t>· 입력: 제공 에이전트의 목표 · 지침 · 조회 도구를 읽는다. 제공 에이전트는 고치지 않는다</a:t>
            </a:r>
          </a:p>
          <a:p>
            <a:r>
              <a:t>· 할 일: 지정 모델 · 준비된 조회 서버 안에서 원인 근거와 추가 확인을 정리하도록 목표 · 지침 작성</a:t>
            </a:r>
          </a:p>
          <a:p>
            <a:r>
              <a:t>· 같은 대상에 질문 → 호출 입력 · 결과 · 관측 시각을 답과 대조. 확인 표시만 보고 끝내지 않기</a:t>
            </a:r>
          </a:p>
          <a:p>
            <a:r>
              <a:t>· 성공 기준: 답의 길이가 아니라 근거 확인 · 모르는 항목 구분</a:t>
            </a:r>
          </a:p>
          <a:p>
            <a:r>
              <a:t>· 결과물: 에이전트 설정과 확인 기록 저장</a:t>
            </a:r>
          </a:p>
          <a:p>
            <a:r>
              <a:t>[다음] 실습 2, 독립 에이전트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2 간지 제목 → 부제</a:t>
            </a:r>
          </a:p>
          <a:p>
            <a:r>
              <a:t>· 목적: 포털에서 본 조회 · 판단을 VS Code에서 독립 에이전트로 직접 구현</a:t>
            </a:r>
          </a:p>
          <a:p>
            <a:r>
              <a:t>· 앞 이론과의 연결: 근거 있는 점검 요청 초안의 칸, 신선도 · 표본 · 세 상태</a:t>
            </a:r>
          </a:p>
          <a:p>
            <a:r>
              <a:t>· 원인 분석이 점검 요청 초안이 되는 실습</a:t>
            </a:r>
          </a:p>
          <a:p>
            <a:r>
              <a:t>[다음] 실습 2의 입력 · 결과 ·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왼쪽부터, 넷째 카드(다른 대상과 검증)</a:t>
            </a:r>
          </a:p>
          <a:p>
            <a:r>
              <a:t>· 입력: 설비 그래프와 경보 사례를 읽는 도구를 잇고 호출 기록(도구 · 입력 · 결과)을 본다</a:t>
            </a:r>
          </a:p>
          <a:p>
            <a:r>
              <a:t>· 결과물: 대상 설비 · 부품 · 관측 시각 · 확인 항목 · 이유가 있는 점검 요청 초안</a:t>
            </a:r>
          </a:p>
          <a:p>
            <a:r>
              <a:t>· 대조: 오래된 값 · 표본 부족 · 두 원인 동시 · 문서 기준과 다른 곳</a:t>
            </a:r>
          </a:p>
          <a:p>
            <a:r>
              <a:t>· 성공 기준: 다른 설비 사례에도 적용, 가설을 확정 원인으로 · 초안을 작업지시로 적지 않음</a:t>
            </a:r>
          </a:p>
          <a:p>
            <a:r>
              <a:t>· 주의: 원인 후보와 확정 원인을 섞지 않는다</a:t>
            </a:r>
          </a:p>
          <a:p>
            <a:r>
              <a:t>[다음] 실습을 마치고 셋째 단원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03 → 부제</a:t>
            </a:r>
          </a:p>
          <a:p>
            <a:r>
              <a:t>· 실습에서 에이전트가 가장 먼저 읽은 파일이 이번 주제</a:t>
            </a:r>
          </a:p>
          <a:p>
            <a:r>
              <a:t>· 물음: 같은 종류의 일을 같은 기준으로 하게 하려면 무엇을 어디에 적나</a:t>
            </a:r>
          </a:p>
          <a:p>
            <a:r>
              <a:t>· 그 지침을 다른 업무에 다시 쓰려면 무엇을 지키나. 예: 회의 후속 업무</a:t>
            </a:r>
          </a:p>
          <a:p>
            <a:r>
              <a:t>[다음] 회의록을 매번 새로 부탁하면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줄, 왼쪽 정할 것 → 가운데 안 정하면 → 오른쪽 회의 기록 예</a:t>
            </a:r>
          </a:p>
          <a:p>
            <a:r>
              <a:t>· 결정: 필터 망은 1호기 한 달 시험 설치까지만 결정, 효과는 모름</a:t>
            </a:r>
          </a:p>
          <a:p>
            <a:r>
              <a:t>· 담당 · 기한 없음: 점검표 변경을 누가 알릴지 정하지 않음 → 지어내지 않는다</a:t>
            </a:r>
          </a:p>
          <a:p>
            <a:r>
              <a:t>· 전달 ≠ 완료: 예비품 두 건은 구매팀 전달이지 발주가 아님</a:t>
            </a:r>
          </a:p>
          <a:p>
            <a:r>
              <a:t>· 결과 모양 · 근거: 항목 이름이 실행마다 달라지면 다음 단계가 못 읽는다</a:t>
            </a:r>
          </a:p>
          <a:p>
            <a:r>
              <a:t>· 같은 일을 매번 새 부탁으로 맡기면 기준이 실행마다 달라진다</a:t>
            </a:r>
          </a:p>
          <a:p>
            <a:r>
              <a:t>[다음] 기준을 적어 두는 파일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네 줄, 첫 줄 강조</a:t>
            </a:r>
          </a:p>
          <a:p>
            <a:r>
              <a:t>· 사람의 작업은 SOP로 풀었다 → 에이전트에게도 같은 방법</a:t>
            </a:r>
          </a:p>
          <a:p>
            <a:r>
              <a:t>· 에이전트 스킬: 반복되는 일의 수행 방법을 이름 붙여 묶은 지침. 이름이 있어야 다시 꺼낸다</a:t>
            </a:r>
          </a:p>
          <a:p>
            <a:r>
              <a:t>· SKILL.md: 머리말(name · description) + 본문(요약 · 절차 · 결과), 참고 문서 · 스크립트 함께 가능</a:t>
            </a:r>
          </a:p>
          <a:p>
            <a:r>
              <a:t>· 자리: 스킬 폴더 하나에 SKILL.md 하나, 폴더 이름 = 스킬 이름. HYD는 DB 보관본을 실행 준비 때 작업 폴더에 씀</a:t>
            </a:r>
          </a:p>
          <a:p>
            <a:r>
              <a:t>· 표준은 설명을 보고 골라 읽음, HYD는 배정이 먼저. 설명만으로 자동 사용되지 않는다</a:t>
            </a:r>
          </a:p>
          <a:p>
            <a:r>
              <a:t>[다음] 실제 원문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원문 위(머리말) → 요약 → 절차 1 · 2단계 → 결과 절, 오른쪽 설명 넷</a:t>
            </a:r>
          </a:p>
          <a:p>
            <a:r>
              <a:t>· description = 호출 조건. 무엇이 오면 쓰고 무엇을 내는지 한 줄. 원문의 카드 = 추천안</a:t>
            </a:r>
          </a:p>
          <a:p>
            <a:r>
              <a:t>· 요약 = 목표와 범위. 「승인 전에는 조회 · 계산만」: 하지 않을 일도 적는다</a:t>
            </a:r>
          </a:p>
          <a:p>
            <a:r>
              <a:t>· 1단계 = 입력, 2단계 끝 = 예외 지침(근거 없으면 지어내지 말고 보류)</a:t>
            </a:r>
          </a:p>
          <a:p>
            <a:r>
              <a:t>· 3단계 「필요하면 · 조회만」: 꼭 할지와 범위를 낱말로</a:t>
            </a:r>
          </a:p>
          <a:p>
            <a:r>
              <a:t>· 결과 절 = 출력 항목의 이름. 여섯 자리는 제목 칸이 아니라 답해야 할 물음</a:t>
            </a:r>
          </a:p>
          <a:p>
            <a:r>
              <a:t>[다음] 프롬프트로 쓰면 안 될까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프롬프트 → 오른쪽 스킬(강조) → 꼬리표</a:t>
            </a:r>
          </a:p>
          <a:p>
            <a:r>
              <a:t>· 프롬프트: 이번 입력 · 목적 · 추가 조건(예: 10월 정기 회의록 정리)</a:t>
            </a:r>
          </a:p>
          <a:p>
            <a:r>
              <a:t>· 기준을 매번 복사하면 고친 판과 옛 판이 섞이고 예외가 빠진다. 템플릿 재사용은 가능</a:t>
            </a:r>
          </a:p>
          <a:p>
            <a:r>
              <a:t>· 스킬: 「미정」 「전달 ≠ 완료」 같은 되풀이 기준을 이름 · 설명 붙여 보관, 에이전트 · 단계에 붙임</a:t>
            </a:r>
          </a:p>
          <a:p>
            <a:r>
              <a:t>· 고치면 그 뒤 준비되는 실행이 새 판. 진행 중 실행은 즉시 안 바뀜 → 어떤 판이 쓰였는지 남긴다</a:t>
            </a:r>
          </a:p>
          <a:p>
            <a:r>
              <a:t>[다음] 여섯 자리로 회의 스킬 설계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자리 → 가운데 회의 스킬(가리고 먼저) → 오른쪽 냉각 스킬, 출력 줄 강조</a:t>
            </a:r>
          </a:p>
          <a:p>
            <a:r>
              <a:t>· 15초 생각 시간</a:t>
            </a:r>
          </a:p>
          <a:p>
            <a:r>
              <a:t>· 호출 조건: 회의록 한 건/목표: 결정 · 제안 · 조건부 · 담당 미정 목록/입력: 원문 + 앞 회의 결정</a:t>
            </a:r>
          </a:p>
          <a:p>
            <a:r>
              <a:t>· 예외: 담당 · 기한 없으면 미정, 전달과 완료는 다른 상태</a:t>
            </a:r>
          </a:p>
          <a:p>
            <a:r>
              <a:t>· 출력: 항목마다 원문 근거 + 다음 협의 질문</a:t>
            </a:r>
          </a:p>
          <a:p>
            <a:r>
              <a:t>· 쓸 때 지킬 넷: 설명 한 줄, 도구 실제 이름, 막혔을 때의 행동, 결과 항목 이름 고정</a:t>
            </a:r>
          </a:p>
          <a:p>
            <a:r>
              <a:t>[다음] 이름이 헷갈리는 두 절차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SOP와 조치 방법 → 오른쪽 에이전트 스킬(강조) → 맨 아래 줄</a:t>
            </a:r>
          </a:p>
          <a:p>
            <a:r>
              <a:t>· SOP: 현장 작업자가 읽는 순서 · 안전 · 금지 · 승인 역할. 그래프의 조치 방법(Skill 노드)으로 옮겨짐</a:t>
            </a:r>
          </a:p>
          <a:p>
            <a:r>
              <a:t>· 에이전트 스킬: 에이전트가 읽는 도구 순서 · 예외 · 결과 모양</a:t>
            </a:r>
          </a:p>
          <a:p>
            <a:r>
              <a:t>· 쿨러 사건: 승인 전은 스킬, 승인 뒤 팬 100 %는 SOP. 승인이 경계</a:t>
            </a:r>
          </a:p>
          <a:p>
            <a:r>
              <a:t>· 이 구분은 HYD의 역할 배분. 스킬에 적었다고 실행 권한이 생기지 않는다</a:t>
            </a:r>
          </a:p>
          <a:p>
            <a:r>
              <a:t>· 부르는 이름: 그래프 쪽 = 조치 방법, 지침 파일 = 에이전트 스킬</a:t>
            </a:r>
          </a:p>
          <a:p>
            <a:r>
              <a:t>[다음] 스킬에 없는 정보는 어디서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받는 자리 → 가운데 윗줄(냉각) · 아랫줄(회의) → 오른쪽 바뀌는 때, 첫 줄 강조</a:t>
            </a:r>
          </a:p>
          <a:p>
            <a:r>
              <a:t>· 스킬에는 방법만: 냉각 스킬엔 HYD-01 · 핀 오염 · 팬 최대 운전이 없다</a:t>
            </a:r>
          </a:p>
          <a:p>
            <a:r>
              <a:t>· 입력: 설비 · 경보 번호/이번 회의록 원문</a:t>
            </a:r>
          </a:p>
          <a:p>
            <a:r>
              <a:t>· 지식 · 기록: 지식 그래프/앞 회의 결정 · 점검 메모를 파일 · Notion에서</a:t>
            </a:r>
          </a:p>
          <a:p>
            <a:r>
              <a:t>· 지금 값 · 시각: 시계열 · 업무 DB/시간 · Git 서버 → 다음 단원의 MCP</a:t>
            </a:r>
          </a:p>
          <a:p>
            <a:r>
              <a:t>· 재사용의 조건: 사건마다 바뀌는 것은 스킬에 적지 않는다(묵은 값 · 지난 회의 담당이 따라온다)</a:t>
            </a:r>
          </a:p>
          <a:p>
            <a:r>
              <a:t>[다음] 재사용의 실제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두 줄(같은 스킬) → 아래 두 줄(같은 틀)</a:t>
            </a:r>
          </a:p>
          <a:p>
            <a:r>
              <a:t>· 한 스킬이 번호 다른 쿨러 경보 두 건 → 판단 번호 둘. 바뀐 건 입력뿐</a:t>
            </a:r>
          </a:p>
          <a:p>
            <a:r>
              <a:t>· 두 실행이 글자까지 같진 않았다(예측 추가). 스킬 = 뼈대와 결과 형식, 준수는 기록으로 확인</a:t>
            </a:r>
          </a:p>
          <a:p>
            <a:r>
              <a:t>· 정비 · 구매 스킬: 같은 틀, 다른 절차 · 다른 서버</a:t>
            </a:r>
          </a:p>
          <a:p>
            <a:r>
              <a:t>· 잘못도 모든 실행에 따라간다 → 기록과 대조해 고쳐 가는 자산</a:t>
            </a:r>
          </a:p>
          <a:p>
            <a:r>
              <a:t>· 새 업무: 절차 적기 + 에이전트에 붙이기 + 도구 연결</a:t>
            </a:r>
          </a:p>
          <a:p>
            <a:r>
              <a:t>[다음]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15초 생각 시간</a:t>
            </a:r>
          </a:p>
          <a:p>
            <a:r>
              <a:t>· 정답 3번: 특정 회의의 사실이 스킬에 들어감 + 회의록에 없는 담당을 정함(구매 담당 불참, 전달하기로만)</a:t>
            </a:r>
          </a:p>
          <a:p>
            <a:r>
              <a:t>· 1 · 2 · 4번: 어느 회의록에나 쓰는 기준 → 스킬에 들어갈 지시</a:t>
            </a:r>
          </a:p>
          <a:p>
            <a:r>
              <a:t>· 사건마다 바뀌는 건 입력에서 받는다</a:t>
            </a:r>
          </a:p>
          <a:p>
            <a:r>
              <a:t>[다음] 회의 결과를 다음 협의 안건으로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항목 → 가운데 안건 → 오른쪽 상태, 넷째 줄 강조</a:t>
            </a:r>
          </a:p>
          <a:p>
            <a:r>
              <a:t>· 경보 기준 2도 상향: 결론 없음 → 결정할 질문 + 남은 확인(경보 이력 · 인터록 간격)</a:t>
            </a:r>
          </a:p>
          <a:p>
            <a:r>
              <a:t>· 예비품: 구매팀 전달은 확인된 사실, 견적 진행 중, 발주 · 납기 담당은 남은 확인</a:t>
            </a:r>
          </a:p>
          <a:p>
            <a:r>
              <a:t>· 2 · 3호기 핀 점검: 설비별로(2호기 끝, 3호기 예정). 한 줄 「완료」면 3호기가 빠진다</a:t>
            </a:r>
          </a:p>
          <a:p>
            <a:r>
              <a:t>· 점검표 공지: 누가 알릴지가 결정할 질문</a:t>
            </a:r>
          </a:p>
          <a:p>
            <a:r>
              <a:t>· 안건 = 결정할 질문 · 확인된 사실 · 남은 확인. 채울 기록은 회의록 밖 → MCP</a:t>
            </a:r>
          </a:p>
          <a:p>
            <a:r>
              <a:t>[다음] 실습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3 간지 제목 → 부제</a:t>
            </a:r>
          </a:p>
          <a:p>
            <a:r>
              <a:t>· 목적: 회의록 두 건에서 결정과 미결을 가르는 스킬을 직접 쓴다</a:t>
            </a:r>
          </a:p>
          <a:p>
            <a:r>
              <a:t>· 앞 이론과의 연결: SKILL.md 여섯 자리, 재사용의 조건, 다음 협의 안건의 세 갈래</a:t>
            </a:r>
          </a:p>
          <a:p>
            <a:r>
              <a:t>[다음] 실습 3의 입력 · 결과 ·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왼쪽부터, 넷째 카드(성공 기준)</a:t>
            </a:r>
          </a:p>
          <a:p>
            <a:r>
              <a:t>· 입력: 제공 회의록 두 건. 결정 · 제안 · 조건부 작업 · 담당 미정을 가름</a:t>
            </a:r>
          </a:p>
          <a:p>
            <a:r>
              <a:t>· 스킬 작성: 앞 결정과 후속 확인 연결, 전달 vs 발주 완료, 설비별 점검 상태</a:t>
            </a:r>
          </a:p>
          <a:p>
            <a:r>
              <a:t>· 지침 보완: 미결 항목마다 다음 협의 질문과 원문 근거</a:t>
            </a:r>
          </a:p>
          <a:p>
            <a:r>
              <a:t>· 결과물: SKILL.md와 후속 목록</a:t>
            </a:r>
          </a:p>
          <a:p>
            <a:r>
              <a:t>· 성공 기준: 두 원문에 다시 적용, 특정 이름 · 날짜에만 맞춘 결과가 아닌가</a:t>
            </a:r>
          </a:p>
          <a:p>
            <a:r>
              <a:t>[다음] 실습을 마치고 넷째 단원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04 → 부제</a:t>
            </a:r>
          </a:p>
          <a:p>
            <a:r>
              <a:t>· 안건을 만들려면 회의록 밖의 메모 · 이력 · Notion 기록을 읽어야 한다</a:t>
            </a:r>
          </a:p>
          <a:p>
            <a:r>
              <a:t>· 물음: 스킬에 이름만 적힌 도구는 어디 있고, 어떤 약속으로 찾고 부르나</a:t>
            </a:r>
          </a:p>
          <a:p>
            <a:r>
              <a:t>· 그 약속은 포털과 내 PC에서 어떻게 설정되나</a:t>
            </a:r>
          </a:p>
          <a:p>
            <a:r>
              <a:t>[다음] 스킬이 적은 것과 실행한 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왼쪽(스킬이 적은 것) → 가운데(실행한 쪽) → 오른쪽(연결이 없으면), 넷째 줄 강조</a:t>
            </a:r>
          </a:p>
          <a:p>
            <a:r>
              <a:t>· 원인 진단 · 판단 제출: 판단 엔진 서버가 실행. 없으면 원인 · 판단 번호를 못 받는다</a:t>
            </a:r>
          </a:p>
          <a:p>
            <a:r>
              <a:t>· 업무 DB 조회: 업무 DB 서버. 없으면 「받지 못함」</a:t>
            </a:r>
          </a:p>
          <a:p>
            <a:r>
              <a:t>· 스킬 자체는 순서 · 예외 · 결과 모양뿐. 스킬이 없으면 순서를 매번 새로 정한다</a:t>
            </a:r>
          </a:p>
          <a:p>
            <a:r>
              <a:t>· 방법은 지침, 접속은 연결 설정 → 고칠 자리를 가린다</a:t>
            </a:r>
          </a:p>
          <a:p>
            <a:r>
              <a:t>[다음] 연결을 잇는 공통 규약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셋째 줄(3 × 3 vs 3 + 3) 먼저 → 첫 줄 MCP → 둘째 줄 → 넷째 줄</a:t>
            </a:r>
          </a:p>
          <a:p>
            <a:r>
              <a:t>· 조합마다 따로 = 9, 공통 규약 = 각자 한 번씩 6. 연결선 수가 아니라 구현할 쪽의 수</a:t>
            </a:r>
          </a:p>
          <a:p>
            <a:r>
              <a:t>· MCP: AI 애플리케이션이 바깥 도구 · 데이터에 연결하는 방식을 정한 개방형 프로토콜</a:t>
            </a:r>
          </a:p>
          <a:p>
            <a:r>
              <a:t>· 예: 지식 그래프 서버는 바깥 공개 서버, 판단 엔진 · 업무 DB 서버는 HYD 제작 → 같은 방식으로 연결</a:t>
            </a:r>
          </a:p>
          <a:p>
            <a:r>
              <a:t>· JSON-RPC 2.0: 요청(이름 · 값)과 응답(결과 · 오류)의 형식</a:t>
            </a:r>
          </a:p>
          <a:p>
            <a:r>
              <a:t>· 규약이 정하지 않는 것: 결과 항목 이름 · 써도 되는지 · 값이 맞는지</a:t>
            </a:r>
          </a:p>
          <a:p>
            <a:r>
              <a:t>[다음] 네 구성요소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줄, 가운데 윗줄(포털) · 아랫줄(로컬) → 오른쪽 하는 일, 넷째 줄 강조</a:t>
            </a:r>
          </a:p>
          <a:p>
            <a:r>
              <a:t>· 호스트: 모델을 가진 애플리케이션. 포털 = 에이전트 프로그램, 로컬 = VS Code의 AI 도우미</a:t>
            </a:r>
          </a:p>
          <a:p>
            <a:r>
              <a:t>· 클라이언트: 서버 하나와 일대일. 설정 파일에 적은 서버마다 하나</a:t>
            </a:r>
          </a:p>
          <a:p>
            <a:r>
              <a:t>· 서버: 포털 다섯(그래프 · 판단 엔진 · 업무 DB 전체 · 정비 · 구매), 로컬은 파일 · Git · 시간 · 내 조회 서버 · Notion</a:t>
            </a:r>
          </a:p>
          <a:p>
            <a:r>
              <a:t>· 도구: 이름 · 설명 · 입력 스키마</a:t>
            </a:r>
          </a:p>
          <a:p>
            <a:r>
              <a:t>· 모델 = 무엇을 부를지 고름, 호스트 = 실제 연결 관리</a:t>
            </a:r>
          </a:p>
          <a:p>
            <a:r>
              <a:t>[다음] 호출 한 번이 지나는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다섯 칸 왼쪽부터 → 칸 사이 낱말 → 강조한 호스트 칸</a:t>
            </a:r>
          </a:p>
          <a:p>
            <a:r>
              <a:t>· 모델: 원인 진단을 HYD-01 · 이 경보 번호로 부르겠다는 요청까지</a:t>
            </a:r>
          </a:p>
          <a:p>
            <a:r>
              <a:t>· 호스트: 허용된 도구인가를 가른다</a:t>
            </a:r>
          </a:p>
          <a:p>
            <a:r>
              <a:t>· 클라이언트: tools/call로 판단 엔진 서버에 보냄</a:t>
            </a:r>
          </a:p>
          <a:p>
            <a:r>
              <a:t>· 서버: 실행 → 시스템(증거 기준 · 30초 평균)을 읽어 응답 → 같은 길로 되돌아감</a:t>
            </a:r>
          </a:p>
          <a:p>
            <a:r>
              <a:t>· DB에 직접 붙지 않는다는 뜻. 호스트 자리에 허용 목록이 놓인다</a:t>
            </a:r>
          </a:p>
          <a:p>
            <a:r>
              <a:t>[다음] 도구를 어떻게 알고 부르나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첫 설명(순서) → 왼쪽 위 도구 정의 → 아래 호출 한 건 → 나머지 설명</a:t>
            </a:r>
          </a:p>
          <a:p>
            <a:r>
              <a:t>· 초기화 → tools/list(목록) → tools/call(호출)</a:t>
            </a:r>
          </a:p>
          <a:p>
            <a:r>
              <a:t>· 도구 정의: 이름 · 설명 · 입력 스키마(부품 번호 한 칸) · 읽기 표시. 모델은 설명 · 스키마로 고른다</a:t>
            </a:r>
          </a:p>
          <a:p>
            <a:r>
              <a:t>· 설명이 모호하면 엉뚱한 도구를 고르거나 지나친다</a:t>
            </a:r>
          </a:p>
          <a:p>
            <a:r>
              <a:t>· 호출 결과: 처리 상태 · 읽은 시각 · 값. HYD 항목이며 MCP 오류 표시와 따로 읽는다</a:t>
            </a:r>
          </a:p>
          <a:p>
            <a:r>
              <a:t>· 형식 통과 ≠ 대상이 맞음. 목록에 보임 ≠ 허용됨</a:t>
            </a:r>
          </a:p>
          <a:p>
            <a:r>
              <a:t>[다음] 연결하는 길 두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설명 1 · 2(두 방식) → 왼쪽 위 포털 설정 → 아래 로컬 설정 → 설명 3 · 4</a:t>
            </a:r>
          </a:p>
          <a:p>
            <a:r>
              <a:t>· stdio: 클라이언트가 서버를 하위 프로세스로 띄워 표준 입출력으로. 띄우는 쪽 PC에서 돈다</a:t>
            </a:r>
          </a:p>
          <a:p>
            <a:r>
              <a:t>· Streamable HTTP: 떠 있는 서버 주소로 HTTP 요청. 여러 클라이언트가 함께</a:t>
            </a:r>
          </a:p>
          <a:p>
            <a:r>
              <a:t>· 포털: 그래프 서버만 stdio(명령), 나머지는 주소. 포털 쪽에서 띄울 명령을 못 찾아 시험이 실패한 기록</a:t>
            </a:r>
          </a:p>
          <a:p>
            <a:r>
              <a:t>· 로컬: 파일 서버를 읽기 전용 · 읽을 폴더 인자로 띄움</a:t>
            </a:r>
          </a:p>
          <a:p>
            <a:r>
              <a:t>· 포털은 등록 · 연결 검사를 통과해야, 로컬은 범위를 내가 정한다</a:t>
            </a:r>
          </a:p>
          <a:p>
            <a:r>
              <a:t>[다음] 다섯째 단원, 권한 · 실패 · 근거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05 → 부제</a:t>
            </a:r>
          </a:p>
          <a:p>
            <a:r>
              <a:t>· 서버를 늘리면 할 수 있는 일도, 잘못됐을 때의 일도 는다</a:t>
            </a:r>
          </a:p>
          <a:p>
            <a:r>
              <a:t>· 물음 1: 연결한 도구 가운데 어디까지 허락하나</a:t>
            </a:r>
          </a:p>
          <a:p>
            <a:r>
              <a:t>· 물음 2: 답을 다 받지 못했을 때 결과에 무엇을 남기나</a:t>
            </a:r>
          </a:p>
          <a:p>
            <a:r>
              <a:t>[다음] 읽기 · 쓰기의 세 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줄(겹), 가운데 윗줄(포털) · 아랫줄(로컬) → 오른쪽 막는 것, 넷째 줄 강조</a:t>
            </a:r>
          </a:p>
          <a:p>
            <a:r>
              <a:t>· 읽기도 위험(노출 · 엉뚱한 설비 값), 쓰기는 되돌리기 어려움(보낸 메일)</a:t>
            </a:r>
          </a:p>
          <a:p>
            <a:r>
              <a:t>· 1겹 표시: 서버가 스스로 적은 힌트(판단 엔진은 제출 두 도구만 쓰기)</a:t>
            </a:r>
          </a:p>
          <a:p>
            <a:r>
              <a:t>· 2겹 연결 검사: 실제 목록에서 읽기 표시 + 쓰기 아닌 이름만, 표시 없음은 막음, 설정 바뀌면 재검사</a:t>
            </a:r>
          </a:p>
          <a:p>
            <a:r>
              <a:t>· 3겹 허용 목록: 요청 ≠ 실행 권한. 로컬은 사람이 허용</a:t>
            </a:r>
          </a:p>
          <a:p>
            <a:r>
              <a:t>· 쓰기의 자리: 에이전트는 추천안 제출까지, 명령 · 작업지시 · 메일은 승인 뒤 시스템(메일 도구는 미연결)</a:t>
            </a:r>
          </a:p>
          <a:p>
            <a:r>
              <a:t>[다음] 범위를 좁히는 원칙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세 줄 위에서 아래로, 첫 줄 강조</a:t>
            </a:r>
          </a:p>
          <a:p>
            <a:r>
              <a:t>· 최소 권한 원칙: 필요한 권한만. 정비 에이전트는 정비 서버, 구매 에이전트는 구매 서버. 자유 SQL 도구는 두지 않음</a:t>
            </a:r>
          </a:p>
          <a:p>
            <a:r>
              <a:t>· 범위를 좁히면 잘못 판단해도 닿는 곳이 좁다</a:t>
            </a:r>
          </a:p>
          <a:p>
            <a:r>
              <a:t>· 파일 범위: 작업 폴더 하나, 홈 금지. 폴더 구분은 운영체제 통제가 아님 → 서버 인자 · 권한으로도, 닿는 곳에 비밀을 두지 않음</a:t>
            </a:r>
          </a:p>
          <a:p>
            <a:r>
              <a:t>· 비밀값: 설정엔 자리표시자, 값은 실행 직전. 값 없으면 서버를 뺀다, 화면엔 별표</a:t>
            </a:r>
          </a:p>
          <a:p>
            <a:r>
              <a:t>[다음] 응답이 기대와 다를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줄, 가운데 윗줄(알려 준 것) → 아랫줄(적는 법) → 오른쪽 뜻, 마지막 줄 강조</a:t>
            </a:r>
          </a:p>
          <a:p>
            <a:r>
              <a:t>· 0행: 그 조건에 맞는 기록 없음 ≠ 수량 0</a:t>
            </a:r>
          </a:p>
          <a:p>
            <a:r>
              <a:t>· 연결 실패: 분류 · 사유(거절 · 주소 · 시간 · 인증) → 「확인하지 못함」과 사유</a:t>
            </a:r>
          </a:p>
          <a:p>
            <a:r>
              <a:t>· 호출 오류: 빈 성공으로 바꾸지 않음</a:t>
            </a:r>
          </a:p>
          <a:p>
            <a:r>
              <a:t>· 시간 초과: 결과를 못 받았을 뿐. 처리됐는지 확인 뒤 다시 부름(중복 방지)</a:t>
            </a:r>
          </a:p>
          <a:p>
            <a:r>
              <a:t>· 잘림: 128,466자 사례. 읽은 범위 · 못 읽은 범위를 밝힘</a:t>
            </a:r>
          </a:p>
          <a:p>
            <a:r>
              <a:t>· 원칙: 모르는 걸 아는 것처럼 적지 않는다</a:t>
            </a:r>
          </a:p>
          <a:p>
            <a:r>
              <a:t>[다음]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15초 생각 시간</a:t>
            </a:r>
          </a:p>
          <a:p>
            <a:r>
              <a:t>· 정답 3번: 읽지 못했다는 사실 + 사유, 기대는 항목은 남은 확인</a:t>
            </a:r>
          </a:p>
          <a:p>
            <a:r>
              <a:t>· 1번: 접근 실패를 업무 없음으로/2번: 지난 기록을 지금처럼 쓰고 숨김/4번: 막힌 권한을 다른 도구로 우회</a:t>
            </a:r>
          </a:p>
          <a:p>
            <a:r>
              <a:t>· 인증을 고치는 건 사람의 일</a:t>
            </a:r>
          </a:p>
          <a:p>
            <a:r>
              <a:t>[다음] 바깥 자료를 엮은 안건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안건 칸 → 가운데 도구 → 오른쪽 근거, 마지막 줄 강조</a:t>
            </a:r>
          </a:p>
          <a:p>
            <a:r>
              <a:t>· 결정할 질문: 회의 스킬의 미결 + Notion 기록 → 회의록 절 · 페이지</a:t>
            </a:r>
          </a:p>
          <a:p>
            <a:r>
              <a:t>· 확인된 사실: 파일 서버의 점검 메모 → 경로 · 줄</a:t>
            </a:r>
          </a:p>
          <a:p>
            <a:r>
              <a:t>· 바뀐 것: Git 변경 이력(청소 주기 변경 등) → 커밋 · 날짜</a:t>
            </a:r>
          </a:p>
          <a:p>
            <a:r>
              <a:t>· 남은 확인: 직접 만든 점검 메모 조회 → 입력 · 결과</a:t>
            </a:r>
          </a:p>
          <a:p>
            <a:r>
              <a:t>· 기준 시각 · 실패: 시간 서버, 실패한 도구는 「확인하지 못함」과 사유</a:t>
            </a:r>
          </a:p>
          <a:p>
            <a:r>
              <a:t>· 안전한 연결 = 새는 곳을 막고, 받은 것 · 못 받은 것을 추적하게 남김</a:t>
            </a:r>
          </a:p>
          <a:p>
            <a:r>
              <a:t>[다음] 실습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4 간지 제목 → 부제</a:t>
            </a:r>
          </a:p>
          <a:p>
            <a:r>
              <a:t>· 목적: Notion · 파일 · Git · 시간 서버와 직접 만든 조회 도구를 엮어 근거 있는 다음 협의 안건</a:t>
            </a:r>
          </a:p>
          <a:p>
            <a:r>
              <a:t>· 앞 이론과의 연결: MCP 네 구성요소, 연결 방식과 로컬 설정, 실패의 구분, 안건의 칸과 근거</a:t>
            </a:r>
          </a:p>
          <a:p>
            <a:r>
              <a:t>· 모두 내 PC의 VS Code에서, 포털 등록 없음</a:t>
            </a:r>
          </a:p>
          <a:p>
            <a:r>
              <a:t>[다음] 실습 4의 입력 · 결과 ·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왼쪽부터, 넷째 카드(성공 기준)</a:t>
            </a:r>
          </a:p>
          <a:p>
            <a:r>
              <a:t>· 연결: 내 Notion 회의 · 학습 기록 읽기, 파일 · Git · 시간 서버 설정 → 서버마다 도구 목록의 입력 · 반환 확인</a:t>
            </a:r>
          </a:p>
          <a:p>
            <a:r>
              <a:t>· 내 도구: 제공 서버 골격에 점검 메모 조회 함수 → 이름 · 설명 · 입력 스키마를 직접 정함</a:t>
            </a:r>
          </a:p>
          <a:p>
            <a:r>
              <a:t>· 결과물: 회의 스킬을 다시 써서 결정할 질문 · 확인된 사실 · 남은 확인 · 근거를 담은 안건 파일</a:t>
            </a:r>
          </a:p>
          <a:p>
            <a:r>
              <a:t>· 성공 기준: 다른 회의 · 후속 변경과 대조해 결정 누락 · 중복 없음, 접근 실패를 업무 없음으로 적지 않음</a:t>
            </a:r>
          </a:p>
          <a:p>
            <a:r>
              <a:t>· Notion 미연결 시 내보낸 파일로 이어 가되 연결 성공으로 적지 않는다</a:t>
            </a:r>
          </a:p>
          <a:p>
            <a:r>
              <a:t>[다음] 실습을 마치고 복습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→ 가운데 아랫줄(실습에서 확인한 것) → 오른쪽 헷갈리는 짝은 가리고 먼저, 넷째 줄 강조</a:t>
            </a:r>
          </a:p>
          <a:p>
            <a:r>
              <a:t>· 20초 생각 시간</a:t>
            </a:r>
          </a:p>
          <a:p>
            <a:r>
              <a:t>· 추천안: 에이전트의 제출 vs 승인 뒤 실행</a:t>
            </a:r>
          </a:p>
          <a:p>
            <a:r>
              <a:t>· 점검 요청 초안: 가설 vs 확인된 원인, 신선도(끝이 묵었나) vs 표본(중간이 비었나)</a:t>
            </a:r>
          </a:p>
          <a:p>
            <a:r>
              <a:t>· 회의 후속 목록: 전달 vs 완료, 미정 vs 지어낸 담당</a:t>
            </a:r>
          </a:p>
          <a:p>
            <a:r>
              <a:t>· 다음 협의 안건: 0행 vs 접근 실패, 결정 vs 결정할 질문</a:t>
            </a:r>
          </a:p>
          <a:p>
            <a:r>
              <a:t>· 넷 모두: 값은 준 호출로 되짚고, 못 받은 것은 「확인하지 못함」 — 진행 설명 vs 실제 호출</a:t>
            </a:r>
          </a:p>
          <a:p>
            <a:r>
              <a:t>· 결과물마다 맡긴 일 · 자료 · 도구 · 판정 기준이 달랐다</a:t>
            </a:r>
          </a:p>
          <a:p>
            <a:r>
              <a:t>[다음]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아홉 줄 위에서 아래로</a:t>
            </a:r>
          </a:p>
          <a:p>
            <a:r>
              <a:t>· LLM · RAG/에이전트/실행 고리/신선도 · 표본/구조화 출력</a:t>
            </a:r>
          </a:p>
          <a:p>
            <a:r>
              <a:t>· 에이전트 스킬(SKILL.md)/MCP/호스트 · 클라이언트 · 서버/최소 권한 원칙</a:t>
            </a:r>
          </a:p>
          <a:p>
            <a:r>
              <a:t>· 뜻 한 줄씩. 흐름의 재설명은 복습에서 끝났다</a:t>
            </a:r>
          </a:p>
          <a:p>
            <a:r>
              <a:t>[다음] 퀴즈 세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퀴즈 간지 제목 → 부제</a:t>
            </a:r>
          </a:p>
          <a:p>
            <a:r>
              <a:t>· 문항마다 먼저 가를 것: 근거의 문제인가, 지침과 연결의 문제인가, 제출과 실행의 경계인가</a:t>
            </a:r>
          </a:p>
          <a:p>
            <a:r>
              <a:t>· 세 문제를 다 푼 뒤 정답을 함께 본다</a:t>
            </a:r>
          </a:p>
          <a:p>
            <a:r>
              <a:t>[다음] Quiz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상황: 초안엔 「냉각 효율 확인」, 기록엔 그 값을 준 호출이 없다</a:t>
            </a:r>
          </a:p>
          <a:p>
            <a:r>
              <a:t>· 생각할 거리: 말로 적힌 것과 실제 호출을 가르면</a:t>
            </a:r>
          </a:p>
          <a:p>
            <a:r>
              <a:t>· 20초 생각 시간</a:t>
            </a:r>
          </a:p>
          <a:p>
            <a:r>
              <a:t>[다음] Quiz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상황: 스킬엔 Notion을 읽으라고 적었으나 서버가 연결되지 않아 기록이 없다</a:t>
            </a:r>
          </a:p>
          <a:p>
            <a:r>
              <a:t>· 생각할 거리: 빠진 것이 방법인가 연결인가</a:t>
            </a:r>
          </a:p>
          <a:p>
            <a:r>
              <a:t>· 20초 생각 시간</a:t>
            </a:r>
          </a:p>
          <a:p>
            <a:r>
              <a:t>[다음] Quiz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상황: 추천안 제출 · 판단 번호 받음, 운전원 미승인</a:t>
            </a:r>
          </a:p>
          <a:p>
            <a:r>
              <a:t>· 생각할 거리: 에이전트의 일은 어디서 끝나나</a:t>
            </a:r>
          </a:p>
          <a:p>
            <a:r>
              <a:t>· 20초 생각 시간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줄, 문항 → 판단 기준 → 정답</a:t>
            </a:r>
          </a:p>
          <a:p>
            <a:r>
              <a:t>· Quiz 1 → 2번: 진행 설명 · 적힌 값은 증거가 아니다. 값을 준 호출을 찾아야. 3번 혼동: 숫자가 적힘 ≠ 읽음</a:t>
            </a:r>
          </a:p>
          <a:p>
            <a:r>
              <a:t>· Quiz 2 → 4번: 스킬은 방법, 실행은 서버. 1 · 2번은 스킬을 고쳐 연결을 못 채움, 3번은 못 받은 것을 없는 것으로</a:t>
            </a:r>
          </a:p>
          <a:p>
            <a:r>
              <a:t>· Quiz 3 → 1번: 에이전트는 제출까지, 명령 · 작업지시는 승인 뒤 시스템. 3번은 순서를 뒤집음</a:t>
            </a:r>
          </a:p>
          <a:p>
            <a:r>
              <a:t>· 세 경계: 근거는 호출 기록으로, 방법과 실행은 스킬과 연결로, 제출과 실행은 승인으로</a:t>
            </a:r>
          </a:p>
          <a:p>
            <a:r>
              <a:t>[다음] 맺음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0.png"/><Relationship Id="rId6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9.png"/><Relationship Id="rId4" Type="http://schemas.openxmlformats.org/officeDocument/2006/relationships/image" Target="../media/image32.png"/><Relationship Id="rId5" Type="http://schemas.openxmlformats.org/officeDocument/2006/relationships/image" Target="../media/image8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실전반 4회차 · 에이전트 · 스킬 ·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근거로 일하는 에이전트와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스킬 · MCP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구축한 지식으로 점검 요청을 쓰고, 반복 업무를 스킬로 남기며, 외부 자료를 안전하게 잇는다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robot" descr="robot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file-text" descr="file-text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plug-connected" descr="plug-connected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에이전트에게 맡길 일을 고르고, 근거 · 지침 · 도구를 갖춰 점검 요청과 다음 협의 안건으로 완성한다.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8024"/>
            <a:ext cx="2567863" cy="35266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2919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route" descr="rout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8281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52152"/>
            <a:ext cx="2238679" cy="19996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활용 범위와 구조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점검 요청 · 분석 · 회의 · 학습 · 협업의 입력과 검증을 가른다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LLM · RAG · 에이전트의 근거 · 도구 · 반복을 견준다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24919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24919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맡길 일 판단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228024"/>
            <a:ext cx="2567863" cy="35266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42919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zoom-check" descr="zoom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8281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252152"/>
            <a:ext cx="2238679" cy="19996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있는 점검 요청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정보원 · 신선도 · 표본으로 근거를 확인한다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가설과 확인, 초안과 작업지시를 가른다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24919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24919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요청 초안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228024"/>
            <a:ext cx="2567863" cy="35266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42919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file-text" descr="file-tex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8281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252152"/>
            <a:ext cx="2238679" cy="19996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재사용하는 업무 지침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SKILL.md에 목표 · 호출 조건 · 입출력 · 절차를 적는다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회의 결과를 다음 협의로 넘길 항목을 정한다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24919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24919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스킬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228024"/>
            <a:ext cx="2567863" cy="35266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42919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plug-connected" descr="plug-connected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82811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252152"/>
            <a:ext cx="2238679" cy="19996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연결과 안전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MCP로 외부 도구와 직접 만든 도구를 잇는다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권한 · 실패 · 포털과 로컬 설정을 구별한다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24919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24919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협의 안건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23444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에이전트의 활용 범위와 실행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140817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140817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653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874519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근거로 쓰는 점검 요청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204825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204825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054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1460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51460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에이전트 구성 · 점검 요청 초안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26883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26883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1~2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455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54679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3154679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재사용하는 업무 지침: 에이전트 스킬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332841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332841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9476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79476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결정과 후속 업무 스킬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3968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3968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256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3484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43484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 연결 · 권한과 실패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88575" y="46085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8575" y="46085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04~05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0657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074919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19" y="5074919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외부 MCP와 내 도구로 다음 협의 안건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88575" y="524865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8575" y="524865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70585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71500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19" y="571500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용어 · 복습 · 퀴즈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88575" y="5888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8575" y="5888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에이전트의 활용 범위와 실행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구축한 지식을 어떤 일에 맡길 수 있고, 그 일을 AI가 어떤 구조로 해내는지 본다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구축한 지식이 채우는 점검 요청 초안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경보의 점검 요청 초안은 칸마다 근거가 오는 곳이 달라, 구축한 지식과 관측값이 함께 채운다.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요청의 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HYD-01 쿨러 성능 저하 경보에서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근거가 오는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 설비 · 구성 요소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 · 오일 쿨러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· 그래프의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→ 구성 요소 관계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코어(P-CLR-CORE)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→ 관련 부품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 시각 · 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11:13:18까지 30초 냉각 효율 평균 46.2 %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때 팬 진동 0.575 mm/s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 70 % 미만 · 팬 진동 0.9 mm/s 미만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쿨러 핀 오염의 증거 기준에 맞는다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매뉴얼에서 옮긴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증거 기준(HM-8.4)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항목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막힘 현장 확인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후보: 캐비닛 온도 · 팬 구동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 후보와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남은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목적 · 입력 · 결과가 다른 다섯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실행 구조라도 활용마다 입력과 결과를 판정하는 기준이 달라서, 이름만 바꿔 옮길 수 없다.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입력 · 도구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·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점검 요청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· 지식 그래프 · 센서 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대상 · 시각 · 확인 항목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가설을 확정하지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· 시각화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 시계열 · 조회 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도표 · 이상 구간 요약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함께 변한 값을 원인으로 단정 않음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후속 업무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회의록 · 이전 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 · 담당 · 기한 · 미정</a:t>
            </a:r>
          </a:p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항목마다 원문 근거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자기 자료 학습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 Notion 학습노트(읽기 연결)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문항 · 판정 · 피드백</a:t>
            </a:r>
          </a:p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답하기 전 정답 기준을 숨기고 근거가 모자라면 보류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작성 · 검토 협업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작성 역할의 초안 · 원자료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 지적 · 수정 기록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두 AI의 동의는 사람의 승인이 아니다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1분 34초 동안 에이전트가 한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에이전트의 1분 34초는 앞 결과를 받아 이어 간 네 가지 일이었고, 결정은 사람이 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7" y="2230107"/>
            <a:ext cx="8747516" cy="3522496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2284971"/>
            <a:ext cx="8747516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 · 11:13:09~11:14:42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88180" y="2230107"/>
            <a:ext cx="2090867" cy="3522496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88180" y="2284971"/>
            <a:ext cx="2090867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사람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8081" y="3648265"/>
            <a:ext cx="8875532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648651" y="353853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3551" y="319106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값으로</a:t>
            </a:r>
          </a:p>
        </p:txBody>
      </p:sp>
      <p:sp>
        <p:nvSpPr>
          <p:cNvPr id="13" name="Oval 12"/>
          <p:cNvSpPr/>
          <p:nvPr/>
        </p:nvSpPr>
        <p:spPr>
          <a:xfrm>
            <a:off x="1081171" y="314450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chart-line" descr="chart-lin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088" y="3421424"/>
            <a:ext cx="599985" cy="5999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79" y="443548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값을 읽는다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 46.2 %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진동 0.575 mm/s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캐비닛 28 ℃</a:t>
            </a:r>
          </a:p>
        </p:txBody>
      </p:sp>
      <p:sp>
        <p:nvSpPr>
          <p:cNvPr id="16" name="Chevron 15"/>
          <p:cNvSpPr/>
          <p:nvPr/>
        </p:nvSpPr>
        <p:spPr>
          <a:xfrm>
            <a:off x="4867534" y="353853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2434" y="319106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원인으로</a:t>
            </a:r>
          </a:p>
        </p:txBody>
      </p:sp>
      <p:sp>
        <p:nvSpPr>
          <p:cNvPr id="18" name="Oval 17"/>
          <p:cNvSpPr/>
          <p:nvPr/>
        </p:nvSpPr>
        <p:spPr>
          <a:xfrm>
            <a:off x="3300054" y="314450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아이콘:search" descr="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971" y="3421424"/>
            <a:ext cx="599985" cy="5999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858963" y="443548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원인을 가린다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후보 셋 가운데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기준에 맞는다</a:t>
            </a:r>
          </a:p>
        </p:txBody>
      </p:sp>
      <p:sp>
        <p:nvSpPr>
          <p:cNvPr id="21" name="Chevron 20"/>
          <p:cNvSpPr/>
          <p:nvPr/>
        </p:nvSpPr>
        <p:spPr>
          <a:xfrm>
            <a:off x="7086417" y="353853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1317" y="319106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순위로</a:t>
            </a:r>
          </a:p>
        </p:txBody>
      </p:sp>
      <p:sp>
        <p:nvSpPr>
          <p:cNvPr id="23" name="Oval 22"/>
          <p:cNvSpPr/>
          <p:nvPr/>
        </p:nvSpPr>
        <p:spPr>
          <a:xfrm>
            <a:off x="5518938" y="314450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아이콘:scale" descr="sca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854" y="3421424"/>
            <a:ext cx="599985" cy="5999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77846" y="443548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후보를 견준다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넷의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규정 · 예측 유온 ·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순위</a:t>
            </a:r>
          </a:p>
        </p:txBody>
      </p:sp>
      <p:sp>
        <p:nvSpPr>
          <p:cNvPr id="26" name="Chevron 25"/>
          <p:cNvSpPr/>
          <p:nvPr/>
        </p:nvSpPr>
        <p:spPr>
          <a:xfrm>
            <a:off x="9305300" y="353853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0200" y="319106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추천안으로</a:t>
            </a:r>
          </a:p>
        </p:txBody>
      </p:sp>
      <p:sp>
        <p:nvSpPr>
          <p:cNvPr id="28" name="Oval 27"/>
          <p:cNvSpPr/>
          <p:nvPr/>
        </p:nvSpPr>
        <p:spPr>
          <a:xfrm>
            <a:off x="7737821" y="3144507"/>
            <a:ext cx="1153819" cy="1153819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아이콘:send" descr="send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4737" y="3421424"/>
            <a:ext cx="599985" cy="5999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296729" y="443548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추천안을 낸다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 1순위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대안 셋 · 판단 번호</a:t>
            </a:r>
          </a:p>
        </p:txBody>
      </p:sp>
      <p:sp>
        <p:nvSpPr>
          <p:cNvPr id="31" name="Oval 30"/>
          <p:cNvSpPr/>
          <p:nvPr/>
        </p:nvSpPr>
        <p:spPr>
          <a:xfrm>
            <a:off x="9956704" y="314450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아이콘:user-check" descr="user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3620" y="3421424"/>
            <a:ext cx="599985" cy="5999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515612" y="443548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11:14:56 운전원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모델 혼자 채우지 못하는 세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지금의 값 · 승인 문서 · 실제 조회는 모델 바깥에 있어, 모델 혼자서는 근거 칸을 채우지 못한다.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emperature" descr="temperatur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지금의 값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「HYD-01의 유온은 지금 몇 도인가」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값은 시계열 DB에 있고 모델 안에 없다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학습이 끝난 뒤의 값은 알 수 없다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관측값 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ook-2" descr="book-2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공장의 문서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「핀 오염을 가리는 기준은 무엇인가」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최신 승인 매뉴얼(HM-8.4)을 학습했다고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보장할 수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868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이유 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settings-automation" descr="settings-automatio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「재고를 조회하겠습니다」라고 써도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조회는 일어나지 않는다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호출 요청을 실행할 프로그램이 따로 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· 제출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 · RAG · 에이전트: 근거와 반복의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LLM · RAG · 에이전트는 근거를 어디서 얻는지와, 결과를 보고 다시 움직이는지에서 갈린다.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19566"/>
            <a:ext cx="3515258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2" descr="message-2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435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3694"/>
            <a:ext cx="3186074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LLM(Large Language Model)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목표: 입력에 이어질 응답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학습한 내용과 넣어 준 글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지금의 값 · 조회 · 제출은 하지 못한다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33377"/>
            <a:ext cx="10667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33377"/>
            <a:ext cx="10667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응답 한 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19566"/>
            <a:ext cx="3515258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file-search" descr="file-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4353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3694"/>
            <a:ext cx="3186074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RAG(Retrieval-Augmented Generation)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목표: 근거가 붙은 답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검색해 함께 넣은 문서 조각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답을 쓰면 끝난다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3337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3337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찾아서 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19566"/>
            <a:ext cx="3515258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073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robot" descr="robo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4353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3694"/>
            <a:ext cx="3186074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에이전트(AI Agent)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목표: 정해진 결과물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도구가 돌려준 결과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결과를 보고 다음 호출 · 종료를 정한다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3337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3337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반복 실행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에이전트를 이루는 것과 끝나는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에이전트는 모델에 도구와 실행 고리를 붙인 시스템이라, 무엇을 끝으로 볼지가 함께 정해져야 일이 닫힌다.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목표를 받아 도구를 골라 부르고, 결과를 보고 다음 행동을 정하는 일을 되풀이하는 시스템이다.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모델은 그대로이고, 둘레에 도구와 고리가 붙는다.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모델이 이름과 입력을 적어 부를 수 있게 정해 둔 기능이다. 실제 조회 · 계산 · 제출은 도구가 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원인 진단, 생산오더 조회, 판단 제출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Agent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 해석 → 계획 → 도구 호출 → 결과 관찰을 잇고, 결과에 따라 다음 호출이나 종료를 정하는 틀이다.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완료 조건 · 멈춤 조건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완료: 정해진 결과를 내고 제출이 접수됐다.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멈춤: 근거가 모자라거나, 호출이 끝내 실패하거나, 권한 밖의 일이 필요하다.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에이전트를 정하는 항목: 목표 · 서버 · 스킬 · 권한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모델이라도 목표 · 연결한 서버 · 붙인 스킬이 다르면 맡는 일이 달라지고, 제출 뒤의 실행은 따로 막아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냉각 긴급 대응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예비품 구매 에이전트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과열 경보의 원인 진단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냉각 추천안과 지는 대안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재고 기준 이탈의 필요량 · 공급사 비교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→ 발주 추천안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연결한 서버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neo4j · enterprise · hyd-dmn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neo4j · hyd-dmn · enterprise-purchase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붙인 스킬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cooling-emergency-response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spare-purchase-planning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에이전트가 하는 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추천안 제출까지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 · 작업지시는 승인 뒤 시스템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발주 추천안 제출까지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발주는 승인 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호출 두 건: 관찰한 결과가 다음 물음이 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도구 호출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에서 모델은 이름과 입력만 적고, 앞 호출이 돌려준 값을 그대로 다음 물음에 넣어 일을 잇는다.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11:13:18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(diagnose)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218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{"asset": "HYD-01",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"pattern": "COOLER_DEGRADATION",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"alert_id": "ALT-hyd01-0014-e0a1"}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받음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13,763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(JSON)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가운데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cause:cooler-fin-fouling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fm:cooler-performance-loss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11:13:23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(evaluate_cards)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807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{"asset": "HYD-01",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"pattern": "COOLER_DEGRADATION",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"cause": "cause:cooler-fin-fouling",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"failure_mode": "fm:cooler-performance-loss"}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모델이 적은 입력이다. 그래프 · 시계열을 무엇으로 읽을지는 도구 쪽에 정해져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받음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도구가 지식 그래프와 시계열 DB를 읽어 돌려준 결과다.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물음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받은 두 식별자가 바꿔 적히지 않고 대안 평가의 입력에 그대로 들어갔다.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걸린 시간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호출마다 시각과 함께 기록에 남는다.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고리: 쿨러 사건의 기록으로 본 다섯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실행 고리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는 결과가 너무 크다는 관찰에서 계획을 고쳐 다시 시도한 뒤, 제출과 결과 파일로 닫혔다.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pic>
        <p:nvPicPr>
          <p:cNvPr id="6" name="삽화:실행고리.svg" descr="illust_1170245534047666695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7479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요청 해석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11:13:09 · 14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입력 · 스킬 읽음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2102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 절차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다섯 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1269" y="4842296"/>
            <a:ext cx="1963709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도구 호출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11:13:18 진단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11:13:23 평가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0439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관찰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128,466자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받을 크기 초과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062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11:13:53 제출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11:14:42 결과 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1224" y="1911278"/>
            <a:ext cx="436379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계획 수정 · 다시 시도 11:13:40 ·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단계 더: 같은 지침, 다른 실행의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지침을 받아도 실행마다 길이 달라질 수 있어, 새 길이 빠진 판정까지 채웠는지는 기록으로 따로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64041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첫 실행(경보 …0014-e0a1)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진단 → 평가 → 결과가 너무 큼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「필요한 항목만 좁혀 다시」라고 남김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제출 DEC-1010-002-408b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6263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62638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좁혀 다시 읽기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64041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종류의 다른 경보 한 건(…0025-b8ed)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쓸 도구 여덟 개만 이름으로 불러옴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평가 결과를 받지 못하자 생산오더 · 로트 조회, 조치 효과 예측 세 번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마지막 말에 열어 보지 못한 결과를 적음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예측 유온은 규정 판정을 대신하지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62638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62638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도구로 보완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워크플로와 에이전트: 순서를 누가 정하는가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순서가 늘 같은 일은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워크플로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로 고정하고, 결과를 보고 다음 일을 골라야 하는 자리에만 에이전트의 판단을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ist-numbers" descr="list-number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워크플로(Workflow)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순서를 사람이 미리 코드에 고정한다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정해진 표를 같은 방식으로 집계해 도표로 그린다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승인이 나면 명령을 보내고 정해진 시간 뒤 다시 관측한다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장점: 매번 같은 순서 · 같은 결과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순서가 늘 같다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oute" descr="rout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결과를 보고 다음 호출을 고른다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진단 결과의 원인을 평가의 입력으로 넣는다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결과가 너무 크면 읽는 방법을 바꾼다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제각각인 회의록 문장을 해석한다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결과를 보고 고른다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에이전트에게 맡길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경보 대응에서 네 가지 일을 맡길 방식을 고르려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에이전트보다 정해진 순서로 도는 프로그램이 알맞은 일은?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진단의 결과를 읽고, 다음에 어느 도구에 무엇을 물을지 정하는 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평가 결과가 너무 커서 받지 못했을 때, 필요한 항목을 골라 다시 읽을 방법을 정하는 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승인된 추천안대로 팬 속도 명령을 보내고, 정해진 시간 뒤 다시 관측하는 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회의록마다 다르게 적힌 결정과 미정 항목을 가려 읽는 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결과마다 받는 쪽과 사람이 판단하는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결과를 누가 받아 무엇을 하는지가 정해져야, 에이전트가 끝낼 자리와 사람이 판단할 자리가 갈린다.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받는 쪽 · 다음 행동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에이전트가 넘지 않는 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질문의 답(포털 질문)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질문한 사람이 읽고 끝난다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답할 수 없으면 그 사실과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 없는 값을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지어내지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추천안(냉각 대응)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11:13:53 제출 · 11:14:42 단계 끝 → 11:14:56 승인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11:14:57 팬 속도 명령 → 11:15:58 작업지시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명령 · 작업지시는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 뒤 시스템이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요청 초안(실습 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 담당자가 확인 항목을 보고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 여부를 정한다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확정 · 작업지시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발행으로 적지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협의 안건(실습 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 참석자가 결정할 질문을 다룬다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정해지지 않은 것을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결정으로 적지 않는다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맡기기 전에 정할 다섯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에이전트에게 일을 맡기기 전에 그 일 · 필요한 자료 · 도구 · 권한 · 검증을 정해야 결과를 믿고 쓸 범위가 생긴다.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요청 초안(실습 2) · 다음 협의 안건(실습 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같은가 · 다른가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맡길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점검: 원인 후보 · 근거 · 확인 항목 정리까지, 원인 확정 · 작업지시는 맡기지 않는다</a:t>
            </a:r>
          </a:p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안건: 미결 항목의 질문 · 사실 · 남은 확인 정리까지, 결정은 맡기지 않는다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같다: 정리까지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결정은 사람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필요한 자료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점검: 설비 그래프 · 증거 기준 · 경보 사례 · 센서 값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안건: 회의록 두 건 · 점검 메모 · 변경 이력 · 내 Notion 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다르다: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자료가 바뀐다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점검: 그래프 조회 · 센서 값 조회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안건: 파일 · Git · 시간 서버 · 직접 만든 조회 도구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다르다: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연결할 서버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권한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점검: 읽기만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안건: 읽기만, 범위 밖 폴더는 읽지 않는다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같다: 읽기만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점검: 다른 설비 사례에 적용, 가설 · 신선도 · 표본을 가렸나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안건: 다른 회의 · 후속 변경과 대조, 결정이 빠지거나 겹치지 않았나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같다: 다른 입력에서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기준이 지켜지나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근거로 쓰는 점검 요청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값과 기준을 어디서 읽고, 근거가 모자라면 어떻게 멈추는지 정한다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 한 건에 든 값과 그 정보원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 한 건의 값은 네 정보원에서 왔고, 에이전트는 그 모두를 도구를 불러 읽었다.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pic>
        <p:nvPicPr>
          <p:cNvPr id="6" name="삽화:정보원.svg" descr="illust_346376456255913572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4746" y="318768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후보 셋 · 증거 기준 70 %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557" y="5362315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SOP-COOL-11 단계 · 근거 HM-8.5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8669" y="318768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30초 평균 냉각 효율 46.2 %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8669" y="5362315"/>
            <a:ext cx="261827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오더 MO-0930-0412 · 납기 5.98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5803" y="4416826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곳 모두 도구로 읽음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네 정보원이 답하는 물음과 읽는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정보원마다 답하는 물음과 바뀌는 때가 달라, 물음에 맞는 곳을 도구로 읽어야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정보원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답하는 물음 · 바뀌는 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에이전트가 읽는 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무엇과 무엇이 어떤 관계인가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 개정 · 지식 검토 때 바뀐다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그래프 조회 도구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진단 도구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시각의 측정값은 얼마였나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매초 바뀐다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엔진 서버의 조회 도구</a:t>
            </a:r>
          </a:p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읽기 전용 · 200행 · 5초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 · 정비 · 재고는 어떤 상태인가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업무가 일어날 때마다 바뀐다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 DB 서버의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읽기 도구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조치를 어떤 단계 · 승인 역할로 하나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 개정 · 지식 검토 때 바뀐다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지식 그래프의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조치 방법 · 단계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기준과 측정값, 경보 순간과 지금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기준을 잰 값처럼, 지난 값을 지금 값처럼 적은 초안은 그럴듯해도 틀려서, 값마다 출처와 관측 시각을 붙인다.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214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초안에 섞인 두 문장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「냉각 효율 70 %로 기준에 걸렸다」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70은 매뉴얼의 판정 기준이지 잰 값이 아니다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「유온 55.71 ℃, 한계 65 ℃까지 여유」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55.71은 경보 순간 11:13:08의 값이다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0453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04536"/>
            <a:ext cx="14173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· 지난 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42214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값마다 출처와 시각을 붙인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「냉각 효율 46.2 %(11:13:18까지 30초 평균) &lt; 기준 70 %(HM-8.4)」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기준은 지식 그래프, 값은 시계열 DB에서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「유온 61.8 ℃(승인 순간 11:14:56)」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판단하는 때의 값을 다시 읽는다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04536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04536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관측값 · 관측 시각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추측 대신 도구로: 지식 · 값 · 규칙 판정을 얻는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 규칙은 지식 · 값 · 규칙 판정을 얻을 곳을 정해, 모델이 기억이나 해석으로 채우지 않게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4150"/>
            <a:ext cx="3515258" cy="35344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2531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7893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48279"/>
            <a:ext cx="3186074" cy="20073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후보 · 증거 기준 · 조치 방법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 그래프를 조회해 얻는다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일반론으로 이 공장의 기준을 대신하지 않는다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28793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28793"/>
            <a:ext cx="1143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Neo4j 서버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224150"/>
            <a:ext cx="3515258" cy="35344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42531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chart-line" descr="chart-lin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57893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248279"/>
            <a:ext cx="3186074" cy="20073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지금의 값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센서 값 · 납기 · 재고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시계열 DB · 업무 DB에서 그때 읽는다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값마다 원천과 읽은 방법이 붙는다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328793"/>
            <a:ext cx="1804415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328793"/>
            <a:ext cx="18044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 · 판단 엔진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224150"/>
            <a:ext cx="3515258" cy="35344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42531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scale" descr="sca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57893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248279"/>
            <a:ext cx="3186074" cy="20073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규칙 판정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제외 · 감점 · 경고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도구의 계산 결과를 쓴다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규칙 판본 · 같은 입력이면 같은 판정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328793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328793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엔진 서버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증거 한 건을 판정에 쓰기 전 확인할 다섯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 하나를 근거로 쓰려면 기준과 값에 더해, 그 값이 얼마나 묵었는지와 구간을 채울 만큼 들어왔는지를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쿨러 사건의 증거 한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어긋나면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최근 30초 냉각 효율 평균 &lt; 70 % · HM-8.4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기준이 없으면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판정하지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46.2 %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값이 비면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미확인으로 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신선도(Freshness)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최신 유온이 0.6초 전 값 · 허용 60초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넘으면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판단을 보류한다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표본(Coverage)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30초 구간에 표본 30개 · 공백이 수집 한도 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공백이 길면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그 증거는 판정하지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46.2 &lt; 70 → 근거 지지(SUPPORTED)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미확인(UNKNOWN)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지지 근거 없음(UNSUPPORTED)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세 상태와 이어서 할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근거는 지지 · 미확인 · 지지 근거 없음으로 나눠 적어야, 사람이 값을 기다릴지 직접 살필지를 정할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SUPPORTED · 근거 지지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필요한 값을 읽었고 등록 기준에 맞았다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냉각 효율 46.2 % &lt; 70 % · 팬 진동 정상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모델의 후보 안에서 지지된다는 뜻이다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판단에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zoom-question" descr="zoom-questio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UNKNOWN · 미확인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조회가 실패했거나 값이 비었다 · 묵었다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맞는지 틀린지 말할 수 없다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값이 들어오면 다시 평가한다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값을 기다린다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ban" descr="ba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UNSUPPORTED · 지지 근거 없음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값은 읽었으나 어느 후보의 기준에도 맞지 않는다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등록되지 않은 원인일 수 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현장을 직접 살핀다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살핀다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같은 쿨러 경보, 다른 근거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쿨러 경보라도 근거 상태가 다르면 점검 요청에 적을 확인 항목과 보류할 판단이 달라진다.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경보 때 읽은 값(가정)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요청에 적을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 상태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62.4 % / 캐비닛 온도 36.8 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하나로 고르지 않고 핀 오염 · 주변 온도 상승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후보의 확인 항목을 함께 적는다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두 후보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모두 지지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51.0 % / 캐비닛 온도 수집 멈춤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캐비닛 온도 확인을 확인 항목에 넣는다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 없음을 정상으로 적지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핀 오염 지지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주변 온도 미확인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66.1 % / 구간 중 수집 끊김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값으로는 판정하지 않는다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수집이 돌아온 뒤 다시 읽기를 요청한다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표본 공백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최신 유온 185초 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판단을 보류하고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묵은 값이라는 이유를 적는다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신선도 실패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멈춤 조건과 사람에게 넘기는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근거가 모자라거나 호출이 실패하거나 권한 밖의 일이 필요하면, 에이전트는 채우지 않고 멈춰 이유를 넘긴다.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3576"/>
            <a:ext cx="2567863" cy="307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4744"/>
            <a:ext cx="2238679" cy="23714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부족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원인을 적지 않고 보류 객체를 낸다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값을 받은 뒤 재평가를 요청한다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099367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99367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미확인 · 지지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453576"/>
            <a:ext cx="2567863" cy="307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5415" y="2654744"/>
            <a:ext cx="2238679" cy="23714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호출 실패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실패를 0이나 빈 값으로 바꾸지 않는다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확인하지 못한 것을 적는다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9423" y="5099367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9423" y="5099367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실패는 실패로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453576"/>
            <a:ext cx="2567863" cy="307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2654744"/>
            <a:ext cx="2238679" cy="23714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권한 제한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허용 목록 밖 도구는 질문이 된다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사람의 답도 실행 권한은 그대로다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1607" y="509936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509936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 목록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2453576"/>
            <a:ext cx="2567863" cy="307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783" y="2654744"/>
            <a:ext cx="2238679" cy="23714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한도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조회문 고치기 · 형식 교정은 두 번까지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 30분을 넘으면 사람이 닫는다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3791" y="509936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3791" y="509936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반복의 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출력과 보류: 다음 단계가 읽는 모양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출력 계약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의 항목 이름대로, 근거가 모자라면 보류 객체 하나로만 내야 시스템이 검사해 다음 단계로 넘긴다.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output/result.json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 "cause": "cause:cooler-fin-fouling",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"failure_mode": "fm:cooler-performance-loss",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"guide_card": {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"decision": { "recommended": "skill:sop-cool-11",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"explanation":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 "order": [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]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"decision_id": "DEC-1010-056-0972"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근거가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모자랄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객체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하나만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 "__deferred__": { "status": "UNKNOWN",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  "reason":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못한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  "evidence": {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} }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 계약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작업마다 정한 항목이다. 형식이 어긋나면 거절되고 두 번까지 고쳐 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 인용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cause: · fm: · skill:이 지식 그래프의 노드를 가리켜 근거를 되짚게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보류 객체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상태 · 이유 · 그때까지 모은 증거만 담는다.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섞어 내기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 항목과 보류를 함께 내면 거절된다.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대조: 적어 낸 근거가 호출 기록에 있는가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포털은 답에 적힌 근거를 실제 호출 기록과 대조해, 기록에 없으면 답으로 보이지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221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hecks" descr="check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7576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2214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기록에 있는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질문: 완제품 재고가 가장 적은 설비와 수량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답: HYD-02 · FG-IND-3 100개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근거로 적은 조회문 = 실제 실행한 조회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화면: 「근거 N개 확인」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0453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0453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답으로 보인다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2214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zoom-question" descr="zoom-questio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7576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2214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기록에 없는 근거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그럴듯한 조회문을 적었으나 실행 기록이 없다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화면: 「답할 수 없음」과 이유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낸 답은 「근거 확인 안 됨」으로 접힌다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대조 범위: 호출 여부까지, 옮긴 값의 정확성은 따로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04536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04536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답으로 보이지 않는다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결과에서 호출로 거슬러 확인하기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 문장이나 진행 설명만 믿지 않고, 그 값을 돌려준 호출의 입력 · 출력 · 관측 시각까지 거슬러 맞춘다.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6667"/>
            <a:ext cx="2485567" cy="288937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72954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lipboard-check" descr="clipboard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88316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534219"/>
            <a:ext cx="2339263" cy="1828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결과의 주장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「냉각 효율 46.2 %로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핀 오염이 지지된다」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546667"/>
            <a:ext cx="2485567" cy="288937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72954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history" descr="history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883166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534219"/>
            <a:ext cx="2339263" cy="1828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 값을 준 호출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기록에서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11:13:18 원인 진단의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받음을 찾는다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546667"/>
            <a:ext cx="2485567" cy="2889376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72954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search" descr="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883166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534219"/>
            <a:ext cx="2339263" cy="1828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호출의 입력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· 경보 번호가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경보와 같은가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546667"/>
            <a:ext cx="2485567" cy="288937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72954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clock" descr="clo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883166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534219"/>
            <a:ext cx="2339263" cy="1828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 시각 · 원천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30초 구간 · 시계열 DB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묵은 값이 아닌가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단정한 초안과 근거 있는 점검 요청 초안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 요청 초안은 가설과 확인을 가르고 작업지시를 대신하지 않아야, 받는 사람이 무엇을 확인할지 정할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065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단정한 초안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원인: 쿨러 핀 오염(확정)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유온이 올랐다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조치: 핀 세척 작업지시를 발행했다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관측 시각 · 다른 후보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20106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20106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가설 · 권한을 넘음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065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있는 점검 요청 초안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대상: HYD-01 오일 쿨러 · 부품 쿨러 코어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관측: 11:13:18까지 30초 냉각 효율 46.2 %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이유: 핀 오염 기준에 맞고 팬 진동은 정상, 캐비닛 온도는 기준 아래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확인 항목: 핀 막힘 현장 확인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상태: 요청 초안 · 작업지시 아님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420106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420106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담당자가 판단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업무 에이전트 구성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포털의 제공 에이전트를 읽고 수업용 에이전트를 구성해, 질문의 도구 호출 · 근거 · 관측 시각을 대조한다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수업용 에이전트의 구성과 질문 대조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제공 에이전트를 읽고 수업용 에이전트를 구성해, 답의 근거를 실제 호출의 입력 · 결과 · 관측 시각과 맞춘다.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8004"/>
            <a:ext cx="2567863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519172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출발점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제공 에이전트의 목표 · 지침 · 조회 도구를 읽는다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제공 에이전트는 고치지 않는다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349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3494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318004"/>
            <a:ext cx="2567863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5415" y="2519172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지정 모델 · 준비된 조회 서버 안에서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근거와 추가 확인을 정리하는 목표 · 지침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9423" y="5234940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9423" y="5234940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설정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318004"/>
            <a:ext cx="2567863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2519172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질문과 대조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대상에 질문한다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호출의 입력 · 결과 · 관측 시각을 답과 맞춘다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1607" y="523494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523494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기록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2318004"/>
            <a:ext cx="2567863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783" y="2519172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답이 길어진 것보다 근거가 확인되고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모르는 항목이 구분되는가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설정과 결과를 저장한다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3791" y="523494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3791" y="523494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기록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원인 추론과 점검 계획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포털에서 본 조회와 판단을 독립 에이전트로 구현해, 원인 분석을 근거 있는 점검 요청 초안으로 잇는다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분석에서 점검 요청 초안으로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그래프와 사례를 읽는 도구로 원인 후보를 가리고, 근거와 확인 항목을 갖춘 점검 요청 초안으로 바꾼다.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2034"/>
            <a:ext cx="2567863" cy="28586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63202"/>
            <a:ext cx="2238679" cy="21545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연결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그래프와 사례 입력을 읽는 도구를 잇는다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호출 기록에서 도구 · 입력 · 결과를 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990909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90909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독립 에이전트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562034"/>
            <a:ext cx="2567863" cy="28586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5415" y="2763202"/>
            <a:ext cx="2238679" cy="21545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초안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후보 · 근거 · 추가 확인을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대상 설비 · 부품 · 관측 시각 · 확인 항목 · 이유로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9423" y="4990909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9423" y="4990909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요청 초안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562034"/>
            <a:ext cx="2567863" cy="28586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2763202"/>
            <a:ext cx="2238679" cy="21545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어긋남 대조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오래된 값 · 표본 부족 · 복수 원인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문서 기준과 다른 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1607" y="4990909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4990909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기록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2562034"/>
            <a:ext cx="2567863" cy="28586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783" y="2763202"/>
            <a:ext cx="2238679" cy="21545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대상과 검증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설비 사례에도 적용한다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가설을 확정 원인으로, 초안을 작업지시로 적지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3791" y="4990909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3791" y="4990909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재사용하는 업무 지침: 에이전트 스킬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반복되는 일의 방법을 SKILL.md로 적어 다른 일에도 다시 쓴다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회의록마다 다시 정하게 되는 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종류의 회의록을 매번 새 프롬프트로 맡기면 결정 · 미정 · 완료를 가르는 기준이 실행마다 달라진다.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정해 두지 않으면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회의 기록(예)에서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무엇을 결정으로 보나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의견 · 제안이 결정처럼 적힌다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필터 망 시험 설치는 결정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효과는 아직 모름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담당 · 기한이 없으면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그럴듯한 사람과 날짜가 지어진다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점검표 변경 공지: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누가 알릴지 정하지 않음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전달과 완료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전달한 일을 끝난 일로 적는다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예비품 두 건: 구매팀 전달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≠ 발주 완료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모양과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실행마다 항목 이름이 달라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다음 단계가 읽지 못한다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항목마다 회의록의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문장을 근거로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스킬과 SKILL.md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은 반복되는 일의 방법을 이름 있는 파일로 두어, 실행마다 새로 정하던 순서와 결과의 모양을 묶어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Agent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반복되는 일의 수행 방법을 이름 붙여 묶은 지침이다.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여러 실행 · 여러 에이전트가 다시 읽는다.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 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머리말(name · description)과 본문(요약 · 절차 · 결과)으로 된 중심 파일이다.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필요하면 참고 문서 · 스크립트를 함께 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놓이는 자리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 폴더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 폴더 하나에 SKILL.md 하나, 폴더 이름이 곧 스킬 이름이다.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HYD는 실행 준비 때 작업 폴더의 .claude/skills/에 써 넣는다.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실행에 들어가는 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선택 · 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표준: 에이전트가 description을 보고 쓸지 정해 본문을 읽는다.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HYD: 에이전트 · 업무 단계에 배정한 스킬을 넣어 준다.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 원문: 여섯 자리가 있는 한 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대응 스킬 한 편에는 목표 · 호출 조건 · 입력 · 절차 · 예외 · 출력이 모두 자리를 갖고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---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name: cooling-emergency-response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description: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과열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카드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---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과열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진단하고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비교해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장과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대안을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전에는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계산만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context/task.json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asset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pattern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alertId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읽는다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hyd-dmn diagnose(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withheld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지어내지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말고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보류로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낸다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3.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필요하면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enterprise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4. hyd-dmn evaluate_cards(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5. hyd-dmn submit_decision(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돌려준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decision_id.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cause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failure_mode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guide_card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decision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decision_id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description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호출 조건이다. 어떤 요청 한 건에 쓰는 스킬인지 한 줄로 밝힌다.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요약 문단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목표와 범위다. 무엇을 내고 어디까지만 하는지 적는다.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 1 · 2단계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1단계가 입력, 2단계 끝 문장이 예외 지침이다.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출력이다. 다음 단계가 읽을 항목의 이름을 정한다.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번의 프롬프트와 재사용하는 스킬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이번 회의록에만 필요한 조건은 요청에 주고, 회의마다 되풀이할 판단 기준은 스킬로 관리해야 판이 섞이지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4015"/>
            <a:ext cx="5181447" cy="315468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61518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" descr="messag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76880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61518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이번 요청의 프롬프트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65575"/>
            <a:ext cx="4632807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「10월 정기 회의록을 정리해 줘」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이번 입력과 목적 · 추가 조건을 준다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기준을 매번 복사하면 고친 판과 옛 판이 섞인다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프롬프트도 템플릿으로 다시 쓸 수는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111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11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이번 일의 조건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414015"/>
            <a:ext cx="5181447" cy="315468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61518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file-text" descr="file-tex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76880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61518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스킬로 관리하는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465575"/>
            <a:ext cx="4632807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「담당 · 기한이 없으면 미정」 「전달 ≠ 완료」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이름과 description을 붙여 보관한다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에이전트 · 업무 단계에 붙여 다시 읽힌다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고치면 그 뒤에 준비되는 실행이 새 판을 받는다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11149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11149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되풀이할 방법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같은 틀로 쓰는 회의 후속 스킬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회의 후속 스킬도 같은 자리를 채우지만, 무엇을 확정으로 보고 무엇을 남길지는 회의 업무의 기준으로 바뀐다.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회의 후속 스킬(설계)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냉각 대응 스킬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회의록 한 건의 후속 업무를 정리해 달라는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과열 경보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결정 · 제안 · 조건부 작업 · 담당 미정을 가른 목록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· 추천안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지는 대안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회의록 원문 · 앞 회의의 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task.json의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· 경보 번호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 ·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 · 기한이 없으면 「미정」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전달과 완료를 다른 상태로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근거가 없으면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원인을 짓지 않고 보류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항목마다 원문 근거와 다음 협의에서 확인할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cause · decision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decision_id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 · 조치 방법과 에이전트 스킬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SOP는 사람이 설비에 하는 절차, 에이전트 스킬은 AI가 도구로 하는 절차라 이름이 비슷해도 섞지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065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SOP와 조치 방법(Skill 노드)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읽는 이: 현장 작업자 · 판단 엔진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적는 것: 설비를 다루는 순서 · 안전 · 금지 · 승인 역할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SOP-COOL-11 팬 최대 운전 → skill:sop-cool-11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쓰이는 때: 승인 뒤 조치를 실행할 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2010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2010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사람의 작업 기준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065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읽는 이: 에이전트(LLM)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적는 것: 도구 순서 · 예외 · 결과의 모양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cooling-emergency-response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쓰이는 때: 승인 전 판단을 만들 때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스킬만으로 실행 권한이 생기지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420106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420106"/>
            <a:ext cx="140817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AI의 수행 방법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스킬에 적는 것과 입력 · 도구에서 받는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스킬에는 방법만 적고 사건마다 바뀌는 것은 입력과 도구에서 받아야 다음 일에 다시 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어디서 받나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냉각 대응 스킬 · 회의 후속 스킬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바뀌는 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스킬(SKILL.md)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냉각: 도구 순서 · 보류 조건 · 결과 항목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회의: 결정 · 미정 · 전달을 가르는 기준 · 결과 항목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방법을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고칠 때만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냉각: context/task.json의 설비 HYD-01 · 경보 번호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회의: 이번 회의록 원문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일마다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· 기록 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냉각: 원인 후보 · 조치 후보를 지식 그래프에서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회의: 앞 회의 결정 · 점검 메모를 파일 · Notion에서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 · 개정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기록이 쌓일 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지금의 값 · 시각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냉각: 냉각 효율 · 납기를 시계열 DB · 업무 DB에서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회의: 안건의 기준 시각 · 변경 이력을 시간 · Git 서버에서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읽는 순간마다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재사용의 실제: 같은 스킬, 같은 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스킬이 번호가 다른 경보 두 건을 처리했고, 같은 틀에 절차만 바꾼 스킬이 정비와 구매를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맡은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스킬과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다시 쓴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첫 쿨러 경보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cooling-emergency-response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ALT-hyd01-0014-e0a1 → DEC-1010-002-408b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스킬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다른 입력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종류의 다른 경보 한 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cooling-emergency-response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ALT-hyd01-0025-b8ed → DEC-1010-056-0972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스킬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다른 입력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정비 도래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pm-schedule-planning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연결 서버 enterprise-maint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틀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다른 절차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예비품 재고 이탈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spare-purchase-planning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연결 서버 enterprise-purchase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같은 틀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다른 절차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회의 후속 스킬에 넣지 않을 지시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설비보전 회의록 두 건으로 회의 후속 스킬의 절차를 쓰고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스킬에 넣으면 안 되는 지시는?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담당자나 기한이 회의록에 없으면 「미정」으로 적는다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항목마다 근거가 된 회의록 문장을 붙인다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10월 회의의 예비품 발주는 구매 담당자의 일로 적는다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사람에게 전달한 일과 끝난 일을 다른 상태로 적는다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회의 결과에서 다음 협의 안건으로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회의 스킬의 결과를 다음 협의 안건으로 옮길 때는 결정할 질문 · 확인된 사실 · 남은 확인을 근거와 함께 가른다.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회의 기록(예)의 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협의 안건에 들어갈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 상태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기준 2도 상향 요청 · 4절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결정할 질문: 기준을 올리나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남은 확인: 경보 이력 · 인터록 간격 정리가 왔나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결론 없음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예비품 두 건 · 3절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확인된 사실: 구매팀에 전달함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남은 확인: 발주 · 납기 담당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전달함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견적은 아직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 · 3호기 쿨러 핀 점검 · 1절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설비별 상태를 나눠 적는다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2호기 끝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3호기 예정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점검표 변경 공지 · 2절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결정할 질문: 누가 알리나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담당을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정하지 않음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회의록 스킬 작성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두 회의록의 결정 · 제안 · 담당 미정을 가르고, 다음 협의에서 확인할 질문을 남기는 스킬을 쓴다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결정과 후속 업무를 가르는 스킬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회의록 두 건에서 결정과 미결을 가르는 스킬을 쓰고, 두 원문에 다시 적용해 특정 회의에만 맞춘 결과가 아닌지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89149"/>
            <a:ext cx="2567863" cy="28044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9031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회의록 두 건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결정 · 제안 · 조건부 작업 · 담당 미정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963795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63795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구분 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589149"/>
            <a:ext cx="2567863" cy="28044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5415" y="279031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 작성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이전 결정과 후속 확인을 잇는다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전달과 발주 완료, 설비별 점검 상태를 가른다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9423" y="4963795"/>
            <a:ext cx="1075944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9423" y="4963795"/>
            <a:ext cx="107594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589149"/>
            <a:ext cx="2567863" cy="28044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279031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지침 보완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미결 항목마다 다음 협의에서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확인할 질문과 원문 근거를 남긴다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1607" y="4963795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4963795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후속 목록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2589149"/>
            <a:ext cx="2567863" cy="28044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783" y="279031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두 원문에 다시 적용한다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특정 이름 · 날짜에만 맞춘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결과가 아닌가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3791" y="496379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3791" y="496379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재적용 확인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MCP: 도구를 찾고 부르는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스킬이 부르는 도구가 어디서 실행되고 어떤 약속과 설정으로 이어지는지 본다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스킬이 적은 것과 도구가 실행한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스킬의 절차가 부르는 이름은 스킬 밖의 서버가 내주는 도구여서, 방법과 실행을 잇는 연결이 따로 있어야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스킬 절차가 적은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실제로 실행한 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 연결이 없으면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 diagnose(…)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hyd-dmn 서버가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 · 시계열을 읽음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1순위를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받지 못한다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3단계 enterprise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enterprise 서버의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mes_orders · qms_lots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납기 · 로트 값이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「받지 못함」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5단계 submit_decision(…)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hyd-dmn 서버가 판단을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번호가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돌아오지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 자체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순서 · 예외 · 결과의 모양만 적은 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연결이 있어도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순서를 매번 새로 정한다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MCP: 도구를 내주고 부르는 공통 규약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MCP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는 도구를 내주고 부르는 방식을 하나로 정해, 애플리케이션과 시스템마다 연결을 따로 만드는 수고를 줄인다.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Model 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AI 애플리케이션이 외부 도구와 데이터에 연결하는 방식을 정한 개방형 프로토콜이다.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JSON-RPC 2.0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JSON Remote Procedure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요청과 응답을 주고받는 메시지 형식이다. MCP의 메시지가 이 형식을 따른다.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공통 규약의 효과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상호 운용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애플리케이션 셋 · 시스템 셋을 따로 이으면 3 × 3 = 9가지를 만든다.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규약에 맞추면 각자 한 번씩 3 + 3 = 6이다.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규약이 정하지 않는 것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따로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결과의 항목 이름 · 이 도구를 써도 되는지 · 값이 맞는지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네 구성요소: HYD 포털과 로컬 VS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호출은 호스트 · 클라이언트 · 서버를 차례로 지나며, 포털과 로컬은 자리마다 쓰는 프로그램이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HYD 포털 · 로컬 VS Code에서 그 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하는 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호스트(Host)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처리 건마다 띄우는 에이전트 프로그램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VS Code의 AI 도우미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모델을 가지고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클라이언트를 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클라이언트(Client)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작업 폴더 서버 설정에 적힌 서버마다 하나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.vscode/mcp.json에 적은 서버마다 하나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서버 하나와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일대일 연결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서버(Server)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neo4j · hyd-dmn · enterprise · enterprise-maint · enterprise-purchase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파일 · Git · 시간 서버 · 직접 만든 조회 서버 · Notion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시스템의 기능을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도구로 내준다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도구(Tool)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diagnose · mes_orders · part_quotes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파일 읽기 · 변경 이력 · 현재 시각 · 점검 메모 조회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이름 · 설명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입력 스키마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호출 한 번이 지나는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모델은 호출 요청만 내고, 허용 여부는 호스트가 가르며, 실제 조회는 서버가 시스템에서 해서 응답을 거슬러 보낸다.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  <p:sp>
        <p:nvSpPr>
          <p:cNvPr id="6" name="Rectangle 5"/>
          <p:cNvSpPr/>
          <p:nvPr/>
        </p:nvSpPr>
        <p:spPr>
          <a:xfrm>
            <a:off x="1658081" y="3465385"/>
            <a:ext cx="8875532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2648651" y="335565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3551" y="300818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요청</a:t>
            </a:r>
          </a:p>
        </p:txBody>
      </p:sp>
      <p:sp>
        <p:nvSpPr>
          <p:cNvPr id="9" name="Oval 8"/>
          <p:cNvSpPr/>
          <p:nvPr/>
        </p:nvSpPr>
        <p:spPr>
          <a:xfrm>
            <a:off x="1081171" y="296162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robot" descr="rob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088" y="3238544"/>
            <a:ext cx="599985" cy="5999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79" y="425260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「원인 진단을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 경보로」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요청만 낸다</a:t>
            </a:r>
          </a:p>
        </p:txBody>
      </p:sp>
      <p:sp>
        <p:nvSpPr>
          <p:cNvPr id="12" name="Chevron 11"/>
          <p:cNvSpPr/>
          <p:nvPr/>
        </p:nvSpPr>
        <p:spPr>
          <a:xfrm>
            <a:off x="4867534" y="335565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2434" y="300818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허용 확인</a:t>
            </a:r>
          </a:p>
        </p:txBody>
      </p:sp>
      <p:sp>
        <p:nvSpPr>
          <p:cNvPr id="14" name="Oval 13"/>
          <p:cNvSpPr/>
          <p:nvPr/>
        </p:nvSpPr>
        <p:spPr>
          <a:xfrm>
            <a:off x="3300054" y="2961627"/>
            <a:ext cx="1153819" cy="1153819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shield-check" descr="shield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971" y="3238544"/>
            <a:ext cx="599985" cy="5999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858963" y="425260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호스트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허용 목록에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있는 도구인가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가른다</a:t>
            </a:r>
          </a:p>
        </p:txBody>
      </p:sp>
      <p:sp>
        <p:nvSpPr>
          <p:cNvPr id="17" name="Chevron 16"/>
          <p:cNvSpPr/>
          <p:nvPr/>
        </p:nvSpPr>
        <p:spPr>
          <a:xfrm>
            <a:off x="7086417" y="335565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1317" y="300818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tools/call</a:t>
            </a:r>
          </a:p>
        </p:txBody>
      </p:sp>
      <p:sp>
        <p:nvSpPr>
          <p:cNvPr id="19" name="Oval 18"/>
          <p:cNvSpPr/>
          <p:nvPr/>
        </p:nvSpPr>
        <p:spPr>
          <a:xfrm>
            <a:off x="5518938" y="296162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plug-connected" descr="plug-connecte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854" y="3238544"/>
            <a:ext cx="599985" cy="5999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77846" y="425260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클라이언트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엔진 서버와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이어진 연결로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보낸다</a:t>
            </a:r>
          </a:p>
        </p:txBody>
      </p:sp>
      <p:sp>
        <p:nvSpPr>
          <p:cNvPr id="22" name="Chevron 21"/>
          <p:cNvSpPr/>
          <p:nvPr/>
        </p:nvSpPr>
        <p:spPr>
          <a:xfrm>
            <a:off x="9305300" y="335565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00200" y="300818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조회</a:t>
            </a:r>
          </a:p>
        </p:txBody>
      </p:sp>
      <p:sp>
        <p:nvSpPr>
          <p:cNvPr id="24" name="Oval 23"/>
          <p:cNvSpPr/>
          <p:nvPr/>
        </p:nvSpPr>
        <p:spPr>
          <a:xfrm>
            <a:off x="7737821" y="296162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아이콘:server" descr="server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4737" y="3238544"/>
            <a:ext cx="599985" cy="5999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96729" y="425260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엔진이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진단을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실행한다</a:t>
            </a:r>
          </a:p>
        </p:txBody>
      </p:sp>
      <p:sp>
        <p:nvSpPr>
          <p:cNvPr id="27" name="Oval 26"/>
          <p:cNvSpPr/>
          <p:nvPr/>
        </p:nvSpPr>
        <p:spPr>
          <a:xfrm>
            <a:off x="9956704" y="296162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database" descr="database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3620" y="3238544"/>
            <a:ext cx="599985" cy="5999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15612" y="425260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그래프의 증거 기준과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시계열 30초 평균을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읽는다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목록 한 건과 호출 한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모델은 목록의 설명과 입력 스키마로 도구를 고르고, 받은 값은 처리 상태와 기준 시각까지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tools/list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알려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도구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name         part_quotes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description  SCM: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부품별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견적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단가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inputSchema  part: string,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기본값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P-PMP-SEAL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annotations  readOnlyHint: true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tools/call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enterprise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mes_orders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{"asset": "HYD-01"}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받음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{"result": "ok",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"document": {"system": "MES",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"as_of": "2026-10-10T15:19:07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"facts": {"due_in_h": 5.98,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초기화 · 목록 · 호출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규약 판과 기능을 맞춘 뒤 tools/list로 목록을 받고, tools/call로 부른다.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inputSchema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넘길 값의 이름과 형이다. 형식이 맞아도 대상이 맞는지는 따로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result · as_of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조회의 처리 상태와 읽은 시각이다. MCP의 오류 표시와 따로 읽는다.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목록이 바뀌면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서버가 새 도구를 내놓아도 자동으로 허용되지 않는다.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방식과 설정: 포털과 로컬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stdio는 실행 명령으로, HTTP는 접속 주소로 적히고, 포털과 로컬은 설정 자리와 검사가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HYD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포털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테넌트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설정의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mcpServers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"neo4j": {"command": "uvx",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"args": ["mcp-neo4j-cypher@0.4.1",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"--transport", "stdio"]}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"hyd-dmn": {"type": "url",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"url": "http://dmn-mcp:8198/mcp",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"transport": "streamable_http"}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VS Code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.vscode/mcp.json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경로는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각자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PC)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"filesystem": {"type": "stdio",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"command": "&lt;Python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&gt;",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"args": ["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파일시스템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_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서버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.py",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"--read-only",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업무자료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"]}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stdio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클라이언트가 서버를 하위 프로세스로 띄워 표준 입출력으로 주고받는다. 띄우는 쪽 PC에서 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Streamable HTTP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이미 떠 있는 서버의 주소로 HTTP 요청을 보낸다. 여러 클라이언트가 함께 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포털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등록하고 연결 검사를 통과한 서버만 에이전트에 붙는다.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로컬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 PC에서 서버를 띄우고, 읽을 폴더와 읽기 전용을 인자로 정한다.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연결의 권한 · 실패 · 근거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권한을 그 일에 맞게 좁히고, 실패한 응답을 결과에 바르게 적는다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읽기 · 쓰기 경계의 세 겹: 포털과 로컬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도구가 스스로 단 표시, 실제 연결 검사, 허용 목록이 겹쳐야 읽기 도구만 부르고 쓰기는 승인 뒤로 남는다.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HYD 포털 · 로컬 VS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막는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도구의 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readOnlyHint. 판단 엔진의 쓰기 표시는 submit_decision · submit_purchase 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내가 띄운 서버가 단 표시를 목록에서 읽는다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서버가 스스로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적은 힌트일 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검사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실제로 접속해 목록을 받은 서버만, 검사 때와 설정이 같을 때만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내가 띄운 서버의 목록 · 호출을 직접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표시가 없거나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쓰기 이름인 도구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 목록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읽기로 판정된 도구 이름만, 표시 없는 도구는 별도 확인 없이 막음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도우미가 도구를 쓸 때 사람이 허용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요청은 해도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실행은 못 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쓰기의 자리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에이전트는 추천안 제출까지, 명령 · 작업지시 · 메일은 승인 뒤 시스템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실습 서버는 읽기 전용으로 띄운다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설비 · 업무의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실제 변경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최소 권한 · 파일 범위 · 비밀값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 일에 필요한 서버 · 폴더 · 비밀값만 주어야, 잘못 부른 도구가 닿을 수 있는 범위도 그만큼 좁아진다.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최소 권한 원칙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Principle of Least Privilege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맡은 일에 필요한 권한만 주고 나머지는 주지 않는다.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에이전트는 enterprise-maint, 구매 에이전트는 enterprise-purchase만 받는다.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파일 접근 범위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 폴더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실행마다 작업 폴더 하나, 밖은 읽거나 쓰지 않는다.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폴더 구분은 운영체제의 접근 통제가 아니어서 서버 인자 · 권한으로도 막는다.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비밀값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자리표시자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설정에는 ${SECRET:이름} 자리표시자만 두고 값은 실행 직전에 채운다.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없으면 그 서버를 빼고 시작한다.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0행 · 연결 실패 · 호출 오류 · 시간 초과 · 잘림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응답이 비었다는 것과 응답을 받지 못했다는 것은 다른 사실이어서, 결과에 적는 문장도 달라야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응답이 알려 준 것 → 결과에 적는 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상태의 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0행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조회는 됐고 조건에 맞는 행이 없다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「맞는 기록 없음」. 수량 0으로 바꾸지 않는다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 범위에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기록이 없다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실패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분류와 사유: refused · unreachable · timeout · auth …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「확인하지 못함」과 그 사유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서버에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닿지 못했다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오류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result: error와 오류 종류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빈 성공으로 바꾸지 않고 오류를 적는다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닿았지만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실행이 실패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시간 초과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제한 시간 안에 결과가 없다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안 됐다고 단정하지 않고, 다시 부르기 전 처리 여부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처리됐는지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잘림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일부만 받았다(예: 평가 결과 128,466자)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읽은 범위와 못 읽은 범위를 밝힌다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일부만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안다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Notion 읽기가 실패한 다음 협의 안건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다음 협의 안건을 만들던 에이전트가 내 Notion 회의 기록을 읽으려다 인증 오류를 받았다.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안건에 적을 내용으로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읽어 온 기록이 없으니 「남은 확인 없음」으로 적는다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지난주에 읽어 둔 기록으로 채우고 따로 밝히지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Notion 기록을 확인하지 못했다고 사유와 함께 적고, 그 기록에 기대는 항목은 남은 확인으로 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인증 없이 읽히는 다른 서버를 찾아 같은 기록을 가져오게 한다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외부 자료를 엮은 다음 협의 안건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다음 협의 안건은 회의 스킬의 결과에 여러 서버의 사실을 붙인 것이라, 칸마다 어느 도구의 어느 결과인지 남아야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안건의 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가져오는 도구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근거로 남길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결정할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 스킬의 미결 항목 ·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Notion 회의 · 학습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회의록의 절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Notion 페이지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확인된 사실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파일 서버로 읽은 점검 메모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파일 경로와 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바뀐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Git 서버의 변경 이력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커밋과 날짜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남은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직접 만든 점검 메모 조회 도구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조회 입력과 결과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 시각 · 실패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시간 서버 · 접근에 실패한 도구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안건을 만든 시각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「확인하지 못함」과 사유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MCP 도구 연결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 Notion 기록과 파일 · Git · 시간 서버, 직접 만든 조회 도구를 엮어 다음 협의 안건을 만든다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외부 MCP와 내 도구로 만드는 다음 협의 안건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 Notion 기록과 파일 · Git · 시간 서버, 직접 만든 조회 도구를 엮어 근거가 붙은 다음 협의 안건을 만든다.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8004"/>
            <a:ext cx="2567863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519172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내 Notion 회의 · 학습 기록을 읽기로 연결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파일 · Git · 시간 서버를 설정한다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3494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3494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설정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318004"/>
            <a:ext cx="2567863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5415" y="2519172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 도구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제공 서버 골격에 점검 메모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 함수를 만들어 함께 부른다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9423" y="52349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9423" y="5234940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직접 만든 도구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318004"/>
            <a:ext cx="2567863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2519172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협의 안건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앞 회의 스킬을 다시 써서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결정할 질문 · 확인된 사실 · 남은 확인 · 근거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1607" y="523494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523494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안건 파일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2318004"/>
            <a:ext cx="2567863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783" y="2519172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회의 · 후속 변경과 대조해 결정이 빠지거나 겹치지 않는다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접근 실패를 업무 없음으로 적지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3791" y="523494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3791" y="523494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 기록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결과물마다 맡긴 일과 가를 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이번 회차의 결과물마다 에이전트에게 맡긴 일과 연결한 자료 · 도구가 다르고, 그래서 가를 짝도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맡긴 일과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헷갈리기 쉬운 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추천안(포털)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배정된 스킬 · 기준 서버 · 허용 목록 안에서 원인을 가리고 후보를 견준다</a:t>
            </a:r>
          </a:p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확인: 판단 번호를 받아도 명령은 승인 뒤 시스템이 낸다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에이전트의 제출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승인 뒤 실행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요청 초안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 · 시계열을 도구로 읽어 근거와 확인 항목을 붙인다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확인: 다른 설비 사례에서도 세 상태와 보류가 지켜지나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가설 vs 확인된 원인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신선도 vs 표본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후속 목록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스킬이 결정 · 제안 · 미정을 원문 근거와 함께 가른다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확인: 두 원문에 다시 적용해도 특정 회의에 맞춘 지시가 없나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전달 vs 완료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미정 vs 지어낸 담당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협의 안건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MCP로 Notion · 파일 · Git · 시간 · 내 도구를 엮는다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확인: 다른 회의 · 후속 변경과 대조해 결정이 빠지거나 겹치지 않나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0행 vs 접근 실패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결정 vs 결정할 질문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넷 모두에 공통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결과의 값은 그 값을 준 호출의 입력 · 출력 · 관측 시각으로 되짚는다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확인: 받지 못한 것은 「확인하지 못함」으로 남았나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진행 설명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실제 호출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이번 회차의 에이전트 · 스킬 · MCP에서 쓰는 용어를 정식 명칭과 한 줄 뜻으로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1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1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1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 ·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Large Language Model · Retrieval-Augmented Generation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응답을 만드는 대규모 언어 모델과, 검색한 자료를 답의 근거로 넣는 방식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4254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053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1053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AI Agent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목표를 받아 도구 결과를 보며 다음 행동을 정하고, 완료 · 멈춤 조건에서 끝내는 시스템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2310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110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9110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Agent Loop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 해석 · 계획 · 도구 호출 · 결과 관찰을 되풀이하다 종료하는 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신선도 · 표본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Freshness · Coverage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판단 시점에서 얼마나 묵었는지와, 구간을 채울 만큼 값이 들어왔는지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84244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52239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952239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Structured Output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다음 단계가 읽도록 항목 이름과 형식을 정해 둔 결과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64811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3280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3280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Agent Skill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반복되는 일의 수행 방법을 이름 붙여 적은 지침 묶음(SKILL.md)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4538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1337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1337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Model Context Protocol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AI 애플리케이션이 외부 도구 · 데이터에 연결하는 방식을 정한 개방형 프로토콜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2594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9394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호스트 · 클라이언트 · 서버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9394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Host · Client · Server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모델을 가진 애플리케이션, 서버 하나와의 연결, 도구를 내주는 프로그램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0651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87451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최소 권한 원칙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7451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Principle of Least Privilege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맡은 일에 필요한 권한만 주는 원칙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진행 설명만 남은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 요청 초안에 「냉각 효율을 확인했다」고 적혔는데, 처리 기록에는 그 값을 돌려준 호출이 없다.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초안의 근거를 어떻게 봐야 하나?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진행 설명에 확인했다고 남겼으니 확인된 근거로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값을 돌려준 호출을 찾지 못했으니 근거가 확인되지 않은 것으로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초안에 46.2 %라는 값이 적혀 있으니 시계열 DB를 읽은 것으로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모델이 쿨러 사건을 학습했을 수 있으니 값을 그대로 쓴다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Notion 서버 없이 도는 회의 스킬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회의 후속 스킬에 Notion 기록을 읽으라고 적었지만, Notion 서버가 연결되지 않아 결과에 기록이 없다.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먼저 고칠 곳으로 알맞은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스킬의 절차에 Notion 도구의 입력 스키마를 옮겨 적는다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스킬의 description을 더 자세히 고쳐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기록이 없으니 「다음 협의 안건 없음」으로 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Notion 서버를 연결하고 도구 목록에서 읽기 도구를 확인한다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승인 전의 추천안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긴급 대응 에이전트가 추천안을 제출하고 판단 번호를 받았지만, 운전원은 아직 승인하지 않았다.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이때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시스템은 팬 속도 명령을 보내지 않고 승인을 기다린다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번호를 받았으니 에이전트가 작업지시를 등록한다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제출과 동시에 팬 속도 명령이 나가고 승인은 뒤에 기록된다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승인 도구를 불러 스스로 승인한다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근거를 호출 기록으로 가리는지, 지침과 도구를 구분하는지, 제출과 실행의 경계를 지키는지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진행 설명과 적힌 값은 확인의 증거가 아니다. 그 값을 돌려준 호출의 입력 · 출력을 찾아야 근거가 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스킬은 방법을 적은 글이고 실행은 서버가 한다. 서버가 연결되지 않으면 그 기록을 받지 못한다.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에이전트의 일은 추천안 제출까지다. 명령 · 작업지시는 사람이 승인한 뒤 시스템이 이어 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