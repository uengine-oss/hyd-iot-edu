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설비 자료를 지식 구조로 만들고, 필요한 정보를 그래프에서 찾겠습니다. 이어서 작업 절차와 판단 조건을 구별하고, 어떤 조치를 할 수 있는지 근거를 담은 표로 정리하겠습니다. 먼저 대상을 어떻게 나누고 연결하는지부터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현장의 대상과 값, 관계를 나누고 스키마로 정의하는 것이 출발점입니다. 식별자와 제약으로 일관성을 지키고, 그래프에 저장한 지식을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 핵심 용어와 퀴즈를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이어지는 그래프 구현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구조로 만들었으니, 아홉 번째 단원에서는 작업 절차와 수행 조건을 연결하겠습니다.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두 번째 물음, 이 조치를 지금 해도 되는지를 다룹니다. 앞에서 조치를 어떤 절차로 수행하는지를 매뉴얼에서 읽고 지식 그래프에 이었죠. 이어서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이제 작업 기준에서 조건을 찾아 표로 옮겨 보겠습니다. 규칙을 통과한 후보들의 성과를 비교하는 BSC와 KPI는 다음 회차에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그래프의 대상과 관계를 설계한 데 이어, 이제 조치를 판단하는 조건을 만들어 보겠습니다. 작업 기준 자료를 내려받고 폴더를 연 뒤, 조건표와 사례별 판단 기록을 직접 작성하겠습니다.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경고·감점·제외를 구별하며 온도와 압력의 경계값을 대입하고, 운전 모드와 설비 상태가 동시에 걸리는 경우도 확인하겠습니다. 입력이 없으면 허용으로 넘기지 않고 보류합니다. 결과만 적지 않고 어느 원문 조건 때문에 제외했는지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 절차와 조건표까지 살펴봤습니다.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 전체를 쓰는 것이 아니라 앞에서 본 비교 검사와 평가 함수를 사용합니다.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현장 모드가 수동으로 바뀌었습니다. 첫째, 추천 때 통과했으니 명령을 보냅니다. 둘째, 현재 조건을 다시 확인해 원격 조치를 제외하고 근거를 남깁니다. 셋째, 결정표가 있으니 SOP의 확인 단계를 지웁니다. 넷째, 제외됐으니 현장 정비도 완료로 적습니다. 어떤 처리가 절차와 판단의 역할에 맞는지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정답은 2번입니다. 추천할 때 확인한 값이 승인할 때도 같다고 보장할 수는 없습니다. 현재 모드가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결과에서 원문 절까지 되짚을 수 있게 남긴다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동작의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운전 모드가 원격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원격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