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부제(설계 → 그래프에서 찾기 → 절차와 조건으로 연결)</a:t>
            </a:r>
          </a:p>
          <a:p>
            <a:r>
              <a:t>· 이 회차: 설비 지식을 구조로 정리해 그래프에서 찾아 쓰고, 작업 절차와 판단 조건을 구별해 어떤 조치를 할 수 있는지 근거를 담은 표로 정리</a:t>
            </a:r>
          </a:p>
          <a:p>
            <a:r>
              <a:t>· 여는 물음: 쿨러에 이상이 생기면 어떤 센서부터 보나, 그 값의 한계는 어디 있나, 어떤 원인을 의심하나</a:t>
            </a:r>
          </a:p>
          <a:p>
            <a:r>
              <a:t>· 사람은 매뉴얼과 기록을 뒤져 연결을 찾지만, 컴퓨터는 설비 · 센서 · 증상 · 원인이 미리 정해진 구조로 이어져 있어야 같은 길을 간다</a:t>
            </a:r>
          </a:p>
          <a:p>
            <a:r>
              <a:t>· 범위: 그 구조를 만들고, 그 구조로 판단하는 데까지</a:t>
            </a:r>
          </a:p>
          <a:p>
            <a:r>
              <a:t>[다음] 쿨러 경보 하나에 답하는 네 단계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카드(구현과 작업 판단) 강조</a:t>
            </a:r>
          </a:p>
          <a:p>
            <a:r>
              <a:t>· 쿨러 성능 저하 경보 하나에 답하는 지식을 세워 가는 순서</a:t>
            </a:r>
          </a:p>
          <a:p>
            <a:r>
              <a:t>· 1 클래스 · 인스턴스와 관계: 오일 쿨러 · 유온 센서를 종류와 실제 대상으로 가르고, 경보에서 교체품까지 방향과 연결 수를 정해 잇는다</a:t>
            </a:r>
          </a:p>
          <a:p>
            <a:r>
              <a:t>· 2 스키마: 이름이 다른 같은 부품을 식별자 하나로 묶고, 자료형 · 필수값 · 연결 제약으로 잘못 들어온 값을 잡는다</a:t>
            </a:r>
          </a:p>
          <a:p>
            <a:r>
              <a:t>· 3 그래프 DB와 Cypher: 설비의 센서 · 부품을 찾고(MATCH · WHERE), 대상과 관계를 넣는다(CREATE · MERGE)</a:t>
            </a:r>
          </a:p>
          <a:p>
            <a:r>
              <a:t>· 4 구현과 판단: 설계한 그래프를 넣어 검증하고, SOP의 순서와 DMN의 조건을 나눠 조치 허용 · 제외 표를 만든다</a:t>
            </a:r>
          </a:p>
          <a:p>
            <a:r>
              <a:t>[다음] 갈 길을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아홉 줄 위에서부터, 오른쪽 이론 · 실습 번호</a:t>
            </a:r>
          </a:p>
          <a:p>
            <a:r>
              <a:t>· 앞 세 단원 묶음: 클래스와 관계 → 스키마 · 식별자 · 제약 → 그래프 저장과 조회 · 생성</a:t>
            </a:r>
          </a:p>
          <a:p>
            <a:r>
              <a:t>· 실습 1~4: 있는 그래프 조회 → 포털 지식 지도로 기준 지식 탐색 → 설비 자료로 직접 설계 → 그래프에 넣고 검증</a:t>
            </a:r>
          </a:p>
          <a:p>
            <a:r>
              <a:t>· 이어서 작업 절차와 결정표 → 조치 허용 · 제외 조건표 실습 5 → 용어 · 퀴즈 정리</a:t>
            </a:r>
          </a:p>
          <a:p>
            <a:r>
              <a:t>· 첫 묶음: 대상을 나누고 잇는 법을 배우고, 그 구분으로 경보와 구매 판단 문제를 직접 푼다</a:t>
            </a:r>
          </a:p>
          <a:p>
            <a:r>
              <a:t>[다음] 첫 단원, 유온 센서 하나에서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부제(센서 교체 · 경보 원인 · 부품 주문)</a:t>
            </a:r>
          </a:p>
          <a:p>
            <a:r>
              <a:t>· 물음: 쿨러 이상으로 유온 센서를 찾았는데 이름만 적혀 있다면? 무슨 값을 내는지, 어느 장치를 보는지 모른다</a:t>
            </a:r>
          </a:p>
          <a:p>
            <a:r>
              <a:t>· 이 단원: 어떤 종류의 대상인지 → 이름 · 단위 같은 값 → 재는 물리량 · 주변 장치와 관계</a:t>
            </a:r>
          </a:p>
          <a:p>
            <a:r>
              <a:t>· 여기서 세우는 말(클래스 · 인스턴스 · 속성 · 관계)을 스키마와 쿼리까지 회차 끝까지 쓴다</a:t>
            </a:r>
          </a:p>
          <a:p>
            <a:r>
              <a:t>[다음] 종류와 실제 대상을 나누는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설비 세 대 → 왼쪽 클래스 → 오른쪽 강조한 인스턴스 → 각 칸 마지막 줄</a:t>
            </a:r>
          </a:p>
          <a:p>
            <a:r>
              <a:t>· 경보가 어느 설비에서 났는지 가리려면 세 대가 구별돼야 하고, 동시에 모두 설비라는 공통점</a:t>
            </a:r>
          </a:p>
          <a:p>
            <a:r>
              <a:t>· 클래스 = 공통 특성을 가진 대상의 유형. 적을 속성과 맺을 관계를 정한다. 새 센서를 달아도 다시 만들지 않는다</a:t>
            </a:r>
          </a:p>
          <a:p>
            <a:r>
              <a:t>· 인스턴스 = 그 유형의 실제 대상 하나. 유온 센서와 냉각 효율 채널은 같은 센서 클래스의 서로 다른 인스턴스(「유온 센서는 센서의 하나이다」)</a:t>
            </a:r>
          </a:p>
          <a:p>
            <a:r>
              <a:t>· 찾을 때: 센서 전부는 클래스로, 유온 센서의 단위는 인스턴스 하나로 묻는다</a:t>
            </a:r>
          </a:p>
          <a:p>
            <a:r>
              <a:t>· 주의: 같은 센서를 이름만 바꿔 두 번 등록하면 인스턴스가 둘 → 목록에 두 번. 인스턴스는 적은 줄 수가 아니라 실제 대상 수만큼</a:t>
            </a:r>
          </a:p>
          <a:p>
            <a:r>
              <a:t>[다음] 센서에 채우는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공통 항목 → 가운데 두 채널의 값 → 오른쪽 「현장에서 쓰는 때」 → 강조한 계산 채널 여부 줄</a:t>
            </a:r>
          </a:p>
          <a:p>
            <a:r>
              <a:t>· 속성 = 값을 담는 항목, 속성값 = 실제로 채운 내용</a:t>
            </a:r>
          </a:p>
          <a:p>
            <a:r>
              <a:t>· 식별자: 같은 센서는 이름을 어떻게 적든 하나. 이름은 사람이 읽는 말, 프로그램은 식별자로 찾는다</a:t>
            </a:r>
          </a:p>
          <a:p>
            <a:r>
              <a:t>· 태그: 계측 데이터를 찾는 항목. 어느 센서든 같은 태그 항목을 읽는다</a:t>
            </a:r>
          </a:p>
          <a:p>
            <a:r>
              <a:t>· 단위는 단위 칸에만: 숫자 칸에 붙여 적으면 글자가 돼 측정값과 비교 못 한다</a:t>
            </a:r>
          </a:p>
          <a:p>
            <a:r>
              <a:t>· 계산 채널 여부 참 = 달린 계기가 없다 → 값이 이상하면 센서 교체가 아니라 계산에 쓰인 값부터 본다</a:t>
            </a:r>
          </a:p>
          <a:p>
            <a:r>
              <a:t>· 같은 항목을 같은 형식으로 채워야 프로그램도 사람도 같은 자리에서 판단</a:t>
            </a:r>
          </a:p>
          <a:p>
            <a:r>
              <a:t>[다음] 한계는 어디에 둘까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가정(센서에 한계) → 오른쪽 강조한 지금 그래프(상태 변수에 한계)</a:t>
            </a:r>
          </a:p>
          <a:p>
            <a:r>
              <a:t>· 높아졌는지 판단엔 한계가 필요. 이 한계는 인터록의 기준 = 설비를 보호하려 정한 경계</a:t>
            </a:r>
          </a:p>
          <a:p>
            <a:r>
              <a:t>· 센서에 적으면: 교체 때 새 센서에 다시 적고, 하나 더 달면 두 군데 → 한쪽만 고치면 같은 유온에 한계가 둘, 경보 판정이 갈라진다</a:t>
            </a:r>
          </a:p>
          <a:p>
            <a:r>
              <a:t>· 상태 변수 = 설비 상태를 나타내는 물리량(기름 온도 · 팬 속도). 유온 센서는 태그 TS1 · 단위 ℃만, 유온에 정상값 48 ℃ · 한계 65 ℃</a:t>
            </a:r>
          </a:p>
          <a:p>
            <a:r>
              <a:t>· 센서를 바꾸든 더 달든 관리할 기름 온도는 같다 → 한계는 유온 한 곳에</a:t>
            </a:r>
          </a:p>
          <a:p>
            <a:r>
              <a:t>· 경보 기준은 센서가 아니라 센서가 재는 상태 변수에서 찾는다</a:t>
            </a:r>
          </a:p>
          <a:p>
            <a:r>
              <a:t>[다음] 값을 읽는 일과 다른 대상으로 건너가는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데이터 속성 → 오른쪽 강조한 객체 간 관계 → 오른쪽 마지막 줄(다른 이름들)</a:t>
            </a:r>
          </a:p>
          <a:p>
            <a:r>
              <a:t>· 태그는 센서 칸 하나, 유온의 한계는 센서에서 유온으로 건너가 읽는다</a:t>
            </a:r>
          </a:p>
          <a:p>
            <a:r>
              <a:t>· 데이터 속성 = 인스턴스에 값을 붙인다(센서 태그 · 단위, 유온 한계). 칸 하나 읽으면 끝</a:t>
            </a:r>
          </a:p>
          <a:p>
            <a:r>
              <a:t>· 객체 간 관계 = 인스턴스를 다른 인스턴스에 잇는다(유온 센서 → 유온 「읽는다」)</a:t>
            </a:r>
          </a:p>
          <a:p>
            <a:r>
              <a:t>· 기준은 글자냐 숫자냐가 아니라, 정보가 그 대상 칸 하나에 있나, 자기 정보를 가진 다른 대상에 있나</a:t>
            </a:r>
          </a:p>
          <a:p>
            <a:r>
              <a:t>· 현장에선 같은 기름 온도를 유온 · 오일 온도 · 작동유 온도로 섞어 부른다. 글자로만 적으면 세 값이 돼 한계 물음이 한 이름에만 닿는다 → 유온을 대상으로 두고 이으면 어떤 이름이든 같은 기준</a:t>
            </a:r>
          </a:p>
          <a:p>
            <a:r>
              <a:t>[다음] 이 센서가 어느 장치를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설비 → 강조한 구성 요소 → 부품, 오른쪽 「현장에서 찾는 때」</a:t>
            </a:r>
          </a:p>
          <a:p>
            <a:r>
              <a:t>· 설비 = HYD-01 같은 유압 파워팩 한 대(같은 모델 세 대). 경보가 난 한 대를 가린다</a:t>
            </a:r>
          </a:p>
          <a:p>
            <a:r>
              <a:t>· 구성 요소 = 설비를 이루며 하나의 역할을 맡는 장치(오일 쿨러). 유온 센서와 냉각 효율 채널로 상태를 본다</a:t>
            </a:r>
          </a:p>
          <a:p>
            <a:r>
              <a:t>· 부품 = 그 장치 안에서 갈아 끼우는 교체품(쿨러 코어, 부품 번호 P-CLR-CORE)</a:t>
            </a:r>
          </a:p>
          <a:p>
            <a:r>
              <a:t>· 일상에선 장치도 부품이라 부르지만 모델에선 역할로 구별: 상태를 살피는 쪽 = 구성 요소, 교체하는 쪽 = 부품</a:t>
            </a:r>
          </a:p>
          <a:p>
            <a:r>
              <a:t>· 품명은 사람마다 달라도 부품 번호는 하나 → 주문은 번호로. 쿨러 · 열교환기로 불러도 구성 요소는 하나</a:t>
            </a:r>
          </a:p>
          <a:p>
            <a:r>
              <a:t>[다음] 이상이 보였을 때 무엇이 사실이고 무엇이 후보인가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증상 → 강조한 고장 유형 → 원인 → 증거, 오른쪽 「언제 사실이 되나」</a:t>
            </a:r>
          </a:p>
          <a:p>
            <a:r>
              <a:t>· 기록할 때 나눌 것: 무엇이 보였나/왜 그렇게 됐나</a:t>
            </a:r>
          </a:p>
          <a:p>
            <a:r>
              <a:t>· 증상(유온 상승 · 냉각 효율 저하) = 경보가 울린 순간 이미 사실</a:t>
            </a:r>
          </a:p>
          <a:p>
            <a:r>
              <a:t>· 고장 유형 = 증상으로 살펴볼 기능상 문제, 어느 구성 요소의 어떤 고장(쿨러 냉각 성능 상실)</a:t>
            </a:r>
          </a:p>
          <a:p>
            <a:r>
              <a:t>· 원인 후보: 핀 오염 · 팬 구동 불량 · 주변 온도 상승. 증거로 하나를 가린 뒤에야 사실</a:t>
            </a:r>
          </a:p>
          <a:p>
            <a:r>
              <a:t>· 증거 = 원인을 가리는 계측값 조건. 핀 오염: 냉각 효율 평균 70 % 미만 + 팬 진동 정상</a:t>
            </a:r>
          </a:p>
          <a:p>
            <a:r>
              <a:t>· 유온 상승을 본 순간 원인을 핀 오염으로 적으면 확인 안 한 후보가 사실처럼 남아 엉뚱한 조치로. 증상 · 원인도 각 클래스의 인스턴스로 구별해야 연결된다</a:t>
            </a:r>
          </a:p>
          <a:p>
            <a:r>
              <a:t>[다음] 나눈 대상을 화살표로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HYD-01 → 오일 쿨러 → 유온 센서 → 유온, 선 위 영어 이름 → 오른쪽 아래 점선(쿨러 코어) → 왼쪽 아래 예비 펌프</a:t>
            </a:r>
          </a:p>
          <a:p>
            <a:r>
              <a:t>· 설비는 구성 요소를 갖고, 구성 요소는 센서로 계측되고, 센서는 상태 변수를 읽는다. 대문자 영어 = 저장된 관계 이름, 쿼리에서 한 글자도 안 바꾼다</a:t>
            </a:r>
          </a:p>
          <a:p>
            <a:r>
              <a:t>· 관계 유형 = 이름 + 방향 + 양 끝 클래스를 한꺼번에 정한 것. 계측 관계: 시작 구성 요소, 끝 센서</a:t>
            </a:r>
          </a:p>
          <a:p>
            <a:r>
              <a:t>· 정해 두면 「이 연결을 넣어도 되나」를 판단: 점선(쿨러 → 쿨러 코어를 계측 관계로)은 끝이 센서가 아니라 부품 → 스키마 검사에서 끝점 위반. 교체품은 부품용 관계로</a:t>
            </a:r>
          </a:p>
          <a:p>
            <a:r>
              <a:t>· 예비 펌프: 계측 태그가 없어 계측 관계를 잇지 않는다. 관계가 없는 것도 정보 — 억지로 붙이면 없는 계측값을 찾으러 가는 길이 생긴다</a:t>
            </a:r>
          </a:p>
          <a:p>
            <a:r>
              <a:t>[다음] 팬을 움직이는 일과 기름이 식는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조작 관계 → 오른쪽 강조한 영향 관계(부호 -1 · +1) → 오른쪽 마지막 줄</a:t>
            </a:r>
          </a:p>
          <a:p>
            <a:r>
              <a:t>· 구동기 = PLC가 값을 써서 움직이는 장치. 팬 인버터 → 팬 속도 「바꾼다」. 유온엔 직접 값을 써 넣을 수 없다</a:t>
            </a:r>
          </a:p>
          <a:p>
            <a:r>
              <a:t>· 팬 속도 → 유온 「영향을 준다」, 부호 -1(팬이 오르면 유온은 내려감). 펌프 부하 → 유온 +1(부하가 오르면 발열로 유온 상승). 연결에 붙는 값 = 관계의 속성</a:t>
            </a:r>
          </a:p>
          <a:p>
            <a:r>
              <a:t>· 조치를 고를 때 물음 둘: 무엇에 값을 써 넣을 수 있나(조작), 그러면 무엇이 어느 쪽으로 변하나(영향)</a:t>
            </a:r>
          </a:p>
          <a:p>
            <a:r>
              <a:t>· 유온을 낮추는 길 두 가지: 팬 속도를 올리거나 펌프 부하를 줄이거나. 부하를 줄이면 생산 속도도 떨어져 대가가 다르다 → 뒤 조치 판단의 출발점</a:t>
            </a:r>
          </a:p>
          <a:p>
            <a:r>
              <a:t>· 주의: 부호가 -여도 화살표를 뒤집지 않는다. -1은 「1도 낮춰라」도 하락 폭도 아닌 방향뿐</a:t>
            </a:r>
          </a:p>
          <a:p>
            <a:r>
              <a:t>[다음] 오일 쿨러에서 묻는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강조한 오일 쿨러 → 원마다 붙은 물음 넷 → 왼쪽 아래 들어오는 고장 선 → 왼쪽 위 설비 선 → 오른쪽 나가는 계측 · 부품 선</a:t>
            </a:r>
          </a:p>
          <a:p>
            <a:r>
              <a:t>· 물음 「어떤 고장이 생길 수 있나」 → 냉각 성능 상실에서 쿨러로 들어오는 선(고장 유형이 이 구성 요소에서 발생)을 거슬러 간다</a:t>
            </a:r>
          </a:p>
          <a:p>
            <a:r>
              <a:t>· 「어느 설비?」 → HYD-01에서 들어오는 선을 거슬러</a:t>
            </a:r>
          </a:p>
          <a:p>
            <a:r>
              <a:t>· 「무엇으로 보나?」 → 나가는 계측 관계 둘(유온 센서 · 냉각 효율 채널). 「무엇을 교체?」 → 나가는 부품 관계(쿨러 코어)</a:t>
            </a:r>
          </a:p>
          <a:p>
            <a:r>
              <a:t>· 거슬러 보기는 반대 관계를 새로 만드는 게 아니라 저장된 관계를 반대편에서 찾는 것</a:t>
            </a:r>
          </a:p>
          <a:p>
            <a:r>
              <a:t>· 모델을 만들 때 물음마다 어느 선을 어느 쪽으로 따라갈지 먼저 정하면 무엇을 연결해야 하는지 드러난다</a:t>
            </a:r>
          </a:p>
          <a:p>
            <a:r>
              <a:t>[다음] 응용: 경보 하나에서 교체품까지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줄 왼쪽부터 유온 센서 → 유온 상승 → 강조한 냉각 성능 상실 → 오일 쿨러, 아래 줄 냉각 효율 낮음 → 핀 오염 → 쿨러 코어</a:t>
            </a:r>
          </a:p>
          <a:p>
            <a:r>
              <a:t>· 한 그림에 경보 한 건의 물음 넷: 무엇이 보였나, 어느 장치의 어떤 고장인가, 원인을 무엇으로 가리나, 무엇을 교체하나</a:t>
            </a:r>
          </a:p>
          <a:p>
            <a:r>
              <a:t>· 위 줄: 유온 상승(증상)은 유온 센서에서 보이고, 냉각 성능 상실을 가리키며, 그 고장은 오일 쿨러에서 발생</a:t>
            </a:r>
          </a:p>
          <a:p>
            <a:r>
              <a:t>· 아래 줄: 핀 오염이 냉각 성능 상실을 일으키고, 냉각 효율이 낮다는 증거로 확인. 오일 쿨러는 쿨러 코어를 쓴다</a:t>
            </a:r>
          </a:p>
          <a:p>
            <a:r>
              <a:t>· 쿨러 사건에서 에이전트가 경보 → 원인 후보 → 후보별 증거 값으로 가린 길이 바로 이 선들</a:t>
            </a:r>
          </a:p>
          <a:p>
            <a:r>
              <a:t>· 선 하나가 빠지면: 핀 오염 → 증거 선이 없으면 후보는 찾아도 가릴 방법이 없다. 경보 하나를 끝까지 따라가 보면 모델의 빈 곳이 드러난다</a:t>
            </a:r>
          </a:p>
          <a:p>
            <a:r>
              <a:t>[다음] 관계를 더 정밀하게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관계를 한 걸음 더 정밀하게: 연결 수를 정하는 카디널리티, 부품 · 공급사처럼 짝마다 달라지는 값의 자리</a:t>
            </a:r>
          </a:p>
          <a:p>
            <a:r>
              <a:t>· 이 둘로 설계를 고르고, 요구가 바뀔 때 어디를 고칠지까지 판단</a:t>
            </a:r>
          </a:p>
          <a:p>
            <a:r>
              <a:t>[다음] 새 연결을 받을지 가르는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1:1 → 1:N → N:1 → N:M, 가운데 실제 연결 → 오른쪽 새 연결 판정</a:t>
            </a:r>
          </a:p>
          <a:p>
            <a:r>
              <a:t>· 그릴 수 있다 ≠ 정의에 맞는다. 카디널리티 = 한쪽 대상 하나에 반대쪽이 몇 개까지. 시작 쪽 · 끝 쪽에서 한 번씩 읽는다</a:t>
            </a:r>
          </a:p>
          <a:p>
            <a:r>
              <a:t>· 1:1 팬 인버터 → 팬 속도: 팬 속도에 구동기를 하나 더 두면 값을 써 넣는 장치가 둘 → 받지 않는다</a:t>
            </a:r>
          </a:p>
          <a:p>
            <a:r>
              <a:t>· 1:N 핀 오염 → 증거 둘(냉각 효율 평균 낮음 · 팬 진동 정상, 쿨러 사건에서 확인한 값). 여럿 가능이지 꼭 둘은 아님. 증거 쪽에선 원인 하나 → 같은 증거를 다른 원인에 걸지 않는다</a:t>
            </a:r>
          </a:p>
          <a:p>
            <a:r>
              <a:t>· N:1 센서 → 상태 변수: 같은 유온을 재는 센서를 더 달아도 맞다 → 받는다</a:t>
            </a:r>
          </a:p>
          <a:p>
            <a:r>
              <a:t>· N:M 씰 키트 ↔ 세 공급사, A정밀은 다른 부품도 → 새 공급사는 기존 회사를 지우지 않고 함께 잇는다</a:t>
            </a:r>
          </a:p>
          <a:p>
            <a:r>
              <a:t>· 카디널리티는 선 개수가 아니라 어떤 연결을 받아들일지 정하는 기준</a:t>
            </a:r>
          </a:p>
          <a:p>
            <a:r>
              <a:t>[다음] 선언과 실제 데이터를 맞춰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넣기 전에 막을 연결 → 오른쪽 강조한 이미 들어 있는 어긋남</a:t>
            </a:r>
          </a:p>
          <a:p>
            <a:r>
              <a:t>· 왼쪽(가정): 1:1 조작 관계인데 팬 인버터에서 팬 속도와 펌프 부하로 둘 → 넣기 전에 멈추고 어느 쪽이 맞는지 확인</a:t>
            </a:r>
          </a:p>
          <a:p>
            <a:r>
              <a:t>· 오른쪽(실제): 설비 → 구성 요소는 1:N 선언인데 같은 기종 세 설비가 오일 쿨러 노드 하나를 함께 가리킨다</a:t>
            </a:r>
          </a:p>
          <a:p>
            <a:r>
              <a:t>· 쿨러 한 대를 셋이 나눠 쓴다는 뜻이 아니라 같은 기종의 공통 구성 지식을 노드 하나로 적은 것 → 다대다처럼 쓰인다</a:t>
            </a:r>
          </a:p>
          <a:p>
            <a:r>
              <a:t>· 선언을 적어도 DB가 알아서 막지 않는다. 선언 = 검사 기준, 저장된 연결을 세어 대조하는 일은 따로</a:t>
            </a:r>
          </a:p>
          <a:p>
            <a:r>
              <a:t>[다음] 어긋남을 어느 쪽으로 고칠까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공통 노드 하나(지금 그래프) → 오른쪽 강조한 설비마다 나누기 → 각 칸 끝 줄</a:t>
            </a:r>
          </a:p>
          <a:p>
            <a:r>
              <a:t>· 선언과 데이터가 어긋날 때 연결을 바로 지우는 게 답이 아니다. 두 설계 모두 가능하고 얻고 잃는 것이 다르다</a:t>
            </a:r>
          </a:p>
          <a:p>
            <a:r>
              <a:t>· 공통 노드: 장치별 센서 · 부품 찾기엔 충분, 노드가 적다. 대신 세 설비를 합쳐 세면 같은 센서가 세 번 나오고, 1:N 선언과 어긋나 선언을 고쳐야 한다</a:t>
            </a:r>
          </a:p>
          <a:p>
            <a:r>
              <a:t>· 설비마다 나누기: 1:N 선언에 맞고 설비마다 다른 기록(쿨러 교체 이력)을 붙일 수 있지만 노드가 설비 수만큼 는다</a:t>
            </a:r>
          </a:p>
          <a:p>
            <a:r>
              <a:t>· 고르는 기준은 답할 질문: 장치별 센서 · 부품이 목적이면 왼쪽 + 선언 수정. 설비별 교체 이력 요구가 오면 노드 하나에 달면 세 설비 이력이 섞이니 오른쪽처럼 데이터를 나눈다</a:t>
            </a:r>
          </a:p>
          <a:p>
            <a:r>
              <a:t>[다음] 짝마다 달라지는 값의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가운데 씰 키트 → 세 공급사로 나간 선의 숫자 → 오른쪽 아래 팬 베어링 선 → 원 안의 승인 여부(강조한 C트레이딩)</a:t>
            </a:r>
          </a:p>
          <a:p>
            <a:r>
              <a:t>· 부품에 단가를 적으면 누구 값인지 못 정하고, 공급사에 적으면 다른 부품 값과 섞인다 → 짝에 딸린 값은 공급 관계의 속성</a:t>
            </a:r>
          </a:p>
          <a:p>
            <a:r>
              <a:t>· 선마다 단가(만원) · 불량률(비율) · 납기(일): B-OEM 55 · 0.02 · 5일, C트레이딩 20 · 0.30 · 1일, A정밀 35 · 0.12 · 2일 → 가장 싼 곳은 빠르지만 불량률 최고, 가장 비싼 곳은 불량률 최저 · 납기 최장 → 셋을 함께 따진다</a:t>
            </a:r>
          </a:p>
          <a:p>
            <a:r>
              <a:t>· 같은 A정밀도 팬 베어링은 18 · 0.10 · 1일 → 부품이 바뀌면 값이 다르다</a:t>
            </a:r>
          </a:p>
          <a:p>
            <a:r>
              <a:t>· 원 안 값은 공급사에 딸림: C트레이딩은 승인 공급사가 아니다(avl false). 구매 규칙은 핵심 부품을 승인 공급사에서만 → 가장 싸고 빨라도 후보에서 뺀다</a:t>
            </a:r>
          </a:p>
          <a:p>
            <a:r>
              <a:t>· 승인 여부는 어느 부품을 사든 같은 값 → 관계가 아니라 공급사의 속성. 실제 구매도 승인 공급사 목록을 따로 두고 단가 · 품질 · 납기를 함께 본다</a:t>
            </a:r>
          </a:p>
          <a:p>
            <a:r>
              <a:t>[다음] 견적 한 줄을 네 자리로 가르기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클래스 → 속성 → 관계 → 강조한 관계의 속성, 오른쪽 「공급 견적 한 줄에서」</a:t>
            </a:r>
          </a:p>
          <a:p>
            <a:r>
              <a:t>· 견적 한 줄: 씰 키트를 A정밀에서 35만원 · 불량률 12 % · 2일</a:t>
            </a:r>
          </a:p>
          <a:p>
            <a:r>
              <a:t>· 클래스: 같은 속성 · 관계를 갖는 대상이 여럿(부품 · 공급사라는 정의), 견적이 몇 줄이 와도 그 정의를 따른다</a:t>
            </a:r>
          </a:p>
          <a:p>
            <a:r>
              <a:t>· 속성: 한 대상에 딸린 값(품번 P-PMP-SEAL, A정밀의 승인 공급사 여부)</a:t>
            </a:r>
          </a:p>
          <a:p>
            <a:r>
              <a:t>· 관계: 자기 정보를 가진 다른 대상(A정밀은 이름 · 승인 여부를 갖고 다른 부품도 공급) → 씰 키트 → A정밀 공급 관계</a:t>
            </a:r>
          </a:p>
          <a:p>
            <a:r>
              <a:t>· 관계의 속성: 짝마다 달라지는 값(단가 · 불량률 · 납기)</a:t>
            </a:r>
          </a:p>
          <a:p>
            <a:r>
              <a:t>· 잘못 가르면 길이 끊긴다: 쿨러 칸에 「쿨러 코어」를 글자로만 적으면 공급사로 못 간다. 물음: 한 대상의 값인가, 다른 대상인가, 두 대상 사이 조건인가</a:t>
            </a:r>
          </a:p>
          <a:p>
            <a:r>
              <a:t>[다음] 판단 문제: 비승인 공급사의 가격 인하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상황(C트레이딩 씰 키트 20 → 15만원) → 물음 → 보기 넷 → 정답 3</a:t>
            </a:r>
          </a:p>
          <a:p>
            <a:r>
              <a:t>· 보기 요지: ① 부품 단가를 고치고 C트레이딩 1순위 ② 공급사의 단가 속성을 고침 ③ 씰 키트 → C트레이딩 공급 관계의 단가만 고치고 여전히 후보에서 뺌 ④ 싸졌으니 승인 여부를 참으로</a:t>
            </a:r>
          </a:p>
          <a:p>
            <a:r>
              <a:t>· 생각할 시간(약 20초): 단가는 무엇에 딸린 값인가, 승인 여부는 가격으로 바뀌는 값인가</a:t>
            </a:r>
          </a:p>
          <a:p>
            <a:r>
              <a:t>· 정답 3: 단가는 짝마다 달라지는 값 → 그 짝의 공급 관계에서만 고친다</a:t>
            </a:r>
          </a:p>
          <a:p>
            <a:r>
              <a:t>· 1 · 2는 단가를 부품이나 공급사 한쪽에 두는 잘못</a:t>
            </a:r>
          </a:p>
          <a:p>
            <a:r>
              <a:t>· 승인 여부는 가격과 상관없는 공급사의 속성 → 값이 내려가도 구매 규칙은 C트레이딩을 그대로 뺀다. 4처럼 가격 보고 승인을 바꾸면 규칙이 지키려던 품질 기준이 무너진다</a:t>
            </a:r>
          </a:p>
          <a:p>
            <a:r>
              <a:t>[다음] 이 구분을 여럿이 따를 정의로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이 묶음(3~5 단원): 나눈 대상 · 값 · 연결을 여럿이 따를 정의로 적고 식별자와 제약으로 지킨다</a:t>
            </a:r>
          </a:p>
          <a:p>
            <a:r>
              <a:t>· 물음: 정비 기록의 「쿨러」, 설비 목록의 「오일 쿨러」, 다른 문서의 「열교환기」가 한 장치라는 걸 컴퓨터는 어떻게 아나</a:t>
            </a:r>
          </a:p>
          <a:p>
            <a:r>
              <a:t>· 설비 이름도 시스템마다 조금씩 다르다. 같은 대상이 이름마다 흩어지면 한쪽 지식을 다른 쪽에서 못 찾는다</a:t>
            </a:r>
          </a:p>
          <a:p>
            <a:r>
              <a:t>· 단원 끝에서 이름이 다른 부품 두 줄을 직접 판단</a:t>
            </a:r>
          </a:p>
          <a:p>
            <a:r>
              <a:t>[다음] 스키마와 인스턴스 데이터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가운데 스키마 열 → 오른쪽 인스턴스 데이터 열, 맨 윗줄 → 둘째 센서 예 → 가운데 세 줄(누가 읽나) → 강조한 마지막 줄</a:t>
            </a:r>
          </a:p>
          <a:p>
            <a:r>
              <a:t>· 스키마 = 클래스 · 속성 · 관계 · 제약의 정의(온톨로지를 실제로 적은 것). 실제 대상은 하나도 없다</a:t>
            </a:r>
          </a:p>
          <a:p>
            <a:r>
              <a:t>· 센서 예: 스키마는 「센서엔 태그가 있어야 하고 문자열」(모든 센서의 조건), 인스턴스는 유온 센서의 태그 TS1</a:t>
            </a:r>
          </a:p>
          <a:p>
            <a:r>
              <a:t>· 넣는 사람: 채울 칸과 조건을 읽는다. 검사: 어긋남을 가를 기준. 에이전트: 스키마 설명과 질문을 받아 질의를 만든다(클래스 · 관계의 이름과 방향), 답은 인스턴스 데이터에서</a:t>
            </a:r>
          </a:p>
          <a:p>
            <a:r>
              <a:t>· 셋이 같은 정의를 보니 넣은 칸을 검사도 에이전트도 같은 뜻으로 읽는다</a:t>
            </a:r>
          </a:p>
          <a:p>
            <a:r>
              <a:t>· 같은 기종이 한 대 늘면 스키마는 그대로, 설비 인스턴스와 연결만 는다. 스키마 한 줄을 고치면 그 클래스의 모든 인스턴스가 다시 판정 → 정의는 함께 정해 천천히, 데이터는 자주</a:t>
            </a:r>
          </a:p>
          <a:p>
            <a:r>
              <a:t>[다음] 이름이 셋인 같은 장치를 하나로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식별자 → 이름 → 별칭, 각 칸의 실제 값</a:t>
            </a:r>
          </a:p>
          <a:p>
            <a:r>
              <a:t>· 같은 오일 쿨러를 셋으로 등록하면 센서를 찾을 때 한 노드에 붙은 것만 나온다 → 대상을 가리키는 값과 사람이 부르는 말을 나눈다</a:t>
            </a:r>
          </a:p>
          <a:p>
            <a:r>
              <a:t>· 식별자 = 대상 하나의 고유한 값. 콜론 앞머리가 클래스를 드러낸다(구성 요소 · 센서 · 상태 변수) → 유온 센서와 유온이 다른 종류임이 보인다. 한 번 정하면 바꾸지 않는다(연결 · 검색의 기준)</a:t>
            </a:r>
          </a:p>
          <a:p>
            <a:r>
              <a:t>· 이름 = 사람이 읽는 한국어, 겹치거나 고쳐질 수 있다. 고쳐도 식별자 그대로라 연결도 남는다</a:t>
            </a:r>
          </a:p>
          <a:p>
            <a:r>
              <a:t>· 별칭 = 같은 대상의 다른 이름 목록. 질문의 말에서 대상을 찾는 단서(「작동유 온도」 검색 → 첫 결과 유온)</a:t>
            </a:r>
          </a:p>
          <a:p>
            <a:r>
              <a:t>· 유온 별칭의 TS1 ≠ 센서의 태그: 태그는 계측 채널의 칸, 별칭은 물리량을 찾는 단서 → 합치지 않는다</a:t>
            </a:r>
          </a:p>
          <a:p>
            <a:r>
              <a:t>· 「열교환기 점검」 → 별칭으로 오일 쿨러를 찾고, 그다음부터는 식별자로 센서 · 부품을 따라간다</a:t>
            </a:r>
          </a:p>
          <a:p>
            <a:r>
              <a:t>[다음] 응용: 저장소를 건너 같은 설비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①~④ 차례 → 가운데 실제 값 → 오른쪽 얻는 것 → 강조한 마지막 줄(건너뛰면)</a:t>
            </a:r>
          </a:p>
          <a:p>
            <a:r>
              <a:t>· 요청 「2호기 유온 이력 좀 보자」: 유온 값은 시계열 저장소, 오더 · 정비 이력은 업무 DB</a:t>
            </a:r>
          </a:p>
          <a:p>
            <a:r>
              <a:t>· ① 업무 DB 설비 표: 「유압 파워팩 2호기」의 설비 코드 HYD-02로 확정</a:t>
            </a:r>
          </a:p>
          <a:p>
            <a:r>
              <a:t>· ② 지식 그래프는 같은 설비를 「HYD-02 유압 파워팩」으로 → 이름은 달라도 코드가 같다. 공통 식별자 = 여러 저장소가 같은 대상을 같은 값으로 적은 것. 이 시스템도 이름으로 짐작하지 않고 코드끼리만 맞춘다</a:t>
            </a:r>
          </a:p>
          <a:p>
            <a:r>
              <a:t>· ③ 그래프에서 유온을 읽는 센서의 태그 TS1 → ④ 시계열 표에 설비 HYD-02 + 이름 열 TS1 + 기간. 열 이름이 아니라 맞춰 둔 값이 같아서 이어진다</a:t>
            </a:r>
          </a:p>
          <a:p>
            <a:r>
              <a:t>· 건너뛰면: 이름으로 맞추면 ①과 ②가 안 이어지고, 태그만 걸면 세 대가 함께 쓰는 센서 노드라 세 설비 유온이 조용히 섞인다</a:t>
            </a:r>
          </a:p>
          <a:p>
            <a:r>
              <a:t>· 사람의 말은 설비 코드로 먼저 확정 → 값은 코드 + 태그 + 기간. 업무 DB의 오더 · 정비 이력은 코드만으로</a:t>
            </a:r>
          </a:p>
          <a:p>
            <a:r>
              <a:t>[다음] 판단 문제: 이름이 다른 부품 두 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상황(구매 기록 「오일 쿨러 코어」, 그래프 「쿨러 코어」, 같은 부품 번호) → 물음 → 보기 넷 → 정답 3</a:t>
            </a:r>
          </a:p>
          <a:p>
            <a:r>
              <a:t>· 보기 요지: ① 새 식별자로 부품 노드 추가 ② 기존 노드 이름을 덮어씀 ③ 번호가 같으니 기존 쿨러 코어로 보고, 다른 이름을 둘 칸이 부품 정의에 있는지 본다 ④ 구성 요소 오일 쿨러의 별칭에 추가</a:t>
            </a:r>
          </a:p>
          <a:p>
            <a:r>
              <a:t>· 생각할 시간(약 20초): 같은 부품인지를 무엇으로 정하나, 다른 이름을 어디에 남기나</a:t>
            </a:r>
          </a:p>
          <a:p>
            <a:r>
              <a:t>· 정답 3: 부품 번호 = 공통 식별자(업무 DB 부품 표도 이 번호 기준) → 이름이 달라도 같은 부품. 부품 정의엔 식별자 · 이름 · 부품 번호 칸만, 별칭 칸이 없다 → 남기려면 정의부터(단원 끝에서 다시)</a:t>
            </a:r>
          </a:p>
          <a:p>
            <a:r>
              <a:t>· 1이 가장 위험: 저장 때 막는 것도 없어 같은 번호 노드가 둘 → 구매 판단은 번호로 찾은 부품이 하나가 아니면 범위를 못 정해 멈춘다</a:t>
            </a:r>
          </a:p>
          <a:p>
            <a:r>
              <a:t>· 2는 다른 기록 · 화면이 함께 쓰는 이름을 한 기록에 맞춰 바꿈, 4는 장치(구성 요소)와 교체품(부품)을 섞음</a:t>
            </a:r>
          </a:p>
          <a:p>
            <a:r>
              <a:t>[다음] 값과 연결의 조건 적기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물음: 데이터가 잘못 들어왔다는 걸 무엇을 기준으로 알아보나, 그리고 그 기준으로도 못 알아보는 건 무엇인가</a:t>
            </a:r>
          </a:p>
          <a:p>
            <a:r>
              <a:t>· 순서: 클래스 정의를 칸마다 읽기 → 자료형 · 허용값 → 필수 · 선택 → 관계의 양 끝</a:t>
            </a:r>
          </a:p>
          <a:p>
            <a:r>
              <a:t>· 그다음 검사가 어긋남을 어떻게 짚는지, 마지막에 검사를 통과해도 틀린 데이터</a:t>
            </a:r>
          </a:p>
          <a:p>
            <a:r>
              <a:t>[다음] 상태 변수 클래스의 정의 한 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영문 이름 → 한글 이름 · 설명 → 속성 목록(단위 · 종류 · 정상값 · 한계) → 종류의 세 허용값</a:t>
            </a:r>
          </a:p>
          <a:p>
            <a:r>
              <a:t>· 영문 이름 StateVariable = 이 클래스 노드에 붙는 레이블(노드가 어느 클래스인지 드러냄). 유온 노드에 붙어 「상태 변수 모두」 질의가 유온을 찾는다</a:t>
            </a:r>
          </a:p>
          <a:p>
            <a:r>
              <a:t>· 한글 이름 = 표 · 화면용, 설명 = 범위: 설비의 물리량, 조작 변수와 결과 변수가 있다 → 팬 속도처럼 바꾸는 값도, 유온처럼 따라 변하는 값도 든다</a:t>
            </a:r>
          </a:p>
          <a:p>
            <a:r>
              <a:t>· 속성 한 줄 = 칸 하나: 칸 이름 · 값의 종류 · 필수 여부. 단위 문자열 · 필수, 정상값 · 한계는 수 · 선택</a:t>
            </a:r>
          </a:p>
          <a:p>
            <a:r>
              <a:t>· 종류 칸은 받을 수 있는 값을 셋으로 못 박음</a:t>
            </a:r>
          </a:p>
          <a:p>
            <a:r>
              <a:t>· 화면은 발췌(설명 일부 · 계층 · 표준 칸 생략). 정의 한 벌이 칸마다 조건을 정하니 넣는 사람마다 칸을 다르게 만들 여지가 없다</a:t>
            </a:r>
          </a:p>
          <a:p>
            <a:r>
              <a:t>[다음] 칸마다의 값의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문자열 → 수 → 참 · 거짓 → 목록 → 강조한 열거형, 오른쪽 「할 수 있는 일」</a:t>
            </a:r>
          </a:p>
          <a:p>
            <a:r>
              <a:t>· 한계가 글자로 들어오면 프로그램은 크기를 못 견준다 → 칸마다 자료형</a:t>
            </a:r>
          </a:p>
          <a:p>
            <a:r>
              <a:t>· 문자열(태그 · 단위 · 이름): 글자가 같은지 맞춰 찾는다(태그로 시계열 채널 고르기)</a:t>
            </a:r>
          </a:p>
          <a:p>
            <a:r>
              <a:t>· 수(정상값 48 · 한계 65): 측정값과 비교 · 차이 계산. 참 · 거짓(계산 채널 · 승인 공급사): 둘 중 하나로 가른다. 목록(별칭): 이름 여럿을 한 칸에(문자열 하나와 다른 모양)</a:t>
            </a:r>
          </a:p>
          <a:p>
            <a:r>
              <a:t>· 열거형 = 정해 둔 허용값 중 하나만. 상태 변수 종류: 조작 · 결과 · 교란</a:t>
            </a:r>
          </a:p>
          <a:p>
            <a:r>
              <a:t>· 이 설비의 조작 변수는 팬 속도 · 펌프 부하 · 운전 펌프 선택 셋. 같은 뜻을 우리말이나 다른 철자로 적으면 조회에서 빠진다 → 허용값으로 표현을 셋으로 묶어 빠짐없이 고른다</a:t>
            </a:r>
          </a:p>
          <a:p>
            <a:r>
              <a:t>· 스키마엔 정수 · 날짜와 시각 자료형도 있다</a:t>
            </a:r>
          </a:p>
          <a:p>
            <a:r>
              <a:t>[다음] 꼭 채워야 하는 칸과 비어도 되는 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필수 속성 → 오른쪽 강조한 선택 속성 → 오른쪽 맨 아래 줄</a:t>
            </a:r>
          </a:p>
          <a:p>
            <a:r>
              <a:t>· 빈 칸이 다 잘못은 아니다. 빈 칸의 두 가지 뜻</a:t>
            </a:r>
          </a:p>
          <a:p>
            <a:r>
              <a:t>· 필수: 상태 변수의 단위 · 종류, 센서의 태그. 단위가 없으면 온도인지 압력인지 해석 못 하고, 태그가 없으면 계측 값을 못 찾는다 → 정의에 어긋나 쓸 수 없다. 빠지면 넣기 전에 출처에서 확인해 채운다(짐작 금지)</a:t>
            </a:r>
          </a:p>
          <a:p>
            <a:r>
              <a:t>· 선택: 한계. 유온 65 ℃ · 팬 진동 2.0 mm/s는 높은 쪽, 토출 압력 130 bar는 낮은 쪽(떨어지면 위험)</a:t>
            </a:r>
          </a:p>
          <a:p>
            <a:r>
              <a:t>· 냉각 효율 · 유량 · 펌프 부하는 한계 없음 = 0이 아니라 정해진 값이 없다. 0으로 채우면 없던 한계를 만든 셈</a:t>
            </a:r>
          </a:p>
          <a:p>
            <a:r>
              <a:t>· 헷갈리는 자리: 경보는 냉각 효율 70 % 미만을 보지만 그 70을 한계 칸에 옮기지 않는다 — 경보 기준은 미리 알리는 선, 한계는 인터록이 보호하는 선</a:t>
            </a:r>
          </a:p>
          <a:p>
            <a:r>
              <a:t>[다음] 연결에도 조건을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부품 관계 정의 → 아래 네 줄 → 맨 아래 가정 → 오른쪽 강조한 from · to</a:t>
            </a:r>
          </a:p>
          <a:p>
            <a:r>
              <a:t>· 정의: 구성 요소 → 부품 「부품을 쓴다」, N:M(장치 · 부품 양쪽이 여럿)</a:t>
            </a:r>
          </a:p>
          <a:p>
            <a:r>
              <a:t>· 오일 쿨러와 쿨러 코어로 읽기: 첫 줄 유효. 둘째 끝이 다른 구성 요소(쿨러 팬). 셋째 방향을 뒤집음. 넷째 정의에 없는 이름</a:t>
            </a:r>
          </a:p>
          <a:p>
            <a:r>
              <a:t>· 비슷한 뜻이라고 이름을 바꾸면 다른 관계 → 교체 부품 질의가 그 연결을 지나친다</a:t>
            </a:r>
          </a:p>
          <a:p>
            <a:r>
              <a:t>· 유효한 연결 = 이름 · 방향 · 양 끝이 정의를 따르는 연결</a:t>
            </a:r>
          </a:p>
          <a:p>
            <a:r>
              <a:t>· 가정: 오일 쿨러 → 팬 베어링. 정의엔 맞지만 쿨러의 부품은 쿨러 코어, 팬 베어링은 쿨러 팬의 부품 → 유효 ≠ 실제 대상까지 맞음(단원 끝에서 다시)</a:t>
            </a:r>
          </a:p>
          <a:p>
            <a:r>
              <a:t>[다음] 응용: 제약별로 걸러지는 데이터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제약 → 가운데 어긋난 데이터(모두 예로 만든 것) → 오른쪽 검사 판정</a:t>
            </a:r>
          </a:p>
          <a:p>
            <a:r>
              <a:t>· 제약 = 자료형 · 필수 · 허용값 · 양 끝처럼 정의가 데이터에 거는 조건. 연결뿐 아니라 칸의 조건도 모두 제약</a:t>
            </a:r>
          </a:p>
          <a:p>
            <a:r>
              <a:t>· 태그를 비운 압력 센서 → 「필수 속성 tag 없음」. 종류를 우리말 「조작」으로 → 「허용값 아님」. 레이블 철자를 복수형처럼 → 「스키마에 없는 레이블」(어느 클래스인지 못 정함)</a:t>
            </a:r>
          </a:p>
          <a:p>
            <a:r>
              <a:t>· 부품 노드에 별칭 칸 → 「스키마에 없는 속성」(부품 정의엔 그 칸이 없음, 앞 판단 문제)</a:t>
            </a:r>
          </a:p>
          <a:p>
            <a:r>
              <a:t>· 센서 → 설비 읽는 관계 → 「허용된 끝점이 아님」. 정의에 없는 관계 이름 → 「스키마에 없는 관계」</a:t>
            </a:r>
          </a:p>
          <a:p>
            <a:r>
              <a:t>· 판정마다 어긴 조건의 이름이 붙어 고칠 곳이 정해진다: 빠진 태그는 출처 확인, 허용값 밖은 셋 중 하나로, 없는 칸은 정의를 고칠지 뺄지 판단</a:t>
            </a:r>
          </a:p>
          <a:p>
            <a:r>
              <a:t>[다음] 검사를 통과하면 맞는 데이터인가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형식이 틀린 값 → 오른쪽 강조한 대상이 틀린 연결</a:t>
            </a:r>
          </a:p>
          <a:p>
            <a:r>
              <a:t>· 위반 없음 = 정의에 맞는다는 뜻일 뿐</a:t>
            </a:r>
          </a:p>
          <a:p>
            <a:r>
              <a:t>· 형식: 토출 압력 한계 칸에 「130 bar」 글자 → 이 시스템 검사는 필수 칸 · 허용값만 보고 수인지 글자인지는 안 봐서 통과. 문제는 쓰는 쪽에서: 압력과 한계를 수로 비교 못 함 → 수는 한계 칸, bar는 단위 칸</a:t>
            </a:r>
          </a:p>
          <a:p>
            <a:r>
              <a:t>· 대상: 유온 센서 → 팬 진동 읽는 관계. 양 끝이 센서 · 상태 변수라 통과 → 센서가 실제로 무엇을 재는지와 대조해야 잡힌다(쿨러 → 팬 베어링과 같은 경우)</a:t>
            </a:r>
          </a:p>
          <a:p>
            <a:r>
              <a:t>· 이 밖에도: 카디널리티는 선언만 있고 아무도 세지 않았고, 같은 부품의 두 번째 노드도 식별자가 다르면 그대로 저장된다</a:t>
            </a:r>
          </a:p>
          <a:p>
            <a:r>
              <a:t>· 값의 형식과 실제 대상은 따로 대조할 일로 남는다</a:t>
            </a:r>
          </a:p>
          <a:p>
            <a:r>
              <a:t>[다음] 정의를 직접 만들고 고치기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설계 출발점은 클래스 이름 나열이 아니라 이 모델로 답하려는 질문</a:t>
            </a:r>
          </a:p>
          <a:p>
            <a:r>
              <a:t>· 질문에서 대상 · 값 · 길을 골라 설비 모델을 만든다</a:t>
            </a:r>
          </a:p>
          <a:p>
            <a:r>
              <a:t>· 새 요구가 들어오면 어떤 데이터와 질의가 깨지는지 가늠</a:t>
            </a:r>
          </a:p>
          <a:p>
            <a:r>
              <a:t>[다음] 역량 질문에서 정의로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역량 질문 → 클래스 → 속성 → 강조한 관계</a:t>
            </a:r>
          </a:p>
          <a:p>
            <a:r>
              <a:t>· 현장의 물음 셋: 경보 대응(어느 장치를 어느 센서로 보나), 판단(그 물리량의 한계는), 주문(교체 부품 번호는)</a:t>
            </a:r>
          </a:p>
          <a:p>
            <a:r>
              <a:t>· 역량 질문 = 온톨로지가 답할 수 있어야 하는 질문. 넣을 범위가 되고, 다 만든 뒤 빠진 게 없는지 확인하는 기준</a:t>
            </a:r>
          </a:p>
          <a:p>
            <a:r>
              <a:t>· 클래스 다섯: 설비 · 구성 요소 · 센서(장치와 센서), 상태 변수(한계), 부품(교체품)</a:t>
            </a:r>
          </a:p>
          <a:p>
            <a:r>
              <a:t>· 속성: 한계는 비교하니 수, 태그 · 부품 번호는 맞춰 찾으니 문자열, 필수 여부와 식별자</a:t>
            </a:r>
          </a:p>
          <a:p>
            <a:r>
              <a:t>· 관계: 설비 → 장치 → 센서 → 물리량, 장치 → 부품. 길마다 이름 · 방향 · 양 끝 · 카디널리티</a:t>
            </a:r>
          </a:p>
          <a:p>
            <a:r>
              <a:t>· 질문에 안 쓰이는 색 · 무게는 지금 모델에 옮기지 않는다</a:t>
            </a:r>
          </a:p>
          <a:p>
            <a:r>
              <a:t>[다음] 이 정의를 실제로 적은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다섯 줄과 줄 끝 질문 번호 → 느낌표 → 아래 관계 네 줄 → 오른쪽 강조한 부품 번호</a:t>
            </a:r>
          </a:p>
          <a:p>
            <a:r>
              <a:t>· 느낌표 = 필수. 다섯 클래스 모두 식별자 · 이름 필수</a:t>
            </a:r>
          </a:p>
          <a:p>
            <a:r>
              <a:t>· 설비 코드 · 센서 태그도 필수: 다른 저장소 값을 찾아갈 공통 식별자 → 없으면 질문 1의 답을 실제 값까지 못 잇는다. 상태 변수 단위 · 종류 필수, 한계는 선택</a:t>
            </a:r>
          </a:p>
          <a:p>
            <a:r>
              <a:t>· 관계 네 줄 = 질문의 길 그대로</a:t>
            </a:r>
          </a:p>
          <a:p>
            <a:r>
              <a:t>· 질문 3이 묻는 부품 번호는 정의에서 선택 속성. 지금은 모두 번호가 있어 답이 나오지만 번호 없이 들어온 부품은 질문 3의 답을 잃는다</a:t>
            </a:r>
          </a:p>
          <a:p>
            <a:r>
              <a:t>· 줄마다 맡은 질문을 붙이면 질문에 꼭 필요한데 선택으로 남은 칸이 보인다(단원 끝 판단 문제)</a:t>
            </a:r>
          </a:p>
          <a:p>
            <a:r>
              <a:t>· 화면은 발췌, 전체엔 정상값 · 계산 채널 여부 등</a:t>
            </a:r>
          </a:p>
          <a:p>
            <a:r>
              <a:t>[다음] 실제 대상으로 채운 관계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원마다 위 줄 실제 대상 · 아래 줄 클래스 → 선 위 관계 이름과 질문 번호 → 가운데 강조한 오일 쿨러</a:t>
            </a:r>
          </a:p>
          <a:p>
            <a:r>
              <a:t>· 생각할 시간(약 15초): 질문 번호 붙은 선을 따라 HYD-01에서 유온 한계까지, 오일 쿨러에서 쿨러 코어까지</a:t>
            </a:r>
          </a:p>
          <a:p>
            <a:r>
              <a:t>· 질문 1: HYD-01 → 오일 쿨러 → 유온 센서, 답은 태그 TS1</a:t>
            </a:r>
          </a:p>
          <a:p>
            <a:r>
              <a:t>· 질문 2: 같은 길 + 센서 → 유온으로 한 번 더 → 한계 65 ℃(센서가 아니라 유온에 달린 값이라 마지막 선이 필요)</a:t>
            </a:r>
          </a:p>
          <a:p>
            <a:r>
              <a:t>· 질문 3: 오일 쿨러 → 쿨러 코어, 부품 번호. 세 길이 모두 오일 쿨러를 지나 진한 원</a:t>
            </a:r>
          </a:p>
          <a:p>
            <a:r>
              <a:t>· 선 빼 보기: HYD-01 → 쿨러가 빠지면 번호 둘 붙은 선이라 질문 1 · 2가 함께 출발점을 잃는다. 센서 → 유온이 빠지면 한계에 못 닿고, 부품 선이 빠지면 교체품 질문에 답 못 함. 번호가 많은 선일수록 여러 질문을 막는다</a:t>
            </a:r>
          </a:p>
          <a:p>
            <a:r>
              <a:t>· 오일 쿨러는 세 대가 함께 가리키는 노드라 HYD-02에서 출발해도 같은 쿨러 · 센서를 지난다</a:t>
            </a:r>
          </a:p>
          <a:p>
            <a:r>
              <a:t>[다음] 설비가 늘 때와 요구가 바뀔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인스턴스 추가(HYD-04) → 오른쪽 강조한 스키마 변경(부품 별칭) → 각 칸 끝 줄</a:t>
            </a:r>
          </a:p>
          <a:p>
            <a:r>
              <a:t>· 가정 HYD-04: 설비 인스턴스 하나 + 기존 구성 요소와 연결. 세 질문을 HYD-04로 다시 물어 확인. 정의는 한 줄도 안 바뀜(자주 · 데이터만)</a:t>
            </a:r>
          </a:p>
          <a:p>
            <a:r>
              <a:t>· 가정 「오일 쿨러 코어」로도 찾기: 부품 정의에 별칭 칸이 없다 → 데이터를 아무리 고쳐도 못 채운다 → 부품에 별칭 칸을 더하는 정의 변경</a:t>
            </a:r>
          </a:p>
          <a:p>
            <a:r>
              <a:t>· 스키마를 고치면 그 클래스의 모든 인스턴스가 다시 판정되고, 정의를 읽는 검사 · 에이전트의 기준도 함께 바뀐다 → 이 시스템도 정의는 정해 두고 꼭 필요할 때 기존 클래스 안에서 더하는 쪽으로만</a:t>
            </a:r>
          </a:p>
          <a:p>
            <a:r>
              <a:t>· 판단 순서: 답이 안 나오면 데이터가 빠졌나 → 질의를 다르게 적었나 → 정의에 정말 칸 · 관계가 없나. 정의 변경은 마지막</a:t>
            </a:r>
          </a:p>
          <a:p>
            <a:r>
              <a:t>[다음] 판단 문제: 부품 번호를 필수로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상황(부품 번호를 필수로 바꾸자는 요구) → 물음 → 보기 넷 → 정답 2</a:t>
            </a:r>
          </a:p>
          <a:p>
            <a:r>
              <a:t>· 보기 요지: ① 한 줄 고치면 끝 ② 지금 부품마다 번호가 있나 · 겹치지 않나 · 넣는 곳이 번호를 채우나 확인 ③ 없는 부품엔 0을 넣어 통과 ④ 식별자를 부품 번호로 바꿈</a:t>
            </a:r>
          </a:p>
          <a:p>
            <a:r>
              <a:t>· 생각할 시간(약 20초): 필수 변경이 기존 데이터와 넣는 쪽에 무엇을 요구하나, 필수와 유일은 같은가</a:t>
            </a:r>
          </a:p>
          <a:p>
            <a:r>
              <a:t>· 정답 2: 조건이 조여지니 지금 데이터부터. 지금 부품 넷은 모두 번호가 있고 서로 달라 통과, 넣는 쪽이 채우는지도</a:t>
            </a:r>
          </a:p>
          <a:p>
            <a:r>
              <a:t>· 겹침까지 보는 까닭: 필수는 비었는지만 보고 같은 번호가 둘인지는 안 본다. 구매 판단은 번호로 찾은 부품이 없을 때뿐 아니라 둘일 때도 멈춘다 → 필수만으로 목적을 다 못 채운다</a:t>
            </a:r>
          </a:p>
          <a:p>
            <a:r>
              <a:t>· 1은 정의 한 줄이 모든 부품을 다시 판정함을 놓침. 3은 없던 번호를 만듦(통과해도 실제 부품을 못 찾음). 4는 바꾸지 않는 식별자를 바꿔 연결과 질의가 끊김</a:t>
            </a:r>
          </a:p>
          <a:p>
            <a:r>
              <a:t>· 요구 하나엔 기존 데이터 → 넣는 쪽 → 찾는 쪽을 차례로 짚어 변경 범위를 정한다</a:t>
            </a:r>
          </a:p>
          <a:p>
            <a:r>
              <a:t>[다음] 정의한 지식을 그래프 DB에 저장하고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부제</a:t>
            </a:r>
          </a:p>
          <a:p>
            <a:r>
              <a:t>· 이 묶음: 설계한 지식이 그래프 DB 안에 어떤 모양으로 들어가는지 보고, Cypher로 찾아 꺼내고, 거꾸로 넣고 확인하기까지</a:t>
            </a:r>
          </a:p>
          <a:p>
            <a:r>
              <a:t>· 물음: 정비 담당자의 「쿨러를 어떤 센서로 보지?」, 「이 경보면 무엇을 교체할 준비를 하지?」를 그래프에서 어떤 문장으로 꺼내나</a:t>
            </a:r>
          </a:p>
          <a:p>
            <a:r>
              <a:t>· 순서: 저장된 모양 → 모양을 글자로 옮긴 패턴 → 결과를 행으로 읽고 거르고 세기</a:t>
            </a:r>
          </a:p>
          <a:p>
            <a:r>
              <a:t>· 목표는 문법 암기가 아니라 결과가 정말 그 물음의 답인지 가려내기</a:t>
            </a:r>
          </a:p>
          <a:p>
            <a:r>
              <a:t>[다음] 유온 센서 한 대가 저장된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노드 → 강조한 레이블 → 속성 → 관계 → 관계의 속성, 오른쪽 「쿼리가 쓰는 곳」</a:t>
            </a:r>
          </a:p>
          <a:p>
            <a:r>
              <a:t>· 노드: 인스턴스 하나 = 노드 하나(유온 센서도, 유온도 각각)</a:t>
            </a:r>
          </a:p>
          <a:p>
            <a:r>
              <a:t>· 레이블: 노드가 어느 클래스인지 붙인 이름(센서 · 상태 변수). 쿼리는 이 이름으로 종류를 고른다 → 관계 이름처럼 한 글자만 달라도 다른 이름으로 본다</a:t>
            </a:r>
          </a:p>
          <a:p>
            <a:r>
              <a:t>· 속성: 이름-값 짝(센서 식별자 · 태그, 유온 단위 · 한계 65) → 경보의 태그로 좁히고 한계를 돌려받는다</a:t>
            </a:r>
          </a:p>
          <a:p>
            <a:r>
              <a:t>· 관계: 이름과 방향이 노드 사이에 저장. 표 DB는 묻는 순간 행끼리 맞춰 연결을 만들지만 그래프 DB는 연결 자체가 저장돼 선을 따라가기만 한다</a:t>
            </a:r>
          </a:p>
          <a:p>
            <a:r>
              <a:t>· 관계의 속성: 쿨러 코어 → A정밀 공급 관계에 단가 · 납기 → 공급사를 견줄 때 읽는다</a:t>
            </a:r>
          </a:p>
          <a:p>
            <a:r>
              <a:t>[다음] 저장할 때 DB가 지켜 주는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스키마가 정한 것 → 가운데 저장되는 꼴 → 오른쪽 지키는 쪽, 강조한 넷째 줄</a:t>
            </a:r>
          </a:p>
          <a:p>
            <a:r>
              <a:t>· 레이블: 미리 선언하지 않아 오타 레이블도 그대로 들어간다 → 별도 검사가 「스키마에 없는 레이블」로</a:t>
            </a:r>
          </a:p>
          <a:p>
            <a:r>
              <a:t>· 관계: 이름 · 방향은 저장되지만 양 끝 클래스를 막지 않는다 → 별도 검사</a:t>
            </a:r>
          </a:p>
          <a:p>
            <a:r>
              <a:t>· 속성: 정의 없어도, 필수값이 빠져도 저장된다 → 별도 검사</a:t>
            </a:r>
          </a:p>
          <a:p>
            <a:r>
              <a:t>· DB 제약 = DB가 저장하는 순간 직접 검사하는 조건. 유일 제약: 같은 레이블 노드끼리 식별자 중복 금지. 이 그래프는 클래스마다 식별자에 걸어 둠 → 같은 식별자 센서는 저장 거절</a:t>
            </a:r>
          </a:p>
          <a:p>
            <a:r>
              <a:t>· 자료형(수 · 글자)과 카디널리티는 저장 때도 별도 검사에서도 안 걸린다 → 조회로 세고 값을 직접 대조</a:t>
            </a:r>
          </a:p>
          <a:p>
            <a:r>
              <a:t>· 저장 성공 = 넷째 줄 통과일 뿐</a:t>
            </a:r>
          </a:p>
          <a:p>
            <a:r>
              <a:t>[다음] 경보 태그에서 한계까지 Cypher 패턴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주석(담당자의 물음) → 패턴 한 줄 → 조각별 설명 → 맨 아래 맞는 곳 → 오른쪽 넷째 칸</a:t>
            </a:r>
          </a:p>
          <a:p>
            <a:r>
              <a:t>· 질의(쿼리) = DB에 보내는 요청. Cypher = 그래프 DB 쿼리 언어. 쿨러 사건에서 에이전트가 원인 후보를 찾은 것도 Cypher</a:t>
            </a:r>
          </a:p>
          <a:p>
            <a:r>
              <a:t>· 패턴 = 찾을 연결을 그림 모양 그대로 글자로 적은 것. DB는 맞는 곳을 모두 찾는다</a:t>
            </a:r>
          </a:p>
          <a:p>
            <a:r>
              <a:t>· 둥근 괄호 = 노드, 콜론 뒤 = 레이블, 콜론 앞 = 변수(뒤에서 다시 부르는 이름, 점 + 속성으로 값을 읽음. 식별자와 다름), 중괄호 = 속성 조건(태그 TS1로 좁힘), 대괄호 = 관계 이름, 화살표 = 저장된 방향(센서 → 유온)</a:t>
            </a:r>
          </a:p>
          <a:p>
            <a:r>
              <a:t>· 결과: 유온 센서 → 유온, 한계 65 ℃ · 단위 → 경보 태그 하나에서 기준까지 패턴 한 줄</a:t>
            </a:r>
          </a:p>
          <a:p>
            <a:r>
              <a:t>· 태그에는 유일 제약이 없어 늘 하나라는 보장이 없다 → 대상을 계속 가리킬 땐 식별자로</a:t>
            </a:r>
          </a:p>
          <a:p>
            <a:r>
              <a:t>· 실행 화면(Neo4j Browser) = 조건을 직접 적어 묻는 곳. 포털 지식 지도는 항목을 골라 기준 지식을 따라가는 화면</a:t>
            </a:r>
          </a:p>
          <a:p>
            <a:r>
              <a:t>[다음] 찾은 연결과 돌려받는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 → RETURN → 결과 두 행 → 아래 노드 · 관계 반환 → 오른쪽 강조한 「한 행 = 연결 하나」</a:t>
            </a:r>
          </a:p>
          <a:p>
            <a:r>
              <a:t>· 절 = 쿼리를 하는 일별로 나눈 부분. MATCH = 찾을 패턴(이름이 오일 쿨러인 구성 요소에서 계측 관계로 이어진 센서), RETURN = 돌려받을 항목(쿨러 이름 · 센서 태그 → 두 열)</a:t>
            </a:r>
          </a:p>
          <a:p>
            <a:r>
              <a:t>· 결과: 쿨러-유온 센서, 쿨러-냉각 효율 채널. 연결 하나가 한 행 → 두 행. 쿨러 노드가 둘이라서가 아니다</a:t>
            </a:r>
          </a:p>
          <a:p>
            <a:r>
              <a:t>· 같은 MATCH에 노드 · 관계 자체를 받으면 그림으로 쿨러 하나에서 센서 둘로 선 → 두 행의 쿨러가 같은 노드</a:t>
            </a:r>
          </a:p>
          <a:p>
            <a:r>
              <a:t>· 센서 목록 보고엔 값을, 연결이 맞게 이어졌는지 눈으로 확인할 땐 노드와 관계를 받는다</a:t>
            </a:r>
          </a:p>
          <a:p>
            <a:r>
              <a:t>[다음] 목록을 줄이고 개수를 세려면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줄(DISTINCT) → 아래 세 줄(count), 강조한 다섯째 줄</a:t>
            </a:r>
          </a:p>
          <a:p>
            <a:r>
              <a:t>· 이름만 받아도 두 번: MATCH가 찾은 연결이 여전히 둘</a:t>
            </a:r>
          </a:p>
          <a:p>
            <a:r>
              <a:t>· DISTINCT = 같은 값의 행을 하나로. 이름 + 태그를 받으면 조합이 달라 두 행 → 한 열이 아니라 돌려받는 열 전체의 조합</a:t>
            </a:r>
          </a:p>
          <a:p>
            <a:r>
              <a:t>· DISTINCT는 결과만 정리, 저장된 센서 · 관계를 지우지 않는다</a:t>
            </a:r>
          </a:p>
          <a:p>
            <a:r>
              <a:t>· count = 여러 행을 개수 하나로 요약하는 집계 함수. 별표 = 결과 행 수 2, DISTINCT 쿨러 = 서로 다른 구성 요소 노드 1, DISTINCT 센서 = 2</a:t>
            </a:r>
          </a:p>
          <a:p>
            <a:r>
              <a:t>· 행 수와 센서 수가 지금 둘로 같아도 뜻은 다르다. 한 대상이 여러 연결에 참여하면 여러 행에 나오니 대상 수는 그 변수를 DISTINCT로 센다</a:t>
            </a:r>
          </a:p>
          <a:p>
            <a:r>
              <a:t>[다음] 여러 단계를 한 번에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 네 줄(설비 → 구성 요소 → 센서 → 상태 변수) → 결과 넷째 줄(유온) → 첫 두 줄 NULL → 오른쪽 마지막 칸</a:t>
            </a:r>
          </a:p>
          <a:p>
            <a:r>
              <a:t>· HYD-01의 계측 채널과 보호 한계를 한 장에: 설계 때 그린 길을 이어 적어 세 관계를 쿼리 한 번에</a:t>
            </a:r>
          </a:p>
          <a:p>
            <a:r>
              <a:t>· ORDER BY = 결과를 태그 순서로</a:t>
            </a:r>
          </a:p>
          <a:p>
            <a:r>
              <a:t>· 넷째 줄: 오일 쿨러 → 유온 센서 → 유온, 단위 ℃ · 한계 65 → 경로 전체가 한 행</a:t>
            </a:r>
          </a:p>
          <a:p>
            <a:r>
              <a:t>· 다른 행: 토출 압력 130 bar, 팬 진동 2.0 mm/s</a:t>
            </a:r>
          </a:p>
          <a:p>
            <a:r>
              <a:t>· NULL = 값이 없다(냉각 효율 · 유량에 한계를 안 적음). 0으로 읽으면 기준이 0인 것처럼 틀린다. 냉각 효율의 기준은 경보 규칙 쪽에서 찾는다</a:t>
            </a:r>
          </a:p>
          <a:p>
            <a:r>
              <a:t>· NULL 행은 물리량까지 길이 닿은 행. 센서와 물리량이 안 이어졌으면 NULL이 아니라 행 자체가 빠진다 → 값이 빈 것과 연결이 없는 것은 다르게 보인다</a:t>
            </a:r>
          </a:p>
          <a:p>
            <a:r>
              <a:t>[다음] 찾은 행을 거르는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WHERE 줄 → 결과 세 행 → 걸러진 행 → 오른쪽 넷째 칸</a:t>
            </a:r>
          </a:p>
          <a:p>
            <a:r>
              <a:t>· WHERE = MATCH가 찾은 행 중 조건에 맞는 것만 넘기는 절</a:t>
            </a:r>
          </a:p>
          <a:p>
            <a:r>
              <a:t>· IS NOT NULL = 한계 값이 있는지만 묻는다(「0보다 크다」와 다른 조건) → 토출 압력 · 유온 · 팬 진동 남음</a:t>
            </a:r>
          </a:p>
          <a:p>
            <a:r>
              <a:t>· 냉각 효율 · 유량은 MATCH가 찾았고 WHERE에서 한계 칸이 비어 걸러졌다</a:t>
            </a:r>
          </a:p>
          <a:p>
            <a:r>
              <a:t>· 남은 세 값(130 bar · 65 ℃ · 2.0 mm/s)이 인터록의 보호 한계 → 「한계를 넘지 않는지 지켜볼 물리량」 목록</a:t>
            </a:r>
          </a:p>
          <a:p>
            <a:r>
              <a:t>· 크기 비교(한계 &gt; 100)도 문법상 가능하지만 단위가 달라 뜻이 없다 → 단위를 같이 받았다</a:t>
            </a:r>
          </a:p>
          <a:p>
            <a:r>
              <a:t>[다음] 응용: 괄호 하나로 달라지는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괄호 있는 조건과 결과 → 오른쪽 괄호를 뺀 조건과 결과</a:t>
            </a:r>
          </a:p>
          <a:p>
            <a:r>
              <a:t>· 물음: 「오일 쿨러나 쿨러 팬에 달린 채널 가운데 한계가 있는 물리량」. 장치는 둘 중 하나, 한계는 반드시</a:t>
            </a:r>
          </a:p>
          <a:p>
            <a:r>
              <a:t>· 왼쪽: (쿨러 OR 팬)을 괄호로 묶고 AND 한계 있음 → 유온 · 팬 진동. 한계 없는 냉각 효율은 빠진다. OR = 어느 하나, AND = 둘 다</a:t>
            </a:r>
          </a:p>
          <a:p>
            <a:r>
              <a:t>· 오른쪽: 괄호만 빼면 냉각 효율이 들어온다. Cypher는 괄호 없으면 AND를 OR보다 먼저 묶는다 → 「쿨러이거나, 팬이면서 한계 있음」</a:t>
            </a:r>
          </a:p>
          <a:p>
            <a:r>
              <a:t>· 생각할 시간(약 15초): 냉각 효율 행이 양쪽에서 어디서 남고 빠지나</a:t>
            </a:r>
          </a:p>
          <a:p>
            <a:r>
              <a:t>· 둘 다 오류 없이 실행된다. 오른쪽 결과로 「보호 한계를 가진 물리량은 셋」이라 보고하면 기준 없는 냉각 효율까지 섞인다 → 말로 먼저 읽고 함께 판단할 부분을 괄호에</a:t>
            </a:r>
          </a:p>
          <a:p>
            <a:r>
              <a:t>[다음] 장치마다 몇 채널로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주석(점검 회의 물음) → RETURN의 식별자 · 이름 · count → ORDER BY → 결과와 화살표 → 맨 아래 행이 없는 장치</a:t>
            </a:r>
          </a:p>
          <a:p>
            <a:r>
              <a:t>· 집계 함수와 보통 항목을 같이 적으면 집계하지 않은 항목(식별자 · 이름)이 같은 행끼리 묶어 센다</a:t>
            </a:r>
          </a:p>
          <a:p>
            <a:r>
              <a:t>· 식별자를 같이 두는 까닭: 같은 이름의 다른 장치가 생겨도 한 묶음으로 합쳐지지 않게(화면은 식별자 열만 뺐다)</a:t>
            </a:r>
          </a:p>
          <a:p>
            <a:r>
              <a:t>· AS = 결과 열의 별명일 뿐, 노드에 속성이 생기지 않는다. DESC = 큰 값부터, 같으면 식별자 순 → 볼 때마다 같은 순서</a:t>
            </a:r>
          </a:p>
          <a:p>
            <a:r>
              <a:t>· 결과: 쿨러 2(냉각 효율 · 유온), 주 펌프 2(유량 · 압력), 팬 1(진동)</a:t>
            </a:r>
          </a:p>
          <a:p>
            <a:r>
              <a:t>· 판단: 쿨러 팬은 진동 채널 하나뿐 → 이 채널이 끊기면 그래프에 팬을 볼 다른 계측 채널이 없다</a:t>
            </a:r>
          </a:p>
          <a:p>
            <a:r>
              <a:t>· 예비 펌프 · 구동 모터 · 작동유 탱크는 0이 아니라 행이 없다(센서까지 길이 없음) → 전체 장치의 감시 현황으로 읽지 않는다</a:t>
            </a:r>
          </a:p>
          <a:p>
            <a:r>
              <a:t>[다음] 응용: 세 설비를 함께 세면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MATCH(설비를 정하지 않음) → 결과 15 · 3 · 5 → 아래 설비별 5 · 5 · 5 → 오른쪽 강조한 rows 15</a:t>
            </a:r>
          </a:p>
          <a:p>
            <a:r>
              <a:t>· 세 설비가 같은 오일 쿨러 · 주 펌프 · 팬 노드를 가리킨다(공통 구성 지식)</a:t>
            </a:r>
          </a:p>
          <a:p>
            <a:r>
              <a:t>· 설비 하나에서 센서 다섯까지 길 다섯 × 설비 셋 = 행 15. 같은 유온 센서가 설비마다 한 번씩 세 번 잡힌다</a:t>
            </a:r>
          </a:p>
          <a:p>
            <a:r>
              <a:t>· 서로 다른 설비 3, 서로 다른 센서 5. 설비별로 묶으면 모두 5</a:t>
            </a:r>
          </a:p>
          <a:p>
            <a:r>
              <a:t>· 판단: 「센서가 몇 개냐」에 15를 쓰면 틀림. 5도 공장에 달린 센서 대수가 아니라 이 기종에 정의된 계측 채널 수</a:t>
            </a:r>
          </a:p>
          <a:p>
            <a:r>
              <a:t>· 세 설비 각각의 유온 값은 그래프가 아니라 시계열 저장소가 설비 코드로 가른다. 설비마다 다른 기록이 필요하면 구성 요소를 설비마다 나누는 설계로</a:t>
            </a:r>
          </a:p>
          <a:p>
            <a:r>
              <a:t>· 공통 노드 그래프에서 합계를 낼 땐 무엇을 셌는지, 그 수가 무엇을 뜻하는지 함께 적는다</a:t>
            </a:r>
          </a:p>
          <a:p>
            <a:r>
              <a:t>[다음] 원인 후보를 찾는 방향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둘 → 가운데 강조한 고장 유형 → 오른쪽 원인 셋에서 들어오는 선</a:t>
            </a:r>
          </a:p>
          <a:p>
            <a:r>
              <a:t>· 이 고장 유형과 원인은 쿨러 사건 때 매뉴얼을 적재한 그래프에 있던 것</a:t>
            </a:r>
          </a:p>
          <a:p>
            <a:r>
              <a:t>· 이상 패턴이 유온 상승 · 냉각 효율 저하를 감지하고, 두 증상이 고장 유형을 가리킨다 — 여기까지는 화살표대로</a:t>
            </a:r>
          </a:p>
          <a:p>
            <a:r>
              <a:t>· 원인 셋(핀 오염 · 팬 구동 불량 · 주변 온도 상승)의 선은 고장 유형으로 들어온다. 사실은 「원인이 고장 유형을 일으킨다」 → 고장 유형에서 출발해도 방향은 바꾸지 않고, 들어오는 관계를 화살표 그대로 적는다 = 역방향 탐색(쿨러 사건에서 세 후보를 찾은 모양)</a:t>
            </a:r>
          </a:p>
          <a:p>
            <a:r>
              <a:t>· 뒤집어 적으면 그런 관계가 없어 0행. 문법은 맞아 오류가 아니라 빈 결과 → 「원인 없음」 결론 전에 레이블 · 관계 이름 · 방향을 저장된 모양과 대조</a:t>
            </a:r>
          </a:p>
          <a:p>
            <a:r>
              <a:t>· 반대 뜻 관계를 또 저장하지 않는다(한쪽만 고치면 어긋남). 찾은 셋은 후보 — 원인은 증거 값을 기준과 대조한 뒤</a:t>
            </a:r>
          </a:p>
          <a:p>
            <a:r>
              <a:t>[다음] 응용: 경보 하나에서 교체품까지 쿼리 하나로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 다섯 줄(패턴 코드 → 증상 → 고장 유형 → 장치 → 부품) → RETURN DISTINCT → 아래 두 결과(랩 예제 0행 · 기준 그래프 한 줄)</a:t>
            </a:r>
          </a:p>
          <a:p>
            <a:r>
              <a:t>· 장면: 쿨러 성능 저하 경보에 정비 담당자가 「어떤 부품을 준비해 둬야 하지?」. 첫 단원 끝에 그림으로 이은 길을 쿼리로</a:t>
            </a:r>
          </a:p>
          <a:p>
            <a:r>
              <a:t>· 출발 = 경보에 실려 오는 이상 패턴 코드. 네 관계를 저장된 방향 그대로</a:t>
            </a:r>
          </a:p>
          <a:p>
            <a:r>
              <a:t>· 실습 1의 랩 예제 그래프엔 고장 지식이 없어 0행 = 「부품 없음」이 아니라 「길의 한 칸(고장 지식)이 없음」. 고장 지식이 있는 기준 그래프(실습 2에서 지식 지도로 따라감)에선 쿨러 냉각 성능 상실 · 오일 쿨러 · 쿨러 코어 · P-CLR-CORE</a:t>
            </a:r>
          </a:p>
          <a:p>
            <a:r>
              <a:t>· DISTINCT 까닭: 두 증상이 같은 고장 유형에 닿아 경로가 두 갈래로 같은 코어에 → 빼면 같은 줄이 두 번. 유온 상승은 과열 정지에도 이어지지만 구동 모터엔 부품 관계가 없어 그 길은 행이 없다</a:t>
            </a:r>
          </a:p>
          <a:p>
            <a:r>
              <a:t>· 이 쿼리는 교체품 후보: 원인을 증거로 가려야 세척 · 교체할지, 주변 온도라 부품을 안 건드릴지 정해진다. 그래도 경보 순간 준비할 부품과 번호를 한 번에 얻는 것이 그래프의 쓸모</a:t>
            </a:r>
          </a:p>
          <a:p>
            <a:r>
              <a:t>[다음] 읽기에서 쓰기로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부제</a:t>
            </a:r>
          </a:p>
          <a:p>
            <a:r>
              <a:t>· 지금까지는 저장된 그래프를 읽기만. 이 단원은 쓰기</a:t>
            </a:r>
          </a:p>
          <a:p>
            <a:r>
              <a:t>· 새 설비를 들이거나 센서를 등록하면 노드와 관계를 넣는다 — 읽을 때와 달라지는 것: 같은 센서가 두 번 들어가면 안 되고, 관계는 정의한 방향으로, 넣은 뒤 의도대로 들어갔는지 확인</a:t>
            </a:r>
          </a:p>
          <a:p>
            <a:r>
              <a:t>· 순서: 조회와 적재 가르기 → 만들기 · 합치기 → 관계 잇기 → 검증</a:t>
            </a:r>
          </a:p>
          <a:p>
            <a:r>
              <a:t>[다음] 조회와 적재의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구조 조회 → 오른쪽 강조한 데이터 적재, 각 칸 예</a:t>
            </a:r>
          </a:p>
          <a:p>
            <a:r>
              <a:t>· 조회(MATCH · WHERE · RETURN): 저장된 연결을 찾아 행으로. 그래프를 바꾸지 않아 몇 번 실행해도 같다(쿨러의 센서, 유온의 한계)</a:t>
            </a:r>
          </a:p>
          <a:p>
            <a:r>
              <a:t>· 적재(CREATE · MERGE · SET): 노드 · 관계 · 속성을 만들거나 바꾼다. 다시 실행하면 노드가 하나 더 생기거나 값이 바뀔 수 있다(새 센서 등록, 센서와 유온 잇기)</a:t>
            </a:r>
          </a:p>
          <a:p>
            <a:r>
              <a:t>· 적재가 끝났다는 표시 = 요청을 처리했다는 뜻일 뿐, 무엇이 남았는지는 다시 조회해야 안다</a:t>
            </a:r>
          </a:p>
          <a:p>
            <a:r>
              <a:t>· 태도: 조회는 마음껏 실행해 견주되, 적재는 실행 전에 어느 그래프에 무엇을 넣는지 먼저 읽는다 → 실습도 예제 그래프 조회와 빈 그래프 적재 단계를 나눴다</a:t>
            </a:r>
          </a:p>
          <a:p>
            <a:r>
              <a:t>[다음] 새로 만들기와 찾아서 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 → 오른쪽 넷째 칸</a:t>
            </a:r>
          </a:p>
          <a:p>
            <a:r>
              <a:t>· CREATE = 있는지 안 보고 새 노드. 같은 식별자가 있으면 유일 제약이 거절(아래 메시지)</a:t>
            </a:r>
          </a:p>
          <a:p>
            <a:r>
              <a:t>· MERGE = 식별자로 찾아 있으면 쓰고 없을 때만 만든다. SET = 찾았거나 만든 노드에 이름 · 태그 · 단위. 찾는 일과 값 넣는 일을 나눠 적었다</a:t>
            </a:r>
          </a:p>
          <a:p>
            <a:r>
              <a:t>· 적재를 중간에 멈추고 처음부터 다시 돌려도 MERGE면 같은 센서가 하나로 남는다</a:t>
            </a:r>
          </a:p>
          <a:p>
            <a:r>
              <a:t>· 이 시스템의 기준 그래프 파일도 MERGE만 써서 다시 실행해도 결과가 같다</a:t>
            </a:r>
          </a:p>
          <a:p>
            <a:r>
              <a:t>· 매번 새 대상이 생겨야 하는 곳(문서 적재 때마다 「언제 무엇을 넣었다」 기록)엔 CREATE. 새 대상인가, 같은 대상을 다시 다루나로 고른다</a:t>
            </a:r>
          </a:p>
          <a:p>
            <a:r>
              <a:t>[다음] MERGE 패턴과 SET에 둘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처음 상태 주석 → 첫 쿼리(식별자로 찾고 SET) → 둘째 쿼리(이름까지 패턴) → 각 결과 → 오른쪽 넷째 칸</a:t>
            </a:r>
          </a:p>
          <a:p>
            <a:r>
              <a:t>· 하려는 일: 같은 유온 센서의 표시 이름을 「온도 센서」로</a:t>
            </a:r>
          </a:p>
          <a:p>
            <a:r>
              <a:t>· 생각할 시간(약 20초): 두 결과가 왜 갈리나</a:t>
            </a:r>
          </a:p>
          <a:p>
            <a:r>
              <a:t>· 첫 쿼리: 식별자로 찾아 이름만 바꿈. 노드 하나 그대로, 다시 실행해도 같은 센서</a:t>
            </a:r>
          </a:p>
          <a:p>
            <a:r>
              <a:t>· 둘째 쿼리: 식별자 + 새 이름을 패턴에 → 기존 이름이 아직 유온 센서라 맞는 노드가 없어 새로 만들려다 같은 식별자라 유일 제약에 거절</a:t>
            </a:r>
          </a:p>
          <a:p>
            <a:r>
              <a:t>· MERGE는 뜻으로 같은 센서인지 판단하지 않고 적힌 패턴이 전부 맞는 노드가 있는지만 본다</a:t>
            </a:r>
          </a:p>
          <a:p>
            <a:r>
              <a:t>· 기준: 계속 가리킬 값(식별자)은 패턴에, 바뀔 수 있는 값(이름 · 단위)은 SET에. 현장 이름은 바뀌어도 식별자는 안 바뀐다</a:t>
            </a:r>
          </a:p>
          <a:p>
            <a:r>
              <a:t>[다음] 유일 제약이 없다면 MERGE는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유일 제약이 있을 때 → 오른쪽 강조한 제약이 없을 때(가정), 각 칸 끝 줄</a:t>
            </a:r>
          </a:p>
          <a:p>
            <a:r>
              <a:t>· 앞 장에서 잘못 적은 MERGE를 거절한 건 MERGE가 아니라 유일 제약</a:t>
            </a:r>
          </a:p>
          <a:p>
            <a:r>
              <a:t>· 제약이 있을 때: 이름까지 넣은 MERGE가 기존 노드를 못 찾고 새로 만들려다 거절 → 오류로 드러나 패턴을 고친다(멈추고 알림)</a:t>
            </a:r>
          </a:p>
          <a:p>
            <a:r>
              <a:t>· 제약이 없을 때: 같은 MERGE가 새 노드를 만들어 식별자가 같은 유온 센서가 둘 → 오류 · 경고 없이 센서 수만 는다(조용히 중복)</a:t>
            </a:r>
          </a:p>
          <a:p>
            <a:r>
              <a:t>· 그 뒤 이 식별자로 찾으면 두 노드가 나오고, 한쪽에만 관계가 있으면 어느 쪽을 보느냐에 따라 답이 다르다</a:t>
            </a:r>
          </a:p>
          <a:p>
            <a:r>
              <a:t>· MERGE가 중복을 막는 힘 = 바뀌지 않는 식별자로 찾기 + 그 식별자에 유일 제약. 이 시스템 그래프도 인스턴스를 넣기 전에 클래스마다 제약부터 → 실습의 빈 그래프에도 제약부터</a:t>
            </a:r>
          </a:p>
          <a:p>
            <a:r>
              <a:t>[다음] 양 끝 노드를 찾은 뒤 관계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MATCH 세 노드 → MERGE 두 관계 → 가운데 오타 경우와 결과 → 맨 아래 세어 보기 쿼리</a:t>
            </a:r>
          </a:p>
          <a:p>
            <a:r>
              <a:t>· 양 끝을 바뀌지 않는 식별자로 먼저 붙잡는다(이름으로 찾지 않는다)</a:t>
            </a:r>
          </a:p>
          <a:p>
            <a:r>
              <a:t>· MERGE: 쿨러 → 센서 계측 관계, 센서 → 유온 읽는 관계. 이미 있으면 그대로 써서 같은 적재를 다시 돌려도 관계는 하나. 방향은 스키마가 정한 쪽</a:t>
            </a:r>
          </a:p>
          <a:p>
            <a:r>
              <a:t>· 센서 식별자 오타: MATCH가 넘길 행이 없어 MERGE가 만들 일이 없다 → 오류 없이 끝나고 새 관계 0개. 적재 쿼리엔 결과 표도 없어 화면으로 성공 · 실패를 못 가린다</a:t>
            </a:r>
          </a:p>
          <a:p>
            <a:r>
              <a:t>· 넣은 뒤 같은 두 노드 사이 관계를 다시 센다: 1이면 맞게 들어갔고, 다시 돌려도 1</a:t>
            </a:r>
          </a:p>
          <a:p>
            <a:r>
              <a:t>· 정해진 방향으로 센 관계 수 전체를 예상 수와 견주면 오타로 빠진 관계도, 방향을 거꾸로 저장한 관계도 모자란 수로 드러난다</a:t>
            </a:r>
          </a:p>
          <a:p>
            <a:r>
              <a:t>[다음] 정의에서 적재 검증까지 한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적재(유일 제약을 먼저 걸고 식별자로 MERGE) → 조회(처음 정한 물음을 쿼리로, 예상 답과 대조) → 검사</a:t>
            </a:r>
          </a:p>
          <a:p>
            <a:r>
              <a:t>· 검사: 필수값 · 허용값 · 양 끝 클래스를 스키마와 대조, 아무도 대신 봐 주지 않는 수와 자료형은 직접 센다. 어긋나면 정의나 데이터를 고친다</a:t>
            </a:r>
          </a:p>
          <a:p>
            <a:r>
              <a:t>· 조회와 검사가 잡는 잘못이 다르다: 유온 센서가 팬 진동을 읽도록 이어도 클래스는 맞아 검사는 통과 → 물음의 답을 예상 답과 대조해야 찾는다</a:t>
            </a:r>
          </a:p>
          <a:p>
            <a:r>
              <a:t>· 답 한 건이 맞다고 다른 대상의 필수값까지 다 채워진 건 아니다</a:t>
            </a:r>
          </a:p>
          <a:p>
            <a:r>
              <a:t>· 오류 없이 적재 ≠ 설계가 옳음. 물음의 답과 정의의 조건을 둘 다 확인해야 믿고 쓸 수 있는 지식</a:t>
            </a:r>
          </a:p>
          <a:p>
            <a:r>
              <a:t>[다음] 네 실습의 첫째, 관계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네 실습의 시작. 첫째는 그래프의 관계 조회</a:t>
            </a:r>
          </a:p>
          <a:p>
            <a:r>
              <a:t>· 실습의 목적: 강의용 기준 그래프가 아니라 실습용으로 따로 마련한 예제 그래프에서 설비의 계측 채널 · 물리량 한계 · 교체 부품을 찾는다</a:t>
            </a:r>
          </a:p>
          <a:p>
            <a:r>
              <a:t>· 앞 이론과의 연결: 한 단계 관계와 여러 단계 경로, WHERE로 한계 있는 물리량 거르기, 값의 표와 노드 · 관계의 그래프 견주기, 구성 요소별 채널 수 집계 · 정렬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입력과 질문 → 기본 조회 → 대상별 집계 → 강조한 성공 기준</a:t>
            </a:r>
          </a:p>
          <a:p>
            <a:r>
              <a:t>· 목표: 예제 그래프에서 찾은 원래 행과 구성 요소별 채널 수를 맞춰 질의가 질문에 답하는지 확인</a:t>
            </a:r>
          </a:p>
          <a:p>
            <a:r>
              <a:t>· 입력: 랩 전용 예제 그래프. 질문: 계측 채널 · 한계 · 교체 부품</a:t>
            </a:r>
          </a:p>
          <a:p>
            <a:r>
              <a:t>· 기본 조회: 한 단계 · 여러 단계 패턴과 WHERE, 값의 표와 연결 그래프 비교</a:t>
            </a:r>
          </a:p>
          <a:p>
            <a:r>
              <a:t>· 집계: 구성 요소별 서로 다른 채널 수를 구해 정렬 → 원래 행을 손으로 묶어 센 수와 대조</a:t>
            </a:r>
          </a:p>
          <a:p>
            <a:r>
              <a:t>· 성공 기준: 질문에 맞는 대상 · 반환 형태, 손으로 센 수와 집계 일치</a:t>
            </a:r>
          </a:p>
          <a:p>
            <a:r>
              <a:t>· 결과물: 질의와 결과, 집계 대조표, 어느 DB를 썼는지 기록</a:t>
            </a:r>
          </a:p>
          <a:p>
            <a:r>
              <a:t>[다음] 둘째 실습, 기준 지식 탐색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포털 지식 지도로 기준 지식을 탐색. 첫 실습이 쿼리를 적어 찾는 일이라면 여기선 항목을 골라 연결을 따라간다</a:t>
            </a:r>
          </a:p>
          <a:p>
            <a:r>
              <a:t>· HYD-01에서 출발해 구성 요소 · 센서 · 고장 유형까지</a:t>
            </a:r>
          </a:p>
          <a:p>
            <a:r>
              <a:t>· 앞 이론과의 연결: 클래스 · 속성, 나가는 관계 · 들어오는 관계(오일 쿨러로 들어오고 나가는 선)</a:t>
            </a:r>
          </a:p>
          <a:p>
            <a:r>
              <a:t>[다음] 확인할 구조와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목표 · 입력 → 범위 → 강조한 산출물 · 성공 기준</a:t>
            </a:r>
          </a:p>
          <a:p>
            <a:r>
              <a:t>· 목표: 지식 지도에서 HYD-01을 골라 구성 요소 · 센서 · 고장 유형으로 따라간다. 입력: HYD의 기준 지식</a:t>
            </a:r>
          </a:p>
          <a:p>
            <a:r>
              <a:t>· 범위: 항목마다 클래스와 속성 확인, 나가는 관계와 들어오는 관계 구분</a:t>
            </a:r>
          </a:p>
          <a:p>
            <a:r>
              <a:t>· 결과물: 확인한 클래스 · 속성 · 관계를 적은 탐색 기록</a:t>
            </a:r>
          </a:p>
          <a:p>
            <a:r>
              <a:t>· 성공 기준: 출발 대상과 도착 대상이 처음 정한 물음에 맞는다</a:t>
            </a:r>
          </a:p>
          <a:p>
            <a:r>
              <a:t>· 주의: 실습 1의 랩 그래프와 기준 지식은 서로 다른 환경 — 한쪽에서 만들거나 바꾼 것이 다른 쪽에 저절로 나타나지 않는다. 두 곳의 주소를 따로 적어 둔다</a:t>
            </a:r>
          </a:p>
          <a:p>
            <a:r>
              <a:t>[다음] 셋째 실습, 온톨로지 설계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현장 자료로 온톨로지를 직접 설계</a:t>
            </a:r>
          </a:p>
          <a:p>
            <a:r>
              <a:t>· 답할 물음: 설비마다 구성 요소에 어떤 센서가 붙나, 그 센서가 읽는 물리량의 단위와 한계는, 여러 설비가 함께 쓰는 교체 부품은</a:t>
            </a:r>
          </a:p>
          <a:p>
            <a:r>
              <a:t>· 앞 이론과의 연결: 역량 질문 → 클래스 · 속성 · 자료형 · 필수값 · 식별자 · 관계 방향 · 끝점 · 카디널리티</a:t>
            </a:r>
          </a:p>
          <a:p>
            <a:r>
              <a:t>· 이번 물음은 설비마다 센서를 구별해야 하니 앞에서 견준 두 설계 중 구성 요소 · 센서를 설비마다 나누는 쪽. 교체 부품은 여러 설비가 같은 품번으로 주문하니 하나로 묶는다</a:t>
            </a:r>
          </a:p>
          <a:p>
            <a:r>
              <a:t>[다음] 만들 두 파일과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스키마 파일 → 예시 인스턴스 데이터 → 강조한 성공 기준</a:t>
            </a:r>
          </a:p>
          <a:p>
            <a:r>
              <a:t>· 목표: 현장 자료로 답할 질문을 정해 두 파일을 만들고 자료의 뜻과 대조</a:t>
            </a:r>
          </a:p>
          <a:p>
            <a:r>
              <a:t>· 입력: 현장 자료</a:t>
            </a:r>
          </a:p>
          <a:p>
            <a:r>
              <a:t>· 스키마 파일: 클래스 · 속성 · 자료형 · 필수값 · 식별자, 관계의 유형 · 방향 · 끝점 · 카디널리티</a:t>
            </a:r>
          </a:p>
          <a:p>
            <a:r>
              <a:t>· 예시 데이터: 자료의 대상을 인스턴스로 적고 정의한 관계로 잇는다</a:t>
            </a:r>
          </a:p>
          <a:p>
            <a:r>
              <a:t>· 성공 기준: 고유 식별자 · 필수값 · 관계 방향이 정의에 맞고, 공유 부품과 한 구성 요소의 여러 센서가 자료대로 빠짐없이 이어진다</a:t>
            </a:r>
          </a:p>
          <a:p>
            <a:r>
              <a:t>· 주의: 도구가 파일을 만들어도 모델이 무엇을 나타내는지 설명하고 자료와 대조하는 건 설계한 사람의 몫</a:t>
            </a:r>
          </a:p>
          <a:p>
            <a:r>
              <a:t>[다음] 넷째 실습, 그래프 구현과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셋째 실습의 스키마와 예시 데이터를 그래프 DB에 구현하고 검증</a:t>
            </a:r>
          </a:p>
          <a:p>
            <a:r>
              <a:t>· 앞 이론과의 연결(이 단원의 순서 그대로): 빈 그래프에 유일 제약 먼저 → 식별자로 노드 MERGE → 양 끝 노드를 찾은 뒤 관계 → 생성한 Cypher를 읽어 본 뒤 실행</a:t>
            </a:r>
          </a:p>
          <a:p>
            <a:r>
              <a:t>· 넣은 뒤 세 물음의 답이 자료와 맞는지 조회로 확인</a:t>
            </a:r>
          </a:p>
          <a:p>
            <a:r>
              <a:t>[다음] 구현 결과와 의미 검증의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구현 결과 → 자료와 연결 대조 → 강조한 성공 기준</a:t>
            </a:r>
          </a:p>
          <a:p>
            <a:r>
              <a:t>· 목표: 저장된 관계가 스키마에 맞아도 이은 대상이 틀릴 수 있어, 현장 자료와 조회 결과를 함께 대조</a:t>
            </a:r>
          </a:p>
          <a:p>
            <a:r>
              <a:t>· 결과물: 생성 질의, 저장된 그래프, 무엇을 대조하고 무엇을 고쳤는지 적은 검증 기록</a:t>
            </a:r>
          </a:p>
          <a:p>
            <a:r>
              <a:t>· 대조: 양 끝 클래스가 맞는 것만으론 같은 설비의 맞는 계측 대상을 이었다고 못 본다 → 설비 식별자 · 센서 태그 · 계측 대상 · 단위까지</a:t>
            </a:r>
          </a:p>
          <a:p>
            <a:r>
              <a:t>· 성공 기준: 잘못된 연결은 근거로 고침, 세 질문의 답이 자료와 맞음, 같은 적재를 다시 돌려도 노드 · 관계 수가 늘지 않음, 중복 · 끝점 검사 근거를 남김</a:t>
            </a:r>
          </a:p>
          <a:p>
            <a:r>
              <a:t>[다음] 실습 뒤, 작업 절차와 판단 조건으로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08 → 부제</a:t>
            </a:r>
          </a:p>
          <a:p>
            <a:r>
              <a:t>· 지금까지 만든 지식 구조에 작업 절차와 판단 조건을 잇는다</a:t>
            </a:r>
          </a:p>
          <a:p>
            <a:r>
              <a:t>· 상황: 쿨러 성능 저하 경보의 원인을 핀 오염으로 가렸다. 이제 무엇을 할지 — 매뉴얼엔 쓸 수 있는 조치가 여럿</a:t>
            </a:r>
          </a:p>
          <a:p>
            <a:r>
              <a:t>· 순서: 절차에서 차례 · 시작 조건 · 금지 · 완료를 읽기 → 조건 문장만 꺼내 결정표로 → 지금의 값에 대어 판정 → 결정표가 대신 못 해 절차에 남는 것 가리기</a:t>
            </a:r>
          </a:p>
          <a:p>
            <a:r>
              <a:t>[다음] 원인 하나에 걸린 조치 후보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원인(핀 오염) → 고장 유형 → 오른쪽 네 갈래 위에서부터, 라벨 둘째 줄의 절차 번호</a:t>
            </a:r>
          </a:p>
          <a:p>
            <a:r>
              <a:t>· 출발: 냉각 효율 낮음 + 팬 진동 정상 → 핀 오염, 고장 유형은 쿨러 냉각 성능 상실</a:t>
            </a:r>
          </a:p>
          <a:p>
            <a:r>
              <a:t>· 팬 최대 운전(SOP-COOL-11): 팬만 끝까지, 생산 그대로</a:t>
            </a:r>
          </a:p>
          <a:p>
            <a:r>
              <a:t>· 팬 최대 + 부하 80 %(12): 열을 덜 만드는 대신 생산 속도 감소</a:t>
            </a:r>
          </a:p>
          <a:p>
            <a:r>
              <a:t>· 부하 70 % + 야간 핀 세척(13): 팬은 두고 부하를 낮춘 뒤 야간 정비 시간에 세척 작업지시</a:t>
            </a:r>
          </a:p>
          <a:p>
            <a:r>
              <a:t>· 핀 세척(14): 설비를 세우고 오염 자체를 없앰, 정비 동안 생산 못 함. 절차 번호 = 추천안의 절차와 작업자가 펼친 매뉴얼 절차를 맞춰 보는 이름표</a:t>
            </a:r>
          </a:p>
          <a:p>
            <a:r>
              <a:t>· 원인을 안다고 할 일이 정해지지 않는다: 지금 이 조치를 해도 되나/해도 되는 것 중 무엇이 나은가 → 이 단원은 앞의 물음(해도 되는지 · 어떻게 하는지)</a:t>
            </a:r>
          </a:p>
          <a:p>
            <a:r>
              <a:t>[다음] 매뉴얼의 SOP를 어떻게 읽나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팬 최대 운전 절 → 아래 핀 세척 절, 번호 붙은 단계 → 번호 밖 조건 문장</a:t>
            </a:r>
          </a:p>
          <a:p>
            <a:r>
              <a:t>· SOP = 표준 작업 절차. 같은 조치를 누가 맡아도 같은 순서 · 같은 확인으로 끝나게 문서로 정한 것</a:t>
            </a:r>
          </a:p>
          <a:p>
            <a:r>
              <a:t>· 순서 문장 = 번호 붙은 단계(무엇을 어떤 차례로)</a:t>
            </a:r>
          </a:p>
          <a:p>
            <a:r>
              <a:t>· 조건 문장 = 절 머리 「원격 조치는 원격 자동일 때만」, 2단계 「연속 24시간 이내」, 핀 세척 1단계 정지 · 현장 제어 · 잠금, 2단계 「고압수는 쓰지 않는다」 → 언제 시작해도 되고 어디까지, 무엇을 하면 안 되나</a:t>
            </a:r>
          </a:p>
          <a:p>
            <a:r>
              <a:t>· 완료 쪽: 15분 재관측으로 회복 판정, 재가동 후 냉각 효율 80 % 이상. 승인: 팬은 운전원, 세척 절은 설비보전팀장</a:t>
            </a:r>
          </a:p>
          <a:p>
            <a:r>
              <a:t>· 번호 줄만 옮기면 「수동 조작 중엔 하지 말라」가 사라져 모양은 같아도 원래와 다른 절차가 된다 → 두 종류를 같이 가져간다</a:t>
            </a:r>
          </a:p>
          <a:p>
            <a:r>
              <a:t>[다음] SOP를 여덟 항목으로 나눠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시작 전(1~4) → 작업 중(5~6) → 승인 · 끝(7~8)으로, 둘째 칸 원문과 출처 절</a:t>
            </a:r>
          </a:p>
          <a:p>
            <a:r>
              <a:t>· 시작 전: 적용 대상(이 고장에 맞나), 작업 전제 조건(지금 시작해도 되나 — 원격 자동), 안전 조건(손대기 전 설비 상태 — 정지 · 현장 제어 · 잠금), 준비사항(사람 · 부품)</a:t>
            </a:r>
          </a:p>
          <a:p>
            <a:r>
              <a:t>· 준비사항은 쿨러 매뉴얼에 문장이 없어 같은 설비의 정기 점검표 예를 가져왔다 → 쿨러 조치에 인원 넷이 필요하다는 뜻으로 읽지 않는다</a:t>
            </a:r>
          </a:p>
          <a:p>
            <a:r>
              <a:t>· 작업 중: 수행 단계(모드 확인 → 팬 100 % → 15분 재관측), 금지 사항(부하를 60 % 미만으로 설정 금지, 고압수 금지)</a:t>
            </a:r>
          </a:p>
          <a:p>
            <a:r>
              <a:t>· 담당 역할: 완화는 운전원, 설비를 세우는 근본 조치는 설비보전팀장. 승인자가 동의해도 금지 사항은 안 풀린다</a:t>
            </a:r>
          </a:p>
          <a:p>
            <a:r>
              <a:t>· 완료 확인 기준: 조치 뒤 15분 동안 유온 55 ℃ 미만 + 경보 해제 유지 → 한 번 내려간 것으론 끝이 아니다</a:t>
            </a:r>
          </a:p>
          <a:p>
            <a:r>
              <a:t>· 출처 절이 줄마다 다르다 → 여덟 항목이 여러 절에 흩어져 있어 문장을 읽고 찾아내야 한다</a:t>
            </a:r>
          </a:p>
          <a:p>
            <a:r>
              <a:t>[다음] 가장 헷갈리는 짝, 전제와 안전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작업 전제 조건 → 오른쪽 강조한 안전 조건</a:t>
            </a:r>
          </a:p>
          <a:p>
            <a:r>
              <a:t>· 둘 다 시작 전에 확인해서 헷갈린다</a:t>
            </a:r>
          </a:p>
          <a:p>
            <a:r>
              <a:t>· 전제 조건(원격 제어의 시작): 팬 최대 운전은 운전 모드가 원격 자동이어야 — 상위 시스템 명령을 받는 상태. 수동 조작이 들어와 원격 수동이면 시작하지 않는다</a:t>
            </a:r>
          </a:p>
          <a:p>
            <a:r>
              <a:t>· 안전 조건(현장 작업의 시작): 핀 세척은 정지 → 현장 제어 → 잠금. LOTO = 에너지원을 잠그고 표지를 달아 정비 중 누가 다시 돌리지 못하게</a:t>
            </a:r>
          </a:p>
          <a:p>
            <a:r>
              <a:t>· 펌프 정비 예: 전원을 끊어도 유압 회로엔 압력이 남는다 → 잔압을 빼고 토출 압력 0 bar 확인 뒤 배관을 연다</a:t>
            </a:r>
          </a:p>
          <a:p>
            <a:r>
              <a:t>· 시작할 때 갖출 상태가 정반대(원격 명령을 받는 상태 vs 아무도 못 돌리는 상태) → 「준비 완료」 하나로 뭉개지 않는다</a:t>
            </a:r>
          </a:p>
          <a:p>
            <a:r>
              <a:t>[다음] 응용: 운전 모드가 바뀌면 남는 후보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열(원격 자동 · 원격 수동 · 현장 제어) → 윗줄 원격 제어 후보 → 아랫줄 정비 작업지시 → 왼쪽 위 쿨러 사건의 모드</a:t>
            </a:r>
          </a:p>
          <a:p>
            <a:r>
              <a:t>· 운전 모드 = 설비가 누구의 조작을 받을지 정하는 PLC의 상태</a:t>
            </a:r>
          </a:p>
          <a:p>
            <a:r>
              <a:t>· 원격 제어 후보 셋(SOP-COOL-11~13): 원격 자동에선 남고, 원격 수동(운전 화면에서 직접 조작 중) · 현장 제어(현장 패널)에선 빠진다 → 사람이 조작하는 동안 상위 명령이 끼어들면 예상 못 한 방향으로 움직인다</a:t>
            </a:r>
          </a:p>
          <a:p>
            <a:r>
              <a:t>· 셋째 후보는 이름에 야간 핀 세척이 붙어도 지금 부하를 원격으로 낮추는 동작이 있어 함께 빠진다 → 이름이 아니라 무엇을 바꾸는지를 본다</a:t>
            </a:r>
          </a:p>
          <a:p>
            <a:r>
              <a:t>· 핀 세척 작업지시는 세 모드 모두 남는다(등록은 설비 명령이 아니니까). 남는다 ≠ 지금 세척해도 된다 — 실제 세척은 정지 · 잠금 뒤</a:t>
            </a:r>
          </a:p>
          <a:p>
            <a:r>
              <a:t>· 쿨러 사건은 원격 자동 · 운전 중이라 넷 모두 후보에 남았다</a:t>
            </a:r>
          </a:p>
          <a:p>
            <a:r>
              <a:t>[다음] 절차를 컴퓨터가 꺼내 쓰게 하려면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09 → 부제</a:t>
            </a:r>
          </a:p>
          <a:p>
            <a:r>
              <a:t>· 절차를 사람이 읽을 수 있게 됐으니 이번엔 컴퓨터가 꺼내 쓰게</a:t>
            </a:r>
          </a:p>
          <a:p>
            <a:r>
              <a:t>· 물음: 조치 후보를 찾았을 때 그 작업의 단계, 근거 매뉴얼 절, 승인할 사람, 실제로 보낼 명령까지 한 번에 가져오려면 무엇을 이어 둬야 하나</a:t>
            </a:r>
          </a:p>
          <a:p>
            <a:r>
              <a:t>· 이 단원: SOP 한 편을 지식 그래프의 대상과 관계로 나눈다</a:t>
            </a:r>
          </a:p>
          <a:p>
            <a:r>
              <a:t>[다음] SOP를 조치 방법과 단계로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조치 방법 두 줄 → 마지막 값(종류) → 가운데 단계 · 근거 절 · 승인 역할 → 맨 아래 칸이 없는 항목</a:t>
            </a:r>
          </a:p>
          <a:p>
            <a:r>
              <a:t>· 이 모델엔 SOP 클래스가 따로 없고 조치 방법(Skill) 하나에 SOP 한 편. 절차 번호를 식별자로 → 추천 · 승인 · 작업 기록이 같은 절차를 가리킨다</a:t>
            </a:r>
          </a:p>
          <a:p>
            <a:r>
              <a:t>· 종류 값: 팬 최대 운전 = 설비를 바로 제어, 핀 세척 = 작업지시. 운전 모드 규칙이 이 값으로 갈린다(컴퓨터가 가리려면 값으로 적혀야)</a:t>
            </a:r>
          </a:p>
          <a:p>
            <a:r>
              <a:t>· 단계(Step): 조치 방법 하나에 여럿, 단계마다 순서 값. 그래프에 넣은 차례 ≠ 작업 차례 → 순서는 값으로 지킨다</a:t>
            </a:r>
          </a:p>
          <a:p>
            <a:r>
              <a:t>· 단계 → 근거 매뉴얼 절, 조치 방법 → 승인 역할</a:t>
            </a:r>
          </a:p>
          <a:p>
            <a:r>
              <a:t>· 스키마엔 전제 · 안전 · 금지 · 완료 기준 칸이 없다 → 단계 문장에 남거나 판단 규칙으로 옮겨진다. 칸 수보다 원문의 뜻을 다시 찾아낼 수 있느냐가 기준</a:t>
            </a:r>
          </a:p>
          <a:p>
            <a:r>
              <a:t>[다음] 고장 유형에서 조치로 가는 두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즉시 완화 → 오른쪽 강조한 근본 조치, 각 칸 끝 줄</a:t>
            </a:r>
          </a:p>
          <a:p>
            <a:r>
              <a:t>· 즉시 완화: 고장의 영향을 지금 줄인다. 팬을 올리면 유온은 내려가도 오염은 그대로 → 근본 조치할 시간을 번다. 원인을 아직 못 가려도 고장 유형만 알면 후보(SOP-COOL-11~13, 팬 · 부하 원격 제어)</a:t>
            </a:r>
          </a:p>
          <a:p>
            <a:r>
              <a:t>· 근본 조치: 원인을 없앤다. 같은 냉각 성능 상실이라도 핀 오염이면 핀 세척(14), 주변 온도 상승이면 환기 보강(15)</a:t>
            </a:r>
          </a:p>
          <a:p>
            <a:r>
              <a:t>· 근본 조치 → 원인으로 「이 원인을 다룬다」 관계를 따로 두어 원인이 맞을 때만 후보 → 핀 오염인데 환기 보강을 추천하지 않는다</a:t>
            </a:r>
          </a:p>
          <a:p>
            <a:r>
              <a:t>· 셋째 후보(부하 70 % + 야간 핀 세척) = 지금 부하를 낮추는 즉시 완화 + 밤에 걸어 둔 근본 조치. 한 후보 안에 때가 다른 두 조치</a:t>
            </a:r>
          </a:p>
          <a:p>
            <a:r>
              <a:t>[다음] 응용: 경보가 꺼지면 끝인가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그래프 위 유온 · 아래 냉각 효율 → 오른쪽 넷을 차례로: 경보 해제 → 완화 성공 판정 → 강조한 남은 원인 → 정비 완료</a:t>
            </a:r>
          </a:p>
          <a:p>
            <a:r>
              <a:t>· 물음: 팬 최대 운전 승인(11:14:56) 뒤 유온이 내려가고 경보가 해제됐다 — 쿨러 문제가 끝났다고 보고해도 되나</a:t>
            </a:r>
          </a:p>
          <a:p>
            <a:r>
              <a:t>· 경보 해제 ≠ 완화 성공: 매뉴얼 완화 성공은 15분 동안 55 ℃ 미만 유지인데 재관측 구간에서 기준 아래였던 몫은 58 %(기준보다 높은 데서 내려오기 시작해서)</a:t>
            </a:r>
          </a:p>
          <a:p>
            <a:r>
              <a:t>· 남은 원인: 냉각 효율은 조금 올랐을 뿐 경보 기준 70 %에도 못 미침 → 핀 오염 그대로</a:t>
            </a:r>
          </a:p>
          <a:p>
            <a:r>
              <a:t>· 정비 완료: 핀 세척 작업지시 등록은 해야 할 정비가 기록됐다는 것이지 세척 완료가 아니다. 완료는 재가동 뒤 냉각 효율 80 % 이상</a:t>
            </a:r>
          </a:p>
          <a:p>
            <a:r>
              <a:t>· 완료 기준은 조치의 목적을 따라간다 → 보고할 때 어떤 완료를 확인했는지 나눠 적어야 다음 사람이 상태를 잘못 읽지 않는다</a:t>
            </a:r>
          </a:p>
          <a:p>
            <a:r>
              <a:t>[다음] 핀 세척 노드 하나에서 나오는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고장 유형에서 두 갈래(팬 최대 운전 · 위 가운데 강조한 핀 세척) → 왼쪽 위 원인으로 돌아가는 선 → 오른쪽 아래 첫 단계 → 근거 절 → 오른쪽 위 승인 역할</a:t>
            </a:r>
          </a:p>
          <a:p>
            <a:r>
              <a:t>· 즉시 완화의 끝 = 팬 최대 운전, 근본 조치의 끝 = 쿨러 핀 세척</a:t>
            </a:r>
          </a:p>
          <a:p>
            <a:r>
              <a:t>· 차이는 원인으로 돌아가는 선: 핀 세척 → 핀 오염 「이 원인을 다룬다」 → 원인이 핀 오염으로 가려졌을 때만 후보</a:t>
            </a:r>
          </a:p>
          <a:p>
            <a:r>
              <a:t>· 팬 최대 운전엔 그 선이 없다 = 그 고장 유형의 어느 원인에도 쓸 수 있다 → 원인을 아직 못 가려도 후보</a:t>
            </a:r>
          </a:p>
          <a:p>
            <a:r>
              <a:t>· 핀 세척이 후보가 되면 달린 선으로 따라 나온다: 첫 단계 정지 · 잠금(LOTO) → 근거 절 HM-8.7 근본 조치</a:t>
            </a:r>
          </a:p>
          <a:p>
            <a:r>
              <a:t>· 설비보전팀장 = 승인할 최소 역할이지 수행 주체가 아니다. 작업지시는 정비 관리 시스템이 발행, 세척은 현장 작업자</a:t>
            </a:r>
          </a:p>
          <a:p>
            <a:r>
              <a:t>· 무엇을 · 무엇에 근거해 · 누구 승인으로가 노드 하나에서 나온다</a:t>
            </a:r>
          </a:p>
          <a:p>
            <a:r>
              <a:t>[다음] 응용: 승인부터 정비 완료까지 남는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시간 순서로: 절차의 정의 → 사람의 승인 → 강조한 실행 동작 → 작업지시 발행 → 현장 정비 완료, 오른쪽 지식의 자리</a:t>
            </a:r>
          </a:p>
          <a:p>
            <a:r>
              <a:t>· 절차의 정의: 팬 최대 운전의 단계 셋과 승인 역할 운전원은 사건 전부터 지식에 있었다</a:t>
            </a:r>
          </a:p>
          <a:p>
            <a:r>
              <a:t>· 사람의 승인: 운전원이 11:14:56 승인. 그 순간 시스템이 운전 모드 · 상태를 다시 읽어 원격 자동 · 운전 중 확인(추천 때 값이 승인 때도 같다는 보장이 없어서)</a:t>
            </a:r>
          </a:p>
          <a:p>
            <a:r>
              <a:t>· 실행 동작 = 더 쪼갤 수 없는 명령 하나나 업무 처리 하나(단계는 사람이 읽는 문장). 조치 방법에 이어져 있다가 사람 승인 1회 뒤 프로세스 엔진이 실행 — 팬 속도 100 % 명령 하나가 설비로 가서 실행 완료로 답했다</a:t>
            </a:r>
          </a:p>
          <a:p>
            <a:r>
              <a:t>· 작업지시 발행도 실행 동작이지만 향한 곳은 정비 관리 시스템(CMMS): 재관측 뒤 핀 세척이 「배정됨」으로 등록</a:t>
            </a:r>
          </a:p>
          <a:p>
            <a:r>
              <a:t>· 현장 정비 완료엔 실행 동작이 없다: 정지 · 잠금 · 세척 · 재가동 뒤 냉각 효율 80 % 이상 확인은 사람이 단계대로</a:t>
            </a:r>
          </a:p>
          <a:p>
            <a:r>
              <a:t>· 다섯은 각각 다른 사실 → 명령이 처리됐다고 정비가 끝났다고 적지 않는다</a:t>
            </a:r>
          </a:p>
          <a:p>
            <a:r>
              <a:t>[다음] 절차 속 조건 문장을 규칙으로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10 → 부제의 세 표현</a:t>
            </a:r>
          </a:p>
          <a:p>
            <a:r>
              <a:t>· 세 표현 모두 쿨러 매뉴얼에 실제로 있는 말: 「원격 자동일 때만 한다」, 「이미 24시간을 넘겼다면 감점」, 「예측 유온이 55 ℃ 이상이면 다른 조치와 비교」</a:t>
            </a:r>
          </a:p>
          <a:p>
            <a:r>
              <a:t>· 문제: 급할 때 하나쯤 놓칠 수 있고, 정확히 24시간이면 넘긴 건지 사람마다 다르게 읽는다</a:t>
            </a:r>
          </a:p>
          <a:p>
            <a:r>
              <a:t>· 이 단원: 누가 따져도 같은 제외 · 감점 · 경고가 나오는 규칙으로 옮긴다</a:t>
            </a:r>
          </a:p>
          <a:p>
            <a:r>
              <a:t>[다음] 순서를 정하는 SOP와 판정을 내는 DMN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칸의 첫 줄(답하는 물음) → 왼쪽 SOP 예문 → 오른쪽 강조한 DMN 원문과 옮긴 조건 → 왼쪽 마지막 줄</a:t>
            </a:r>
          </a:p>
          <a:p>
            <a:r>
              <a:t>· SOP: 어떻게, 어떤 차례로 하나. 「팬 속도를 100 %로 올린다」는 값을 몰라도 무엇을 할지 읽힌다</a:t>
            </a:r>
          </a:p>
          <a:p>
            <a:r>
              <a:t>· DMN = 업무 의사결정을 정의하는 표준(국제 표준 단체 OMG). 물음: 지금 이 조치를 해도 되나</a:t>
            </a:r>
          </a:p>
          <a:p>
            <a:r>
              <a:t>· 「원격 자동이 아닐 때 쓰지 않는다」는 지금 모드를 모르면 답을 못 낸다 → 「운전 모드가 원격 자동과 다르면 제외」라는 조건과 출력으로 옮기고, 판단 시점의 값에 대어 참 · 거짓을 정한다</a:t>
            </a:r>
          </a:p>
          <a:p>
            <a:r>
              <a:t>· 둘은 서로를 대신하지 않는다: 절차 안에도 모드를 확인하는 단계가 남아 있다(수행 때 다시 본다)</a:t>
            </a:r>
          </a:p>
          <a:p>
            <a:r>
              <a:t>[다음] 판정에 쓰는 값과 읽는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입력 이름 → 읽는 곳과 뜻 → 오른쪽 쿨러 사건 값, 강조한 셋째 줄</a:t>
            </a:r>
          </a:p>
          <a:p>
            <a:r>
              <a:t>· 입력 데이터 = 판단에 어떤 값이 필요한지 정해 둔 항목. 결정표엔 입력의 이름과 기준뿐, 값은 판정하는 순간 정해진 출처에서 → 같은 표로 매번 다른 상황을 가린다</a:t>
            </a:r>
          </a:p>
          <a:p>
            <a:r>
              <a:t>· 운전 모드 · PLC 상태: SCADA에서 PLC의 지금 상태(쿨러 사건: 원격 자동 · 운전 중)</a:t>
            </a:r>
          </a:p>
          <a:p>
            <a:r>
              <a:t>· 팬 100 % 연속 운전 시간: 지금 팬 속도로는 모르고 운전 이력을 거슬러 계산. 쿨러 사건은 팬 60 %라 0 h. 기록이 없으면 0이 아니라 모르는 값</a:t>
            </a:r>
          </a:p>
          <a:p>
            <a:r>
              <a:t>· 조치 후 예측 유온: 관측 온도가 아니라 후보마다 계산한 값. 팬 최대 운전 49.8 ℃, 핀 세척 62.5 ℃(세척은 지금 유온을 못 내림)</a:t>
            </a:r>
          </a:p>
          <a:p>
            <a:r>
              <a:t>· 후보 조치의 종류: 앞 단원의 제어 · 작업지시 값. 출처를 함께 적으면 예측 칸에 지금 온도를 넣는 실수가 준다</a:t>
            </a:r>
          </a:p>
          <a:p>
            <a:r>
              <a:t>[다음] 결정 · 결정표 · 규칙으로 판정하기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결정(물음) → 결정표의 세 행과 대상 → 아래 쿨러 사건 입력과 결과</a:t>
            </a:r>
          </a:p>
          <a:p>
            <a:r>
              <a:t>· 결정 = 판단해서 답할 물음 하나(후보 가운데 규정상 쓸 수 없거나 감점할 것은?). 결정표 = 그 물음에 답하는 규칙 모음, 규칙 = 표의 한 행(왼쪽 조건 → 오른쪽 출력)</a:t>
            </a:r>
          </a:p>
          <a:p>
            <a:r>
              <a:t>· R1 원격 자동이 아니면 원격 제어 셋 제외. R2 팬 최대 24시간 초과면 팬 최대 운전 둘에 20만 원 감점. R3 예측 유온 55 ℃ 이상이면 모든 후보에 경고</a:t>
            </a:r>
          </a:p>
          <a:p>
            <a:r>
              <a:t>· 조건이 맞는지와 그 행이 누구에게 걸리는지는 따로 본다(R1 · R2는 핀 세척에 안 걸림)</a:t>
            </a:r>
          </a:p>
          <a:p>
            <a:r>
              <a:t>· 쿨러 사건(원격 자동 · 0 h): 팬 최대 운전 49.8 ℃는 세 행 어디에도 안 걸림. 핀 세척 62.5 ℃는 R3만 → 경고. 실제 추천안에도 핀 세척에만 이 경고</a:t>
            </a:r>
          </a:p>
          <a:p>
            <a:r>
              <a:t>· 같은 표 + 같은 입력 = 사람이든 시스템이든 같은 결과 → 누구든 근거를 다시 확인</a:t>
            </a:r>
          </a:p>
          <a:p>
            <a:r>
              <a:t>[다음] 조건 문장을 옮기는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원문 표현 → 가운데 옮긴 조건 → 오른쪽 기준값과 같을 때, 강조한 첫 줄</a:t>
            </a:r>
          </a:p>
          <a:p>
            <a:r>
              <a:t>· 조건 한 줄 = 입력 · 연산자 · 기준값. 연산자 여섯: 같다 · 다르다 · 초과 · 이상 · 미만 · 이하</a:t>
            </a:r>
          </a:p>
          <a:p>
            <a:r>
              <a:t>· 「원격 자동일 때만 한다」(허용 문장) → 뒤집어 「원격 자동과 다르면 제외」 행으로. 걸리면 빠지는 쪽으로 적는다</a:t>
            </a:r>
          </a:p>
          <a:p>
            <a:r>
              <a:t>· 「넘겼다면」 = 초과(&gt;): 정확히 24.0 h는 안 맞음. 「이상이면」 = 이상(&gt;=): 정확히 55.0 ℃도 맞음</a:t>
            </a:r>
          </a:p>
          <a:p>
            <a:r>
              <a:t>· 「미만이고 유지되면」(회복 판정) = 미만(&lt;): 55.0 ℃는 안 맞음. 「트립 중이면」 = 같다(==), 이름으로 된 값은 글자가 같아야</a:t>
            </a:r>
          </a:p>
          <a:p>
            <a:r>
              <a:t>· 단위: 운전 시간은 h, 예측 유온은 ℃. 분 단위 입력은 바꾼 뒤 비교</a:t>
            </a:r>
          </a:p>
          <a:p>
            <a:r>
              <a:t>· 순서: 비교할 값 정하기 → 같은 단위의 기준값 → 원문의 포함 여부에 맞는 부호</a:t>
            </a:r>
          </a:p>
          <a:p>
            <a:r>
              <a:t>[다음] 응용: 사건 값으로는 안 보이는 부호 실수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네 줄(예측 유온) → 아래 네 줄(연속 운전 시간), 가운데 바른 행 · 오른쪽 부호를 바꾼 행, 강조한 두 줄</a:t>
            </a:r>
          </a:p>
          <a:p>
            <a:r>
              <a:t>· 사건 값 62.5 ℃는 이상(&gt;=)이든 초과(&gt;)든 경고, 0 h는 초과든 이상이든 감점 없음 → 사건 값으로만 시험하면 부호 실수가 그대로 남는다</a:t>
            </a:r>
          </a:p>
          <a:p>
            <a:r>
              <a:t>· 임계값 = 55 ℃ · 24시간처럼 판정이 갈리는 기준값</a:t>
            </a:r>
          </a:p>
          <a:p>
            <a:r>
              <a:t>· 임계값 바로 아래 · 같은 값 · 바로 위를 넣으면 같은 값에서만 갈린다: 55.0 ℃에서 바른 행은 경고, 바꾼 행은 없음/24.0 h에서 바꾼 행만 20만 원 감점</a:t>
            </a:r>
          </a:p>
          <a:p>
            <a:r>
              <a:t>· 54.9 · 55.1/23.9 · 24.1은 두 칸이 같다</a:t>
            </a:r>
          </a:p>
          <a:p>
            <a:r>
              <a:t>· 사건 값만이 아니라 경계의 세 값을 넣는다 → 이어지는 실습의 경계 사례 대입도 이 때문</a:t>
            </a:r>
          </a:p>
          <a:p>
            <a:r>
              <a:t>[다음] 조건이 둘 이상일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AND 예(한 행에 검사 둘) → 두 후보의 결과 → 아래 OR 예(같은 출력의 행 둘)</a:t>
            </a:r>
          </a:p>
          <a:p>
            <a:r>
              <a:t>· AND: 한 행에 적은 검사는 모두 맞아야 출력. 「조치가 제어 종류」 그리고 「운전 모드가 원격 자동이 아님」 → 제외</a:t>
            </a:r>
          </a:p>
          <a:p>
            <a:r>
              <a:t>· 원격 수동에서 팬 최대 운전은 둘 다 맞아 빠지고, 핀 세척(작업지시)은 첫 검사부터 거짓이라 안 걸린다 → 작업지시가 어느 모드에서나 남은 까닭</a:t>
            </a:r>
          </a:p>
          <a:p>
            <a:r>
              <a:t>· OR: 한 행에 「또는」을 적는 대신 같은 출력의 행을 둘로 나눈다(과열 트립이 났거나, 고장 유형이 과열 정지로 판정됐거나 → 냉각 후 리셋). 어느 쪽이 맞아도 답, 둘이 함께 맞을 수도</a:t>
            </a:r>
          </a:p>
          <a:p>
            <a:r>
              <a:t>· 범위(두 기준 사이)는 하한 · 상한 검사를 한 행에 AND로</a:t>
            </a:r>
          </a:p>
          <a:p>
            <a:r>
              <a:t>· 원문을 옮길 땐 「그리고」인지 「또는」인지부터 가린다</a:t>
            </a:r>
          </a:p>
          <a:p>
            <a:r>
              <a:t>[다음] 조건이 맞았을 때 내는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후보 선택 → 강조한 제외 → 감점 → 경고 → 승인과 수행, 오른쪽 「후보는」</a:t>
            </a:r>
          </a:p>
          <a:p>
            <a:r>
              <a:t>· 출력도 무게가 다르다</a:t>
            </a:r>
          </a:p>
          <a:p>
            <a:r>
              <a:t>· 후보 선택: 후보를 올린다. 고장 유형이 냉각 성능 상실이라 완화 셋, 원인이 핀 오염이라 핀 세척 → 후보 넷</a:t>
            </a:r>
          </a:p>
          <a:p>
            <a:r>
              <a:t>· 제외: 비교 대상에서 뺀다. 냉각 효과가 아무리 좋아도 점수로 되살리지 않는다(원격 자동이 아니면 원격 제어 셋)</a:t>
            </a:r>
          </a:p>
          <a:p>
            <a:r>
              <a:t>· 감점: 남기되 비교 점수를 깎는다(팬 24시간 초과 → 20만 원). 경고: 남기되 승인자가 확인할 점을 붙인다(예측 유온 55 ℃ 이상)</a:t>
            </a:r>
          </a:p>
          <a:p>
            <a:r>
              <a:t>· 남은 후보 ≠ 실행 허가: 사람 승인 1회, 수행 시점의 상태 재확인, 절차의 제한을 지켜야 한다</a:t>
            </a:r>
          </a:p>
          <a:p>
            <a:r>
              <a:t>[다음] 표 전체에 실제 입력을 넣으면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11 → 부제</a:t>
            </a:r>
          </a:p>
          <a:p>
            <a:r>
              <a:t>· 행 하나 적는 법은 갖췄다. 이 단원은 행들이 모인 표 전체에 실제 입력을 넣는다</a:t>
            </a:r>
          </a:p>
          <a:p>
            <a:r>
              <a:t>· 물음 셋: 여러 행이 함께 맞거나 부딪치면 무엇을 답으로, 필요한 값을 못 얻으면 어떻게, 그 판정을 나중에 되짚으려면 무엇을 남기나</a:t>
            </a:r>
          </a:p>
          <a:p>
            <a:r>
              <a:t>[다음] 여러 행이 함께 맞을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가정 입력 → 가운데 세 행이 모두 맞음 → 아래 모은 결과 세 칸 → 오른쪽 강조한 Collect</a:t>
            </a:r>
          </a:p>
          <a:p>
            <a:r>
              <a:t>· 일부러 나쁜 입력(가정, 사건 값 아님): 원격 수동, 팬 30시간 최대, 예측 유온 56 ℃</a:t>
            </a:r>
          </a:p>
          <a:p>
            <a:r>
              <a:t>· 세 행이 모두 맞는다 — 표가 잘못된 게 아니라 이 입력엔 정말 셋 다 해당</a:t>
            </a:r>
          </a:p>
          <a:p>
            <a:r>
              <a:t>· hit = 행이 입력에 맞는 것. Hit Policy = 여러 행이 맞을 때 무엇을 답으로 삼을지 표마다 정한 방식</a:t>
            </a:r>
          </a:p>
          <a:p>
            <a:r>
              <a:t>· 규정 적합성 표는 Collect = 맞은 행의 출력을 빠짐없이 모은다 → 제외 사유 · 감점 · 경고 세 칸</a:t>
            </a:r>
          </a:p>
          <a:p>
            <a:r>
              <a:t>· 제외 사유가 하나라도 있어 비교에서 빠지지만 감점 · 경고 사유도 지워지지 않고 남는다 → 모드가 돌아와도 연속 운전 시간 · 높은 예측 유온이 문제로 남음을 승인자가 안다</a:t>
            </a:r>
          </a:p>
          <a:p>
            <a:r>
              <a:t>[다음] 응용: 네 방식이 내는 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Unique → First → Priority → 강조한 Collect → 고르는 기준, 오른쪽 앞 장 입력의 답</a:t>
            </a:r>
          </a:p>
          <a:p>
            <a:r>
              <a:t>· Unique: 겹쳐 맞는 행 자체를 허용하지 않음 → 하나를 고르지 않고 표의 오류로 알린다</a:t>
            </a:r>
          </a:p>
          <a:p>
            <a:r>
              <a:t>· First: 행의 차례대로 처음 맞은 행(차례가 R1 · R2 · R3면) → 제외만</a:t>
            </a:r>
          </a:p>
          <a:p>
            <a:r>
              <a:t>· Priority: 출력에 매긴 우선순위로 하나(제외 &gt; 경고 &gt; 감점이면) → 제외만</a:t>
            </a:r>
          </a:p>
          <a:p>
            <a:r>
              <a:t>· Collect: 셋 모두</a:t>
            </a:r>
          </a:p>
          <a:p>
            <a:r>
              <a:t>· First · Priority도 후보를 뺀다는 결론은 같다. 차이는 남는 근거 — 감점 · 경고 사유가 사라지면 모드만 바로잡고 다시 팬을 최대로 올릴 수 있다</a:t>
            </a:r>
          </a:p>
          <a:p>
            <a:r>
              <a:t>· 기준: 사유를 빠짐없이 보여야 하는 후보 선택 · 규정 표는 Collect, 답이 꼭 하나여야 하는 표(적용할 순위 정책 고르기)는 Unique</a:t>
            </a:r>
          </a:p>
          <a:p>
            <a:r>
              <a:t>[다음] 표의 틈과 겹침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누락 → 중복 → 강조한 상충과 의도된 겹침 → 이 시스템이 막는 것</a:t>
            </a:r>
          </a:p>
          <a:p>
            <a:r>
              <a:t>· 문장이 그럴듯한지만 봐서는 못 찾는다 → 대표 값 · 경계 값 · 겹치는 값을 넣어 본다</a:t>
            </a:r>
          </a:p>
          <a:p>
            <a:r>
              <a:t>· 누락(가정): 「55 ℃ 미만 통과」 · 「60 ℃ 이상 제외」만 → 57 ℃는 맞는 행이 없어 표가 답을 못 낸다</a:t>
            </a:r>
          </a:p>
          <a:p>
            <a:r>
              <a:t>· 중복(가정): 같은 뜻의 제외 행 둘 → 당장 틀리진 않지만 한 행만 고치면 표가 어긋난다</a:t>
            </a:r>
          </a:p>
          <a:p>
            <a:r>
              <a:t>· 실제 두 행: 예측 유온 55 ℃ 이상 경고, 65 ℃ 이상 제외 → 66 ℃면 경고와 제외가 함께. 모으는 표라면 의도된 겹침(제외되면서 경고도 남음) → 겹침을 무조건 틀렸다 하지 않고 표의 목적 · 정책을 함께 본다</a:t>
            </a:r>
          </a:p>
          <a:p>
            <a:r>
              <a:t>· 시스템이 막는 것: 순위 정책 행이 둘 맞으면 거절, 사람이 읽는 조건 문장과 실제 검사식이 다르면 검사기가 잡는다. 맞는 행이 없는 틈은 시험 입력으로 찾는다</a:t>
            </a:r>
          </a:p>
          <a:p>
            <a:r>
              <a:t>[다음] 값을 읽지 못했을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강조한 운전 모드 → 핀 세척 → 운전 이력 → 예측 유온 → 모든 후보가 빠짐, 오른쪽 결과에 남는 말</a:t>
            </a:r>
          </a:p>
          <a:p>
            <a:r>
              <a:t>· 통신이 끊겨 운전 모드를 못 읽었다 → 원격 자동이든 수동이든 찍어 넣지 않는다. 모르는 값이 든 조건은 맞았다고도 안 맞았다고도 하지 않는다</a:t>
            </a:r>
          </a:p>
          <a:p>
            <a:r>
              <a:t>· 원격 제어 셋: 제외 규칙의 값을 모름 → 제외 쪽, 사유 「확인되지 않은 조건」</a:t>
            </a:r>
          </a:p>
          <a:p>
            <a:r>
              <a:t>· 핀 세척: 그 규칙의 대상이 아니고, 종류와 모드를 함께 보는 행도 첫 검사가 거짓 → 모르는 값과 상관없이 남는다</a:t>
            </a:r>
          </a:p>
          <a:p>
            <a:r>
              <a:t>· 운전 이력이 없을 때 0 h로 채우면 24시간 제한을 넘긴 팬도 감점 없이 통과 → 감점 규칙의 값을 모르면 제외 쪽</a:t>
            </a:r>
          </a:p>
          <a:p>
            <a:r>
              <a:t>· 경고 규칙의 값을 모르면 「확인되지 않은 경고」로 남긴다</a:t>
            </a:r>
          </a:p>
          <a:p>
            <a:r>
              <a:t>· 모든 후보가 빠지면(값을 몰라서든, 값을 알아도 트립이라 리셋 외 제외든) 추천을 내지 않고 사유를 보인다. 빈 추천을 피하려고 조건을 몰래 풀지 않는다</a:t>
            </a:r>
          </a:p>
          <a:p>
            <a:r>
              <a:t>[다음] 판정을 되짚을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걸린 규칙 → 판정에 쓴 값 → 행별 평가 기록(trace) → 맨 아래 원문</a:t>
            </a:r>
          </a:p>
          <a:p>
            <a:r>
              <a:t>· 상황: 핀 세척에 경고가 붙었다는 결과만 받은 승인자가 확인할 것</a:t>
            </a:r>
          </a:p>
          <a:p>
            <a:r>
              <a:t>· 걸린 규칙: 어느 규칙인지, 판정 경고, 걸린 조건(예측 유온 55 ℃ 이상), 근거 절 HM-8.6 → 따라가면 원문(55 ℃ 이상이면 경보 해제에 실패할 수 있어 다른 조치와 비교)</a:t>
            </a:r>
          </a:p>
          <a:p>
            <a:r>
              <a:t>· 지식 출처 = 규칙의 근거 문서(DMN 용어). 그래프에선 규칙이 매뉴얼 절을 가리키는 관계로 → 규칙 자체가 타당한지 따질 근거</a:t>
            </a:r>
          </a:p>
          <a:p>
            <a:r>
              <a:t>· 판정에 쓴 값: 그때 계산한 예측 유온 62.5 ℃. 지금 값을 다시 읽어선 과거 판정을 재현 못 한다(값이 바뀌었을 수 있다)</a:t>
            </a:r>
          </a:p>
          <a:p>
            <a:r>
              <a:t>· trace = 행마다 맞음 · 맞지 않음 · 모름을 남긴 평가 기록. 맞지 않은 행까지 남아야 무엇을 검사했는지, 모르는 값을 어떻게 다뤘는지 확인된다</a:t>
            </a:r>
          </a:p>
          <a:p>
            <a:r>
              <a:t>[다음] 한 걸음 물러서서 판단의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12 → 부제</a:t>
            </a:r>
          </a:p>
          <a:p>
            <a:r>
              <a:t>· 결정표 한 장을 들여다봤으니 한 걸음 물러선다</a:t>
            </a:r>
          </a:p>
          <a:p>
            <a:r>
              <a:t>· 볼 것 셋: 경보에서 승인까지 판단이 어떤 차례로 이어지나, 규칙이 지식 그래프에 어떻게 저장되나, 결정표가 대신할 수 없는 절차의 몫</a:t>
            </a:r>
          </a:p>
          <a:p>
            <a:r>
              <a:t>[다음] 원인 진단에서 승인까지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왼쪽부터: 원인 진단 → 후보 선택 → 규정 검사 → 남은 후보 비교 → 강조한 승인과 수행</a:t>
            </a:r>
          </a:p>
          <a:p>
            <a:r>
              <a:t>· 원인 진단: 증거 가중치로 원인 순위를 매겨 핀 오염. 결정표 평가가 아니라 따로 계산. 원인이 유력하다는 판단이 곧 어떤 조치의 높은 점수가 되지는 않는다</a:t>
            </a:r>
          </a:p>
          <a:p>
            <a:r>
              <a:t>· 후보 선택(Collect): 고장 유형 · 원인에 맞는 조치 → 후보 넷</a:t>
            </a:r>
          </a:p>
          <a:p>
            <a:r>
              <a:t>· 규정 검사(Collect): 넷 모두 남고 핀 세척에만 경고</a:t>
            </a:r>
          </a:p>
          <a:p>
            <a:r>
              <a:t>· 남은 후보 비교: 순위 정책 하나를 Unique로 — 후보를 하나로 줄인다는 뜻이 아니라 적용할 정책이 하나라는 뜻. 무엇으로 견주는지(성과 · 비용)는 이 회차에서 다루지 않는다</a:t>
            </a:r>
          </a:p>
          <a:p>
            <a:r>
              <a:t>· 승인과 수행: 사람 승인 1회, 승인 순간 모드 · 상태 재확인, 수행은 SOP 단계대로</a:t>
            </a:r>
          </a:p>
          <a:p>
            <a:r>
              <a:t>· 나눠 두면 볼 곳이 분명: 엉뚱한 조치가 후보에 들어오면 고장-조치 연결을, 수동 운전인데 원격 제어가 남으면 규정 표의 입력과 조건을 본다</a:t>
            </a:r>
          </a:p>
          <a:p>
            <a:r>
              <a:t>[다음] 규칙 한 행이 그래프에 저장된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결정 → 결정표 → 가운데 강조한 규칙 → 규칙에서 나간 선 셋(입력 · 근거 절 · 걸리는 조치) → 팬 최대 운전 오른쪽의 단계와 근거 절</a:t>
            </a:r>
          </a:p>
          <a:p>
            <a:r>
              <a:t>· 결정(규정 적합성) → 그것을 구현하는 결정표 → 그 표의 행 하나 = 원격 조치 제외 규칙</a:t>
            </a:r>
          </a:p>
          <a:p>
            <a:r>
              <a:t>· 규칙 → PLC 운전 모드(검사하는 입력): 선에 연산자 「다르다」와 기준값 원격 자동이 실린다 = 관계의 속성</a:t>
            </a:r>
          </a:p>
          <a:p>
            <a:r>
              <a:t>· 규칙 → HM-8.8 금지와 제한(근거), 규칙 → 팬 최대 운전(걸리는 조치). 나머지 원격 조치 둘에도 같은 선</a:t>
            </a:r>
          </a:p>
          <a:p>
            <a:r>
              <a:t>· 팬 최대 운전 → 첫 단계 「운전 모드 확인」 → HM-8.5 즉시 완화 조치 절</a:t>
            </a:r>
          </a:p>
          <a:p>
            <a:r>
              <a:t>· 규칙은 판단 시점에 모드를 검사해 후보를 거르고, 단계는 작업자가 모드를 확인하게 한다 → 같은 조치 노드에서 만나 어떤 규칙이 걸리고 규칙 · 단계가 어느 절에서 왔는지를 한 노드에서 따라간다</a:t>
            </a:r>
          </a:p>
          <a:p>
            <a:r>
              <a:t>[다음] 한 단계 더: DMN 표준과의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조건 식 → Hit Policy → 강조한 실행 주체 → 선언과 평가, 가운데 표준 · 오른쪽 HYD</a:t>
            </a:r>
          </a:p>
          <a:p>
            <a:r>
              <a:t>· DMN 개념으로 설명할 수 있다 ≠ 표준 모델을 그대로 실행한다</a:t>
            </a:r>
          </a:p>
          <a:p>
            <a:r>
              <a:t>· 조건 식: 표준은 FEEL 식 언어로 범위 · 목록을 식 하나에. 이 시스템은 검사 하나에 연산자 하나 · 값 하나(범위는 검사 둘을 한 행에, 또는은 행을 나눔)</a:t>
            </a:r>
          </a:p>
          <a:p>
            <a:r>
              <a:t>· Hit Policy: 표준은 일곱 가지, 여기는 Unique · Priority · Collect 셋</a:t>
            </a:r>
          </a:p>
          <a:p>
            <a:r>
              <a:t>· 실행 주체: 표준은 DMN 모델 파일을 엔진이 실행. 이 시스템엔 그 엔진이 없고 그래프에 저장된 규칙을 평가 함수가 읽어 판정. 추천안을 만드는 에이전트도 규칙 문장을 그때그때 해석하지 않고 이 함수의 결과를 근거로 쓴다</a:t>
            </a:r>
          </a:p>
          <a:p>
            <a:r>
              <a:t>· 표에 선언한 처리 방식과 함수의 평가 방식이 다르면 판정하지 않고 거절(표만 보고 결과를 설명할 수 없으니까)</a:t>
            </a:r>
          </a:p>
          <a:p>
            <a:r>
              <a:t>· 표준 파일을 가져와도 어떤 식이든 그대로 돌아갈 거라 기대하지 않는다</a:t>
            </a:r>
          </a:p>
          <a:p>
            <a:r>
              <a:t>[다음] 응용: 결정표로 옮겨도 절차에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위 둘(결정표로 옮김) → 아래 셋(옮기지 않음), 강조한 마지막 줄</a:t>
            </a:r>
          </a:p>
          <a:p>
            <a:r>
              <a:t>· 물음: 조건을 결정표로 옮기면 절차는 필요 없나</a:t>
            </a:r>
          </a:p>
          <a:p>
            <a:r>
              <a:t>· 「원격 자동인지 확인」 → 제외 규칙. 그래도 승인 순간 다시 확인하는 단계는 절차에 남는다(쿨러 사건에서도 승인 순간 모드를 다시 읽음)</a:t>
            </a:r>
          </a:p>
          <a:p>
            <a:r>
              <a:t>· 「연속 24시간 이내」 → 감점 규칙. 감점은 비교용 값이고 실제로 그 시간을 지켜 운전하는 일은 절차에</a:t>
            </a:r>
          </a:p>
          <a:p>
            <a:r>
              <a:t>· 「15분 재관측으로 회복 판정」: 조치 뒤에야 값이 생겨 판단 시점의 결정표로 못 가린다</a:t>
            </a:r>
          </a:p>
          <a:p>
            <a:r>
              <a:t>· 「정지 · 현장 제어 · 잠금」: 현장에서 사람이 확인하는 안전 조건</a:t>
            </a:r>
          </a:p>
          <a:p>
            <a:r>
              <a:t>· 「고압수 금지」: 판정할 입력 값 자체가 없는 작업 방법의 금지. 결정표에 규칙이 없다고 허용되는 게 아니다</a:t>
            </a:r>
          </a:p>
          <a:p>
            <a:r>
              <a:t>· 결정표 = 판단 시점 값으로 가릴 조건을 누구나 같게, 절차 = 무엇을 어떤 차례로 하고 언제 끝내나 → 절차를 모두 규칙으로 바꿀 수 없다</a:t>
            </a:r>
          </a:p>
          <a:p>
            <a:r>
              <a:t>[다음] 마지막 실습, 조건표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부제(조건을 표로 → 경계값 · 겹치는 조건 · 빠진 입력을 사례에 대어 확인)</a:t>
            </a:r>
          </a:p>
          <a:p>
            <a:r>
              <a:t>· 실습의 목적: 작업 기준에서 조건을 직접 찾아 표로 옮기고 사례 입력에 대어 판정</a:t>
            </a:r>
          </a:p>
          <a:p>
            <a:r>
              <a:t>· 앞 이론과의 연결: 조건 = 입력 · 연산자 · 기준값, 출력 = 제외 · 감점 · 경고, 경계의 세 값(바로 아래 · 같은 값 · 바로 위), 겹침은 Collect로 사유를 모두, 모르는 값 처리</a:t>
            </a:r>
          </a:p>
          <a:p>
            <a:r>
              <a:t>· 결정표로 옮겨도 승인 · 단계 · 안전 조건은 절차에 남는다는 점을 마지막에 확인</a:t>
            </a:r>
          </a:p>
          <a:p>
            <a:r>
              <a:t>[다음] 하는 차례와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왼쪽부터: 원문에서 조건 찾기 → 조건표 작성 → 경계와 중첩 확인 → 강조한 절차와 연결</a:t>
            </a:r>
          </a:p>
          <a:p>
            <a:r>
              <a:t>· 목표: 작업 순서는 절차에 두고, 판단 조건과 사례별 적용 결과는 조건표와 판단 기록에 따로 남긴다</a:t>
            </a:r>
          </a:p>
          <a:p>
            <a:r>
              <a:t>· 입력: 작업 기준, 매뉴얼 원문(HM-8), 저장소에서 발췌한 규칙 다섯(R1~R5). 찾을 조건: 온도 · 압력 · 운전 모드 · 설비 상태</a:t>
            </a:r>
          </a:p>
          <a:p>
            <a:r>
              <a:t>· 조건표: 입력 · 연산자 · 기준값 · 단위 · 적용 조치 · 결과, 경고 · 감점 · 제외를 구별</a:t>
            </a:r>
          </a:p>
          <a:p>
            <a:r>
              <a:t>· 대입: 기준값 바로 아래 · 같은 값 · 바로 위. 제외 사유가 겹친 사례는 사유를 모두 남긴다</a:t>
            </a:r>
          </a:p>
          <a:p>
            <a:r>
              <a:t>· 주의: 입력이 빠진 사례 — 알려진 제외 사유가 있으면 제외하며 빠진 항목을 남기고, 없으면 이 실습 검토 기록에선 보류(시스템 처리와 다른 수업 검토용 약속)</a:t>
            </a:r>
          </a:p>
          <a:p>
            <a:r>
              <a:t>· 성공 기준: 조건을 통과한 후보에도 승인 · 작업 단계 · 현장 안전 조건이 남음을 적고, 판단 결과에서 원문 절까지 되짚을 수 있다</a:t>
            </a:r>
          </a:p>
          <a:p>
            <a:r>
              <a:t>[다음] 실습 뒤, 경보 한 건으로 되짚기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물음 → 가운데 답이 놓인 자리 → 오른쪽 헷갈리기 쉬운 짝, 강조한 다섯째 줄</a:t>
            </a:r>
          </a:p>
          <a:p>
            <a:r>
              <a:t>· 생각할 시간(약 20초): 물음마다 답이 놓인 자리를 스스로 말해 본다</a:t>
            </a:r>
          </a:p>
          <a:p>
            <a:r>
              <a:t>· 유온 한계 65 ℃: 센서가 아니라 센서에서 건너간 상태 변수의 속성(센서를 바꿔도 기준이 한 곳)</a:t>
            </a:r>
          </a:p>
          <a:p>
            <a:r>
              <a:t>· 「오일 온도」로 찾아도: 식별자가 하나라 같은 유온. 이름은 바뀌고 겹쳐도 식별자는 안 바꾼다(다른 이름은 별칭)</a:t>
            </a:r>
          </a:p>
          <a:p>
            <a:r>
              <a:t>· 쿨러의 센서: 저장 방향대로 구성 요소 → 센서로 적은 패턴. 결과 0행 ≠ 연결 없음일 수 있다</a:t>
            </a:r>
          </a:p>
          <a:p>
            <a:r>
              <a:t>· 팬 최대 운전을 지금 해도 되나: 규정 결정표의 규칙 + 그때의 입력 값. 제외는 빠짐, 감점 · 경고는 남되 깎이거나 확인할 점</a:t>
            </a:r>
          </a:p>
          <a:p>
            <a:r>
              <a:t>· 차례와 끝: SOP의 단계와 완료 기준. 경보 해제 ≠ 완화 성공</a:t>
            </a:r>
          </a:p>
          <a:p>
            <a:r>
              <a:t>[다음] 이번 회차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위에서부터, 정식 명칭은 화면에 맡기고 뜻만</a:t>
            </a:r>
          </a:p>
          <a:p>
            <a:r>
              <a:t>· 클래스 · 인스턴스 = 같은 정의를 따르는 대상의 유형과 그 유형의 실제 대상 하나. 카디널리티 = 관계 한쪽 대상 하나에 반대쪽이 몇 개까지</a:t>
            </a:r>
          </a:p>
          <a:p>
            <a:r>
              <a:t>· 스키마 = 클래스 · 속성 · 관계 · 제약을 일관되게 정한 정의. 식별자 = 같은 대상을 하나로 가리키는 바꾸지 않는 고유한 값. 제약 = 데이터가 지킬 조건, 어긋남을 가리는 기준</a:t>
            </a:r>
          </a:p>
          <a:p>
            <a:r>
              <a:t>· Cypher 쿼리 = 노드와 관계의 패턴으로 그래프 DB를 조회하고 만드는 질의 문장</a:t>
            </a:r>
          </a:p>
          <a:p>
            <a:r>
              <a:t>· SOP = 순서와 전제 · 안전 · 금지 · 완료 기준을 정한 표준 작업 절차</a:t>
            </a:r>
          </a:p>
          <a:p>
            <a:r>
              <a:t>· DMN = 의사결정 정의 표준, 결정표 = 입력 조건에 따른 출력을 규칙 행으로 정한 표. Hit Policy = 한 입력에 여러 행이 맞을 때 결과를 정하는 방식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판단에 써 보는 자리</a:t>
            </a:r>
          </a:p>
          <a:p>
            <a:r>
              <a:t>· 세 문제: 0행을 돌려준 센서 조회, 읽지 못한 운전 이력, 정확히 24시간을 채운 팬</a:t>
            </a:r>
          </a:p>
          <a:p>
            <a:r>
              <a:t>· 문제마다 보기를 듣고 잠깐 멈춤 → 정답과 까닭은 세 문제를 다 본 뒤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상황(센서 → 구성 요소 방향 패턴으로 조회, 0행) → 물음 → 보기 넷</a:t>
            </a:r>
          </a:p>
          <a:p>
            <a:r>
              <a:t>· 보기 요지: ① 센서가 없으니 새로 등록 ② 센서 → 쿨러 관계를 새로 만듦 ③ DISTINCT를 붙여 다시 실행 ④ 저장 방향(구성 요소 → 센서)대로 화살표를 고쳐 다시 조회</a:t>
            </a:r>
          </a:p>
          <a:p>
            <a:r>
              <a:t>· 생각할 거리: 0행이 무엇을 뜻하나, 패턴과 저장 방향의 대조</a:t>
            </a:r>
          </a:p>
          <a:p>
            <a:r>
              <a:t>· 생각할 시간 약 20초</a:t>
            </a:r>
          </a:p>
          <a:p>
            <a:r>
              <a:t>[다음] 둘째 문제, 읽지 못한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상황(팬 100 % 연속 운전 시간을 못 얻은 채 규정 표에 대었다) → 물음 → 보기 넷</a:t>
            </a:r>
          </a:p>
          <a:p>
            <a:r>
              <a:t>· 보기 요지: ① 0 h로 채워 감점 없이 비교 ② 「확인되지 않은 조건」으로 제외 쪽, 사유 남김 ③ 감점 규칙만 건너뛰고 통과 ④ 결정표 오류로 보고 판단 전체 중단</a:t>
            </a:r>
          </a:p>
          <a:p>
            <a:r>
              <a:t>· 생각할 거리: 모르는 값이 감점 규칙의 판정에서 어떻게 다뤄지나</a:t>
            </a:r>
          </a:p>
          <a:p>
            <a:r>
              <a:t>· 생각할 시간 약 20초</a:t>
            </a:r>
          </a:p>
          <a:p>
            <a:r>
              <a:t>[다음] 셋째 문제, 경계값 24시간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상황(원격 자동, 팬 100 %로 정확히 24.0 h, 감점 없이 후보) → 물음 → 보기 넷</a:t>
            </a:r>
          </a:p>
          <a:p>
            <a:r>
              <a:t>· 보기 요지: ① 감점이 없으니 SOP 연속 운전 제한도 안 걸림 ② 24시간에 닿았으니 감점이 빠진 건 표의 오류 ③ 감점은 없지만 SOP의 24시간 이내 제한은 규칙과 별도로 지킨다 ④ 경계값이라 판정 전체 보류</a:t>
            </a:r>
          </a:p>
          <a:p>
            <a:r>
              <a:t>· 생각할 거리: 「넘으면」의 경계, 규칙을 통과한 뒤에도 남는 절차</a:t>
            </a:r>
          </a:p>
          <a:p>
            <a:r>
              <a:t>· 생각할 시간 약 20초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4: 계측 관계는 구성 요소 → 센서로 저장 → 거꾸로 적으면 연결이 있어도 못 찾는다. 1 · 2는 0행을 연결 없음으로 읽고 데이터를 고침(같은 센서가 둘, 스키마에 없는 방향의 관계). 3의 중복 제거는 행을 줄일 뿐 없는 행을 찾아 주지 않는다</a:t>
            </a:r>
          </a:p>
          <a:p>
            <a:r>
              <a:t>· Q2 정답 2: 모르는 값은 통과도 0도 아니다. 1은 제한을 넘긴 팬을 감점 없이 통과시키고, 3은 모르는 조건을 안 맞은 것처럼 다룸. 제외 쪽 + 사유로 담당자가 값을 확인하거나 다른 조치를 고르게. 4처럼 전체를 멈출 일도 아니다(표의 오류가 아니고 다른 후보는 판정 가능)</a:t>
            </a:r>
          </a:p>
          <a:p>
            <a:r>
              <a:t>· Q3 정답 3: 「넘으면」은 초과라 정확히 24.0 h는 감점 조건에 안 맞는다 → 2처럼 표의 오류가 아니다. 감점 없음 = 비교에서 안 깎인다는 뜻일 뿐, SOP의 24시간 이내 제한은 그대로. 1은 규칙의 판정과 절차의 제한을 섞음, 4처럼 경계값이라 미룰 이유 없음</a:t>
            </a:r>
          </a:p>
          <a:p>
            <a:r>
              <a:t>· 회차 정리: 대상을 클래스와 관계로 나눠 스키마로 정의 → 그래프에 저장해 쿼리로 찾기 → 그 지식에 작업 절차와 판단 조건을 이음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6.png"/><Relationship Id="rId4" Type="http://schemas.openxmlformats.org/officeDocument/2006/relationships/image" Target="../media/image20.png"/><Relationship Id="rId5" Type="http://schemas.openxmlformats.org/officeDocument/2006/relationships/image" Target="../media/image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6.png"/><Relationship Id="rId4" Type="http://schemas.openxmlformats.org/officeDocument/2006/relationships/image" Target="../media/image1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27.png"/><Relationship Id="rId4" Type="http://schemas.openxmlformats.org/officeDocument/2006/relationships/image" Target="../media/image14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2회차 · 지식 구조와 절차·조건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구조와 작업 판단의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현장 지식을 설계하고 그래프에서 찾으며, 작업 절차와 판단 조건으로 연결한다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ategory" descr="category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chema" descr="schema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경보에 답할 지식을 대상 · 관계 · 스키마로 세우고, 그래프로 찾아 조치를 낼지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tegory" descr="categ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· 오일 쿨러 · 유온 센서를 종류와 실제 대상으로 가른다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교체품까지 방향과 연결 수를 정해 잇는다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경보를 따라갈 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chema" descr="schema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설계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이름이 다른 같은 부품을 식별자 하나로 묶는다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자료형 · 필수값 · 연결 제약으로 잘못 들어온 값을 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함께 지킬 정의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-search" descr="databas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DB와 Cypher 쿼리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설비에 달린 센서 · 부품을 MATCH · WHERE로 찾는다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CREATE · MERGE로 설계한 대상과 관계를 넣는다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찾고 넣기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구현과 작업 판단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설계한 그래프를 넣고 조회해 설계와 맞춘다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SOP의 순서와 DMN의 조건을 나눠 조치 허용 · 제외 표를 만든다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가를 근거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01~02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식별자 · 제약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03~05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DB와 Cypher 조회 ·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06~07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조회 · 기준 지식 탐색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 · 그래프 구현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3~4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절차와 수행 조건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08~09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결정표와 판단의 연결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10~12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허용·제외 조건표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핵심 용어 · 복습 · 퀴즈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관계의 기초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교체 · 경보 원인 · 부품 주문에 쓰이도록 대상과 값, 관계를 나눈다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클래스와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클래스는 같은 종류가 따를 정의이고, 인스턴스는 실제 대상 하나라서 적은 줄 수가 아니라 대상 수만큼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클래스(Class)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특성을 가진 대상의 유형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설비(Asset), 센서(Sensor)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적을 속성과 맺을 관계를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센서를 새로 달아도 다시 만들지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정의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인스턴스(Instance)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유형에 속하는 실제 대상 하나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Asset: HYD-01 · HYD-02 · HYD-03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Sensor: 유온 센서 · 냉각 효율 채널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센서를 두 번 등록하면 둘로 세어진다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대상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속성과 속성값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속성(Property)은 값을 담는 항목이고, 같은 항목을 같은 형식으로 채워야 프로그램이 값을 찾고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유온 센서 · 냉각 효율 채널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현장에서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sen:ts1 · sen:ce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센서는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· 냉각 효율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읽는 이름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찾기는 식별자로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· 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 데이터를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태그로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단위(unit)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 ·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단위는 단위 칸에만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섞지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채널 여부(virtual)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false: 직접 계측 · true: 다른 계측값으로 계산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true면 계기가 없어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값이 이상할 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계산에 쓰인 값부터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센서와 상태 변수: 한계를 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 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(StateVariable)는 센서가 재는 설비 상태의 물리량이라, 한계를 여기 두면 센서를 갈아도 기준이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63067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한계를 센서에 적으면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센서에 한계 65 ℃를 적는다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교체하면 새 센서에 한계를 다시 적는다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하나 더 달면 한계가 두 군데에 생긴다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한쪽만 고치면 같은 유온에 한계가 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96002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96002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갈라진다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63067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한계를 상태 변수에 두면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센서(Sensor): 태그 TS1 · 단위 ℃만 갖는다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유온(StateVariable): 정상값 48 ℃ · 한계 65 ℃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교체 · 증설 뒤에도 한계는 유온 한 곳에 남는다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기준은 유온에서 찾는다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0960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0960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그래프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속성과 객체 간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칸 하나로 끝나는 값은 데이터 속성으로, 자기 기준을 가진 대상은 관계로 건너가 읽게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8419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속성(Data Property)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인스턴스에 값을 붙인다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센서의 tag: 'TS1' · unit: '℃'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칸 하나를 읽으면 끝난다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4248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4248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인스턴스와 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8419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객체 간 관계(Object Property)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인스턴스를 다른 인스턴스에 잇는다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센서는 유온을 읽는다: OBSERVES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건너간 유온에서 한계를 읽는다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오일 온도 · 작동유 온도로 불러도 같은 유온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424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42484"/>
            <a:ext cx="1783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인스턴스와 인스턴스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구성 요소 ·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한 대, 그 안의 장치, 갈아 끼우는 부품을 나누면 상태를 보는 일과 부품 주문이 서로 다른 대상으로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현장에서 찾는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설비(Asset)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유압 파워팩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모델 세 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대를 가린다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요소(Component)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센서와 냉각 효율 채널로 상태를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상태를 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· 열교환기도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장치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부품(Part)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 · 부품 번호 P-CLR-CORE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안에서 갈아 끼운다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번호로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주문한다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 · 고장 유형 · 원인: 경보 순간의 사실과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울린 순간 사실인 것은 증상뿐이니, 원인은 증거로 가리기 전까지 후보로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 · 쿨러 경보에서 적히는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언제 사실이 되나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증상(Symptom)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계측값에서 관측한 이상 양상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울린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순간 이미 사실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유형(FailureMode)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요소에서 생기는 고장의 양상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쿨러의 쿨러 냉각 성능 상실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증상이 가리키는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살펴볼 고장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원인(Cause)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고장을 일으키는 근본 원인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팬 구동 불량 · 주변 온도 상승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하나를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가린 뒤에만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증거(Evidence)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가리는 계측값 조건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오염: 냉각 효율 평균 70 % 미만 · 팬 진동 정상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확인한 순간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유형: 이름 · 방향 · 양 끝 클래스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관계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(Relationship Type)은 이름 · 방향 · 양 끝 클래스를 함께 정해서, 끝이 맞지 않는 연결을 가려낸다.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8" name="Oval 7"/>
          <p:cNvSpPr/>
          <p:nvPr/>
        </p:nvSpPr>
        <p:spPr>
          <a:xfrm>
            <a:off x="3726993" y="342305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9406" y="370103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10" name="Oval 9"/>
          <p:cNvSpPr/>
          <p:nvPr/>
        </p:nvSpPr>
        <p:spPr>
          <a:xfrm>
            <a:off x="6905347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7760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342305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370103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 펌프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 태그 없음</a:t>
            </a:r>
          </a:p>
        </p:txBody>
      </p:sp>
      <p:sp>
        <p:nvSpPr>
          <p:cNvPr id="16" name="Oval 15"/>
          <p:cNvSpPr/>
          <p:nvPr/>
        </p:nvSpPr>
        <p:spPr>
          <a:xfrm>
            <a:off x="748323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564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끝점 위반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56890" y="2741431"/>
            <a:ext cx="1801008" cy="101737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2034325" y="2884358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4325" y="2884358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135244" y="2754923"/>
            <a:ext cx="1801008" cy="101737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5266104" y="289785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104" y="289785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18392" y="2732816"/>
            <a:ext cx="1887564" cy="103490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8697613" y="2884510"/>
            <a:ext cx="11291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97613" y="2884510"/>
            <a:ext cx="11291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80160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1371600" y="3831336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3831336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82368" y="4437660"/>
            <a:ext cx="2282979" cy="892824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5406791" y="4518312"/>
            <a:ext cx="183413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6791" y="4518312"/>
            <a:ext cx="183413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MONITORED_BY (가정)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관계와 물리적 영향의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고를 때 값을 써 넣을 대상은 조작 관계에서, 그 결과 유온이 움직일 방향은 영향 관계에서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관계(MANIPULATES)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구동기(Actuator): PLC가 값을 써서 움직이는 장치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인버터는 팬 속도를 바꾼다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유온에는 직접 값을 써 넣을 수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2390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2390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움직일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 관계(INFLUENCES)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속성(Relationship Property): 연결에 붙는 값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 → 유온: sign -1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부하 → 유온: sign +1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부호는 방향일 뿐, 명령도 하락 폭도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2390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2390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따라올 방향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쿨러로 들어오는 관계와 나가는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담당자가 오일 쿨러에서 묻는 넷은 선이 들어오는지 나가는지에 따라 거슬러 갈지 따라갈지가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4882758" y="3259836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85171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어느 설비?</a:t>
            </a:r>
          </a:p>
        </p:txBody>
      </p:sp>
      <p:sp>
        <p:nvSpPr>
          <p:cNvPr id="10" name="Oval 9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고장?</a:t>
            </a:r>
          </a:p>
        </p:txBody>
      </p:sp>
      <p:sp>
        <p:nvSpPr>
          <p:cNvPr id="12" name="Oval 11"/>
          <p:cNvSpPr/>
          <p:nvPr/>
        </p:nvSpPr>
        <p:spPr>
          <a:xfrm>
            <a:off x="8253740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61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무엇으로 보나?</a:t>
            </a:r>
          </a:p>
        </p:txBody>
      </p:sp>
      <p:sp>
        <p:nvSpPr>
          <p:cNvPr id="14" name="Oval 13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채널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무엇으로 보나?</a:t>
            </a:r>
          </a:p>
        </p:txBody>
      </p:sp>
      <p:sp>
        <p:nvSpPr>
          <p:cNvPr id="16" name="Oval 15"/>
          <p:cNvSpPr/>
          <p:nvPr/>
        </p:nvSpPr>
        <p:spPr>
          <a:xfrm>
            <a:off x="825374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1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교체?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07530" y="2633075"/>
            <a:ext cx="2853706" cy="107468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2611314" y="2804660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11314" y="2804660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007530" y="4274947"/>
            <a:ext cx="2853706" cy="107468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825014" y="4446531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25014" y="4446531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313830" y="2709824"/>
            <a:ext cx="1947188" cy="9428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6517780" y="2815471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7780" y="2815471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91518" y="3991356"/>
            <a:ext cx="371534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7479546" y="362559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9546" y="362559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13830" y="4330073"/>
            <a:ext cx="1947188" cy="9428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6678055" y="4435720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8055" y="4435720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경보에서 교체품까지 길 잇기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교체품까지는 증상 → 고장 유형 → 장치 → 부품으로 잇고, 원인은 고장 유형과 증거에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8" name="Oval 7"/>
          <p:cNvSpPr/>
          <p:nvPr/>
        </p:nvSpPr>
        <p:spPr>
          <a:xfrm>
            <a:off x="3534366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6779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10" name="Oval 9"/>
          <p:cNvSpPr/>
          <p:nvPr/>
        </p:nvSpPr>
        <p:spPr>
          <a:xfrm>
            <a:off x="6520092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250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2" name="Oval 11"/>
          <p:cNvSpPr/>
          <p:nvPr/>
        </p:nvSpPr>
        <p:spPr>
          <a:xfrm>
            <a:off x="9216877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19290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14" name="Oval 13"/>
          <p:cNvSpPr/>
          <p:nvPr/>
        </p:nvSpPr>
        <p:spPr>
          <a:xfrm>
            <a:off x="3534366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6779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낮음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652009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250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8" name="Oval 17"/>
          <p:cNvSpPr/>
          <p:nvPr/>
        </p:nvSpPr>
        <p:spPr>
          <a:xfrm>
            <a:off x="9216877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9290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2084831" y="2359152"/>
            <a:ext cx="140381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070520" y="1993392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0520" y="1993392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43126" y="2359152"/>
            <a:ext cx="1403814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5127047" y="1993392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7047" y="1993392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28852" y="2359152"/>
            <a:ext cx="1114873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976920" y="199339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6920" y="199339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7251612" y="3163824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343052" y="3858768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43052" y="3858768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5070558" y="5623560"/>
            <a:ext cx="1403814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5002821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2821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48397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10039837" y="3831336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39837" y="3831336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카디널리티와 관계의 속성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수와 짝에 붙는 값을 정하고, 설계 선택과 판단 문제에 써 본다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카디널리티의 네 형태와 새 연결의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카디널리티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(Cardinality)는 한쪽 대상 하나에 반대쪽이 몇 개까지 이어지는지로, 새 연결을 받을지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형태 · 관계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HYD의 실제 연결 (시작 → 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연결을 넣으면 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1:1 · MANIPULATES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인버터 → 팬 속도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구동기 하나가 조작 변수 하나를 바꾼다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속도에 구동기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 더: 받지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1:N · EVIDENCED_BY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→ 냉각 효율 평균 70 % 미만 · 팬 진동 정상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하나에 증거 여럿, 증거마다 원인은 하나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하나를 두 원인에: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N:1 · OBSERVES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→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센서는 상태 변수 하나를 읽고, 유온은 센서 여럿을 받을 수 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 하나 더: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N:M · SUPPLIED_BY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축 씰 키트 → A정밀 · B-OEM · C트레이딩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A정밀은 팬 베어링 · 쿨러 코어도 공급한다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 하나 더: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연결과 함께 잇는다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 선언과 실제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카디널리티 선언은 데이터베이스가 막아 주지 않아서, 실제 연결 수를 세어 대조해야 어긋남이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넣기 전에 막을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MANIPULATES는 1:1로 선언되어 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팬 인버터 → 팬 속도와 펌프 부하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 하나에 상태 변수 둘 — 넣기 전에 멈춘다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확인할 데이터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git-compare" descr="git-compa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들어 있는 어긋남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HAS_COMPONENT는 1:N으로 선언되어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· 02 · 03이 같은 comp:cooler를 가리킨다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기종의 공통 구성 지식이라 다대다처럼 쓰인다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고치는 방향은 다음 장에서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선언과 데이터의 차이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공통 노드 하나로 둘까, 설비마다 나눌까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모델 세 대를 노드 하나로 둘지 나눌지는 답할 질문이 정하고, 고른 쪽에 선언과 데이터를 맞춘다.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구성 지식 노드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· 02 · 03이 comp:cooler 하나를 가리킨다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장치별 센서 · 부품 찾기에 충분하다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설비를 합쳐 세면 같은 센서가 세 번 나온다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1:N 선언과 어긋나 선언을 고쳐야 맞다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그래프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설비마다 구성 요소를 나눈다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설비마다 다른 기록을 붙일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설비별 쿨러 교체 이력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1:N 선언에 맞는다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 노드가 설비 수만큼 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질문일 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공급 관계에 딸린 값과 공급사에 딸린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price · failRate · leadDays는 짝마다 달라 공급 관계(SUPPLIED_BY)에 두고, avl은 공급사에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4759314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8093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축 씰 키트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P-PMP-SEAL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B-OEM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true</a:t>
            </a:r>
          </a:p>
        </p:txBody>
      </p:sp>
      <p:sp>
        <p:nvSpPr>
          <p:cNvPr id="10" name="Oval 9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2731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C트레이딩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false</a:t>
            </a:r>
          </a:p>
        </p:txBody>
      </p:sp>
      <p:sp>
        <p:nvSpPr>
          <p:cNvPr id="12" name="Oval 11"/>
          <p:cNvSpPr/>
          <p:nvPr/>
        </p:nvSpPr>
        <p:spPr>
          <a:xfrm>
            <a:off x="4759314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093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A정밀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true</a:t>
            </a:r>
          </a:p>
        </p:txBody>
      </p:sp>
      <p:sp>
        <p:nvSpPr>
          <p:cNvPr id="14" name="Oval 13"/>
          <p:cNvSpPr/>
          <p:nvPr/>
        </p:nvSpPr>
        <p:spPr>
          <a:xfrm>
            <a:off x="9905695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731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P-FAN-BRG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359152" y="2496312"/>
            <a:ext cx="235444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636832" y="2130552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6832" y="2130552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55만원 · 0.02 · 5일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42394" y="2496312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7287928" y="2130552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7928" y="2130552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20만원 · 0.30 · 1일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27994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5719434" y="3831335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9434" y="3831335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35만원 · 0.12 · 2일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569826" y="5486400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7315360" y="5120640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360" y="5120640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18만원 · 0.10 · 1일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정보를 표현하는 네 가지 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하나를 클래스 · 속성 · 관계 · 관계의 속성 가운데 어디에 둘지는 그 정보가 무엇에 딸렸는지로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고르는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 견적 한 줄에서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속성과 관계를 갖는 대상이 여럿이다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· 공급사라는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대상에 딸린 값으로 끝난다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품번 P-PMP-SEAL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공급사: 예(avl)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정보를 가진 다른 대상을 가리킨다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→ A정밀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속성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대상의 짝마다 값이 달라진다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35만원 · 0.12 · 2일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비승인 공급사의 가격 인하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C트레이딩이 펌프 축 씰 키트 단가를 20만원에서 15만원으로 낮췄다고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그래프와 구매 판단에서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부품의 단가 속성을 15로 고치고, C트레이딩을 1순위로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C트레이딩 공급사의 단가 속성을 15로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→ C트레이딩 공급 관계의 price만 15로 고치고, 여전히 후보에서 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가장 싸졌으니 C트레이딩의 avl을 true로 바꾼다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고유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사람이 따를 정의를 세우고, 이름이 달라도 같은 대상을 하나로 가리킨다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스키마는 넣는 사람 · 검사 · 에이전트가 함께 따르는 정의이고, 인스턴스 데이터는 그 정의를 채운 실제 대상이다.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스키마(Schema)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제약의 정의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대상은 담지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정의에 맞춰 적은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대상과 관계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센서의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센서에는 tag가 있어야 하고 자료형은 문자열이다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sen:ts1의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tag는 'TS1'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넣는 사람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채울 칸과 지켜야 할 조건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채워 넣은 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어긋난 데이터를 가를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검사받는 대상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질의에 쓸 클래스 · 관계의 이름과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질의의 답이 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대상과 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기종이 한 대 늘면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인스턴스와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· 이름 · 별칭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이름은 사람마다 달리 적혀도, 바꾸지 않는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기준으로 두면 연결과 검색이 같은 대상에 모인다.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식별자(Identifier)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가리키는 고유한 값이며, 한 번 정하면 바꾸지 않는다.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앞머리가 클래스를 드러낸다: comp:cooler · sen:ts1 · sv:ts1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읽는 한국어 이름이라 겹치거나 고쳐질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유온 센서 · HYD-01 유압 파워팩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별칭(Alias)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aliases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부르는 다른 이름의 목록이며, 질문의 말에서 대상을 찾는 단서다.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쿨러: 쿨러 · 열교환기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오일 온도 · 작동유 온도 · TS1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이름이 다른 같은 설비 잇기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「2호기」라는 말은 업무 DB에서 설비 코드로 풀고, 세 저장소의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HYD-02에 태그를 더해 값을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찾는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저장소가 이 설비를 부르는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차례에서 얻는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① 업무 DB의 설비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유압 파워팩 2호기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code: HYD-02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「2호기」를 설비 코드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HYD-02로 확정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② 지식 그래프의 설비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HYD-02 유압 파워팩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code: HYD-02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이름은 달라도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코드가 같은 설비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③ 지식 그래프의 센서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유온 센서 · tag: TS1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기종 세 대가 함께 쓰는 노드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유온을 읽는 채널의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태그 TS1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④ 시계열 tag_1s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asset: HYD-02 · name: TS1 · time: 보려는 기간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그래프의 태그 값이 이름 열에 들어 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2호기 유온만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기간만큼 나온다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차례를 건너뛰면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이름으로 맞추면 ①과 ②의 이름이 달라 이어지지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TS1만 걸면 HYD-01 · 02 · 03의 유온이 섞인다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설비를 못 찾거나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세 설비 값이 섞인다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이름이 다른 부품 두 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기록의 「오일 쿨러 코어」와 그래프의 「쿨러 코어」가 같은 부품 번호 P-CLR-CORE라고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구매 기록 한 줄을 그래프에 반영하는 방법으로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다르니 새 식별자로 부품 노드를 하나 더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쿨러 코어 노드의 이름을 「오일 쿨러 코어」로 덮어쓴다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 번호가 같으니 기존 쿨러 코어로 보고, 다른 이름을 둘 칸이 부품 정의에 있는지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비슷한 오일 쿨러(구성 요소)의 별칭에 「오일 쿨러 코어」를 더한다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속성과 연결의 정의 · 제약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연결이 지킬 조건을 적고, 검사가 잡는 것과 따로 대조할 것을 가른다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정의: 레이블 · 뜻 · 속성의 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정의 한 벌이 노드에 붙일 레이블과 뜻, 칸마다의 자료형 · 필수 여부 · 허용값을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"StateVariable",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"label_ko":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물리량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"properties": [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"id",      "type": "string",  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"name",    "type": "string",  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"aliases", "type": "string[]"},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"unit",    "type": "string",  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"kind",    "type": "enum",     "required": true,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"values": ["manipulated", "controlled", "disturbance"]},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"normal",  "type": "number"},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"limit",   "type": "number"}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name: 레이블(Label)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영문 이름이 노드에 레이블로 붙어, 그 노드가 어느 클래스인지 드러낸다.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label_ko · 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화면과 표에 쓰는 한글 이름, 그리고 어디까지가 이 클래스인지 정하는 뜻이다.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 · required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칸마다 값의 종류와, 반드시 있어야 하는지를 적는다.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values · 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kind가 받을 수 있는 세 값이다. 계층 · 표준 칸과 설명 일부는 뺐다.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자료형과 허용값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(Data Type)은 칸에 들어갈 값의 종류여서, 그 값으로 비교할지 · 고를지 · 맞춰 찾을지가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자료형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 칸과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그래서 할 수 있는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문자열(string)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 'TS1' · unit '℃' · name 「유온 센서」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글자가 같은지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맞춰 찾는다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수(number)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normal 48 · limit 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측정값과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크기를 비교한다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· 거짓(boolean)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virtual false · avl 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둘 중 하나로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목록(string[])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aliases: 오일 온도 · 작동유 온도 · TS1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여럿을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칸에 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열거형(enum)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kind: manipulated(조작) · controlled(결과) · disturbance(교란)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조작 변수만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빠짐없이 고른다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속성과 선택 속성의 빈 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속성이 빠진 인스턴스는 쓸 수 없지만, 선택 속성의 빈 칸은 「정해진 값이 없다」는 정보다.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8419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속성(Required Property)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변수의 unit · kind, 센서의 tag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unit이 없으면 값의 뜻을 읽을 수 없다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tag가 없으면 계측 값을 찾지 못한다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빠지면 넣기 전에 출처에서 확인해 채운다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4248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4248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비면 오류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8419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 속성(Optional Property)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limit: 유온 65, 토출 압력은 낮은 쪽 130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· 유량 · 펌프 부하는 한계가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 칸은 0이 아니다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기준 CE 70 %를 한계 칸에 옮기지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4248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4248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비어도 맞다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정의와 유효한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정의가 이름 · 방향 · 양 끝 클래스를 정해 두어야, 정의를 따르는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유효한 연결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인지 가를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"USES_PART",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"from": ["Component"],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"to": ["Part"],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"cardinality": "N:M",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요소에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(:Component)-[:USES_PART]-&gt;(:Part)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(:Component)-[:USES_PART]-&gt;(:Component)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(:Part)-[:USES_PART]-&gt;(:Component)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반대이다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(:Component)-[:HAS_PART]-&gt;(:Part)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베어링을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USES_PART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유형의 이름이다. 뜻이 비슷한 다른 이름은 다른 관계가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from · 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시작과 끝 클래스다. 화살표는 from에서 to로, 장치에서 부품으로 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N:M으로 선언되어 장치와 부품 양쪽이 여럿을 받을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연결(Valid Connection)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방향 · 양 끝이 정의를 따르는 연결이다. 실제 대상이 맞는지는 따로 본다.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제약별로 걸러지는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(Constraint)은 정의가 정한 조건이어서, 검사는 어긋난 데이터를 어긴 조건의 이름과 함께 짚어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어긋난 데이터(가정)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검사의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 칸을 비운 압력 센서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변수의 kind를 '조작'으로 적음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허용값 아님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레이블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레이블을 :Sensors로 적은 노드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스키마에 없는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레이블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정의된 속성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 노드에 적은 aliases 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스키마에 없는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클래스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→ 설비로 이은 OBSERVES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끝점이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정의된 관계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→ 쿨러 코어를 HAS_PART로 이음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스키마에 없는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검사를 통과해도 틀린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검사를 통과했다는 것은 정의에 맞는다는 뜻일 뿐이라, 값의 형식과 실제 대상은 따로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23007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형식이 틀린 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limit에 '130 bar'를 글자로 넣는다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검사는 수인지 글자인지 보지 않는다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한계와 견주는 쪽이 수로 비교하지 못한다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0367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0367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형식을 대조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23007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대상이 틀린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유온 센서 → 팬 진동 OBSERVES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양 끝이 센서와 상태 변수라 통과한다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센서가 실제로 무엇을 재는지와 대조한다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00367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00367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사실을 대조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설계와 확장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정의를 고르고, 요구가 바뀌면 깨지는 데이터와 질의를 가늠한다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질문에서 클래스 · 속성 · 관계로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역량 질문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(Competency Question)에서 출발해, 질문에 나오는 대상 · 값 · 길만 정의로 옮긴다.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937510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대응: 어느 장치를 어느 센서로 보나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판단: 그 물리량의 한계는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주문: 교체 부품의 번호는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대상을 클래스로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구성 요소 · 센서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변수 · 부품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HYD-01 · 오일 쿨러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· 유온 · 쿨러 코어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 값을 속성으로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· 부품 번호는 문자열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여부와 식별자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521458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건너가는 길을 관계로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방향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양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핵심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질문이 묻는 값은 속성으로, 질문이 건너가는 길은 관계로 적으면 줄마다 어느 질문 때문인지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  { id!  name!  code! }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Component     { id!  name!  aliases }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Sensor        { id!  name!  tag!  unit }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StateVariable { id!  name!  unit!  kind!  limit }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Part          { id!  name!  partNo }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HAS_COMPONENT   Asset     -&gt; Component      1:N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MONITORED_BY    Component -&gt; Sensor         N:M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OBSERVES        Sensor    -&gt; StateVariable  N:1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USES_PART       Component -&gt; Part           N:M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느낌표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속성이다. 다섯 클래스 모두 id와 name이 필수다.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code! · tag!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저장소의 값을 찾아갈 공통 식별자라 필수로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partNo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3이 묻는 부품 번호인데, 정의에서는 선택 속성이다.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질문에 쓰는 속성만 골랐다. 전체 정의에는 normal · virtual 등이 더 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질문이 지나는 관계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대응 · 한계 · 교체품의 세 질문은 모두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오일 쿨러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지나므로, 선 하나가 빠지면 그 선을 쓰는 질문이 답을 잃는다.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code: HYD-01</a:t>
            </a:r>
          </a:p>
        </p:txBody>
      </p:sp>
      <p:sp>
        <p:nvSpPr>
          <p:cNvPr id="8" name="Oval 7"/>
          <p:cNvSpPr/>
          <p:nvPr/>
        </p:nvSpPr>
        <p:spPr>
          <a:xfrm>
            <a:off x="4759314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8093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10" name="Oval 9"/>
          <p:cNvSpPr/>
          <p:nvPr/>
        </p:nvSpPr>
        <p:spPr>
          <a:xfrm>
            <a:off x="4759314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8093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tag: TS1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limit: 65</a:t>
            </a:r>
          </a:p>
        </p:txBody>
      </p:sp>
      <p:sp>
        <p:nvSpPr>
          <p:cNvPr id="14" name="Oval 13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731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P-CLR-CORE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2496312"/>
            <a:ext cx="235444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298313" y="2130552"/>
            <a:ext cx="242125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98313" y="2130552"/>
            <a:ext cx="242125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 · 질문 1 · 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27994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719434" y="3831335"/>
            <a:ext cx="233070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434" y="3831335"/>
            <a:ext cx="233070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 · 질문 1 · 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42394" y="5486400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7358032" y="5120640"/>
            <a:ext cx="165887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8032" y="5120640"/>
            <a:ext cx="165887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 · 질문 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42394" y="2496312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7320059" y="2130552"/>
            <a:ext cx="17348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0059" y="2130552"/>
            <a:ext cx="17348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 · 질문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추가와 스키마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늘면 정의는 그대로 두고 인스턴스를 더하며, 정의에 없는 것을 물어야 할 때만 스키마를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8024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인스턴스를 더한다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같은 기종 HYD-04가 들어온다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하나와 HAS_COMPONENT 연결을 더한다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질문을 HYD-04로 다시 물어 답을 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정의는 그대로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24643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4643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자주 · 데이터만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8024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스키마를 고친다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쿨러 코어를 「오일 쿨러 코어」로도 찾는다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부품 정의에 별칭 칸이 없다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Part에 aliases를 더하는 정의 변경이 필요하다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클래스의 모든 인스턴스가 새 정의로 다시 판정된다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246433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246433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드물게 · 정의부터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부품 번호를 필수로 바꾸는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번호로 부품을 하나씩 찾는 구매 판단 때문에, partNo를 필수로 바꾸자는 요구가 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바꾸기 전에 할 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 한 줄만 고치면 되니 따로 확인할 것이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부품마다 번호가 있는지, 번호가 겹치는 부품이 없는지, 부품을 넣는 곳이 번호를 채우는지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없는 부품이 있으면 번호 칸에 0을 넣어 검사를 통과시킨다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필수가 되니 부품의 식별자를 부품 번호로 바꾼다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DB의 저장 구조와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쿼리로 찾기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설계가 저장된 모양을 보고, 정비 · 경보의 물음을 Cypher 패턴으로 적어 답을 찾는다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 그래프: 유온 센서 한 대가 저장된 모양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 한 대는 레이블 붙은 노드, 속성, 방향 있는 관계로 저장되어 쿼리는 그 이름을 그대로 적어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저장되는 부분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그래프에 실제로 들어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쿼리가 이 부분을 쓰는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한 대가 노드 하나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센서가 읽는 물리량 유온도 노드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찾을 대상 하나하나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레이블(Label)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센서에 :Sensor, 유온에 :StateVariable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설계한 클래스 이름이 그대로 붙는다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대상의 종류를 고른다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글자만 달라도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이름으로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센서: id 'sen:ts1' · name '유온 센서' · tag 'TS1'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unit '℃' · normal 48 · limit 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태그 TS1로 좁히고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한계 65를 돌려받는다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-OBSERVES-&gt;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방향이 노드 사이에 함께 저장된다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따라갈 선과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방향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속성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 -SUPPLIED_BY-&gt; A정밀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연결에 붙은 값: price 180 · leadDays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공급사마다 다른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단가 · 납기를 견준다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정의와 DB 제약이 지키는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 DB가 저장하는 순간 거절하는 것은 id 유일 제약 같은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 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이고, 나머지 정의는 적재 뒤에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스키마가 정한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그래프 DB에 저장되는 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적재할 때 지키는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이름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노드의 레이블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미리 선언하지 않아 어떤 이름도 붙는다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별도 검사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스키마에 없는 레이블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유형 · 방향 · 끝점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유형과 방향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양 끝 클래스를 제한하지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별도 검사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끝점인가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 이름 · 필수값 · 허용값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속성은 정의 없이 저장된다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별도 검사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값 · 허용값 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고유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레이블마다 id 유일 제약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Sensor의 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DB가 저장을 거절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자료형(수 · 글자) · 카디널리티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저장할 때 보지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별도 검사도 보지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조회로 세고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직접 대조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패턴: 경보 태그 TS1에서 유온 한계까지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찾을 연결을 괄호와 화살표로 적는 질의 언어로, 경보 규칙의 태그에서 그 물리량까지 한 패턴으로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물리량과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(s:Sensor {tag: 'TS1'})-[:OBSERVES]-&gt;(v:StateVariable)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조각마다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 )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s, v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:Sensor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{tag: 'TS1'}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-[:OBSERVES]-&gt;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저장된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(sen:ts1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)-[:OBSERVES]-&gt;(sv:ts1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v.limit 65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v.unit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출발은 경보의 태그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경보의 규칙에 적힌 TS1을 속성 조건에 넣어 센서를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방향은 저장된 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센서가 물리량을 읽으므로 화살표를 센서에서 유온 쪽으로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변수와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s, v는 이 쿼리 안에서만 쓰는 이름이다. 'sen:ts1' 같은 id와 다르다.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tag로 고를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tag에는 유일 제약이 없다. 한 대상을 계속 가리켜야 하면 id로 찾는다.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찾은 연결과 돌려받는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MATCH가 찾은 연결 하나가 결과의 한 행이 되고, RETURN은 그 행에 값을 담을지 노드를 담을지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-[r:MONITORED_BY]-&gt;(s:Sensor)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MATCH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RETURN c, r, 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(:Component)-[:MONITORED_BY]-&gt;(:Sensor {tag: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(:Component)-[:MONITORED_BY]-&gt;(:Sensor {tag: 'CE'})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쿨러에서 계측 관계로 이어진 센서를 모두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 = 연결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연결이 둘이라 두 행이다. 이름이 두 번 나와도 쿨러 노드는 하나이다.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돌려받기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c.name, s.tag는 속성값이라 표로 읽는다.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관계를 돌려받기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c, r, s를 받으면 쿨러 하나에 센서 둘이 이어진 그래프로 그린다.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DISTINCT · COUNT: 행의 수와 대상의 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쿨러가 여러 행에 나오므로, 목록은 DISTINCT로 줄이고 개수는 무엇을 셀지 골라 count로 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MATCH의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c.name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한 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DISTINCT c.name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같은 행을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하나로 남긴다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DISTINCT c.name, s.tag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TS1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 전체의 조합이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다르면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count(*)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행의 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count(DISTINCT 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서로 다른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구성 요소 노드의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count(DISTINCT 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다른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노드의 수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관계를 이은 경로와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점검표를 쿼리 하나로 뽑으면 경로 전체가 한 행이 되고, 기준을 적지 않은 칸은 NULL로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 {code: 'HYD-01'})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s.tag, v.name, v.unit, v.limit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"%"     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(A)"  "FS1"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"l/min" 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(A)"  "PS1"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토출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"bar"    130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65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"VS1"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"mm/s"  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 = 채널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장치 · 태그 · 물리량 · 단위 · 한계가 세 관계를 건너 한 줄에 모인다.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점검표를 센서 태그 순서로 놓는다.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NULL은 기준 없음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FS1에는 limit을 두지 않았다. 0으로 읽으면 기준이 0인 것처럼 틀린다.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행이 없으면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물리량까지 이어지지 않은 채널은 NULL이 아니라 행 자체가 빠진다.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WHERE: 찾은 행을 거르는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 한계가 있는 채널만 경보 점검 목록에 남길 때 WHERE를 쓰며, IS NOT NULL은 값이 있는지만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정해진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목록에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(s:Sensor)-[:OBSERVES]-&gt;(v:StateVariable)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WHERE v.limit IS NOT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s.tag, v.name, v.limit, v.unit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"PS1"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토출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130   "bar"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65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"VS1"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2.0   "mm/s"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걸러진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limit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거르는 자리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MATCH가 찾은 다섯 행 가운데 조건에 맞는 행만 RETURN으로 넘긴다.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IS NOT NULL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한계가 적혀 있는지만 묻는다. 「0보다 크다」와 다른 조건이다.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두 채널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FS1도 MATCH는 찾았지만 한계 칸이 비어 목록에서 빠진다.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세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130 bar · 65 ℃ · 2.0 mm/s는 단위가 달라 크기끼리 견주지 않는다.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괄호 하나로 달라지는 조회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쿨러나 팬 가운데 한계가 있는 물리량을 물을 때는 OR를 괄호로 묶어야 하며, 빼도 오류 없이 다른 답이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(쿨러 OR 팬) AND 한계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WHERE (c.name = '오일 쿨러' OR c.name = '쿨러 팬')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AND v.limit IS NOT NULL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TS1 유온 · VS1 팬 진동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장치를 먼저 고르고 한계로 거른다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물음과 같은 범위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OR (팬 AND 한계 있음)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조건에서 괄호만 뺐다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CE · TS1 · VS1, 냉각 효율이 섞인다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AND가 OR보다 먼저 묶인다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쪽은 한계를 묻지 않게 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오류 없이 넓어진 답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요소별 집계와 ORDER 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count 밖에 둔 장치 열이 묶는 기준이 되어, 장치마다 몇 채널로 보는지 한 표로 견주고 채널이 적은 장치를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장치마다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몇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 {code: 'HYD-01'})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c.id AS componentId, c.name AS component,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s) AS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channels DESC, componentId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(componentId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component     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2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    2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1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(B)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작동유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c.id · c.name이 한 묶음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count로 세지 않은 두 열이 같은 행끼리 센다. 같은 이름의 장치가 더 생겨도 id가 나눈다.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 이름과 놓는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 뒤는 결과 열의 이름일 뿐이다. 채널 수가 큰 장치부터, 수가 같으면 id 순서다.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채널 하나뿐인 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팬은 VS1 하나로 본다. 이 채널이 끊기면 그래프에 팬을 볼 다른 계측 채널이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0이 아니라 행이 없다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센서까지 길이 없는 장치는 빠진다. 이 표를 전체 장치의 감시 현황으로 읽지 않는다.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세 설비를 함께 세면 생기는 합산 중복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설비가 같은 구성 요소 노드를 가리키므로, 행을 세면 센서가 설비마다 잡혀 서로 다른 노드로 세야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(a:Asset)-[:HAS_COMPONENT]-&gt;(c:Component)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count(*) AS rows,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a) AS assets,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s) AS sensors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저장된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rows    assets    sensors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15      3         5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설비별로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묶으면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a.code, count(DISTINCT 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HYD-01  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HYD-02  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HYD-03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노드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· 02 · 03이 같은 오일 쿨러 · 주 펌프 · 팬 노드를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rows 15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셋 × 센서 다섯이다. 같은 센서가 설비마다 한 번씩 나온다.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sensors 5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센서 노드의 수이다. 기종에 정의된 계측 채널의 수이다.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설비마다 다른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그래프는 세 설비의 센서를 가르지 않는다. 설비별 측정값은 시계열 DB가 설비 열로 가른다.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원인 후보와 역방향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셋은 고장 유형으로 들어오는 CAUSES의 출발점이라 &lt;-[:CAUSES]-로 거슬러 적어야 찾고, 뒤집어 적으면 0행이다.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</p:txBody>
      </p:sp>
      <p:sp>
        <p:nvSpPr>
          <p:cNvPr id="8" name="Oval 7"/>
          <p:cNvSpPr/>
          <p:nvPr/>
        </p:nvSpPr>
        <p:spPr>
          <a:xfrm>
            <a:off x="3052797" y="179085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5210" y="206883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10" name="Oval 9"/>
          <p:cNvSpPr/>
          <p:nvPr/>
        </p:nvSpPr>
        <p:spPr>
          <a:xfrm>
            <a:off x="3052797" y="472881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5210" y="500679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12" name="Oval 11"/>
          <p:cNvSpPr/>
          <p:nvPr/>
        </p:nvSpPr>
        <p:spPr>
          <a:xfrm>
            <a:off x="5942210" y="3259836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62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4" name="Oval 13"/>
          <p:cNvSpPr/>
          <p:nvPr/>
        </p:nvSpPr>
        <p:spPr>
          <a:xfrm>
            <a:off x="883162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403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6" name="Oval 15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8" name="Oval 17"/>
          <p:cNvSpPr/>
          <p:nvPr/>
        </p:nvSpPr>
        <p:spPr>
          <a:xfrm>
            <a:off x="883162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403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950563" y="2929522"/>
            <a:ext cx="1139690" cy="66856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009272" y="2898044"/>
            <a:ext cx="10222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09272" y="2898044"/>
            <a:ext cx="10222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950563" y="4384626"/>
            <a:ext cx="1139690" cy="66856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2009272" y="4353147"/>
            <a:ext cx="10222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9272" y="4353147"/>
            <a:ext cx="10222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77157" y="2874613"/>
            <a:ext cx="1479279" cy="75206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4598811" y="2884888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8811" y="2884888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4477157" y="4356029"/>
            <a:ext cx="1479279" cy="75206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4598811" y="4366303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98811" y="4366303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374345" y="2741431"/>
            <a:ext cx="1512066" cy="8541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672668" y="2802747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72668" y="2802747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478402" y="3991356"/>
            <a:ext cx="2655893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8348638" y="3625596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48638" y="3625596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7374345" y="4387127"/>
            <a:ext cx="1512066" cy="8541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7672668" y="4448444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72668" y="4448444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경보 하나에서 교체품까지 쿼리 하나로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패턴 코드에서 증상 · 고장 유형 · 장치를 지나 부품까지 이으면, 정비에 준비할 교체품을 한 번에 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(p:AnomalyPattern {code: 'COOLER_DEGRADATION'})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-[:DETECTS]-&gt;(sym:Symptom)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-[:INDICATES]-&gt;(fm:FailureMode)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-[:OCCURS_IN]-&gt;(c:Component)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-[:USES_PART]-&gt;(pt:Part)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DISTINCT fm.name, c.name, pt.name, pt.partNo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로드된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"P-CLR-CORE"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 실려 오는 이상 패턴의 코드로 시작한다.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DISTINCT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상승과 냉각 효율 저하가 같은 고장 유형에 닿아, 빼면 같은 줄이 두 번 나온다.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교체품 후보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일어나는 장치에 쓰는 부품이다. 교체는 원인을 가린 뒤 정한다.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0행을 읽는 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길의 한 칸이라도 없으면 행이 없다. 랩 예제의 0행은 「부품 없음」이 아니라 「고장 지식이 없음」이다.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관계의 생성 · 병합과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조회와 적재를 가르고, 식별자로 찾거나 만든 뒤 저장된 결과를 정의와 대조한다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조회와 데이터 적재의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쿼리는 그래프를 바꾸지 않고 행을 돌려주며, 적재 쿼리는 노드와 관계를 남기므로 넣은 뒤 다시 조회해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arch" descr="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조회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MATCH · WHERE · RETURN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연결을 찾아 행으로 돌려준다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몇 번 실행해도 그래프는 그대로이다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쿨러의 센서, 유온의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적재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CREATE · MERGE · SET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노드 · 관계 · 속성을 만들거나 바꾼다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실행하면 그래프가 달라질 수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새 센서 등록, 센서와 유온 잇기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SET: 새로 만들기와 찾아서 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적재를 중간에 멈췄다가 다시 돌려도 센서가 하나로 남으려면, 식별자로 찾고 없을 때만 만드는 MERGE를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있는지 보지 않고 새 노드를 만든다. 같은 id가 있으면 유일 제약이 거절한다.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찾아 쓰고,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노드에 속성값을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쓰는 자리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시드는 MERGE만 써서 다시 돌려도 같다. 매번 새로 남길 기록은 CREATE로 만든다.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 패턴에 넣을 값과 SET으로 바꿀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MERGE는 적힌 패턴 전체가 맞는 노드만 같은 대상으로 보므로, 바뀔 이름을 패턴에 넣으면 기존 센서를 못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쿼리는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'sen:ts1', name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제약으로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하려는 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유온 센서의 표시 이름을 「온도 센서」로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id가 같은 노드를 찾고 SET으로 이름만 바꾼다. 노드는 하나 그대로이다.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이름까지 패턴에 넣기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id와 새 이름이 다 맞는 노드가 없어 새로 만들려 한다. 같은 id라 거절된다.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나누는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대상을 계속 가리킬 값은 패턴에, 바뀔 수 있는 값은 SET에 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유일 제약이 없는 DB에서의 MERGE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MERGE가 중복을 막는 힘은 식별자 검색과 유일 제약에서 나오므로, 새로 만든 빈 그래프에는 제약부터 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578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1148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5786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유일 제약이 있을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이름까지 넣은 MERGE가 기존 노드를 못 찾는다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새로 만들려다 같은 id라 거절된다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오류로 드러나 패턴을 고친다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6881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6881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멈추고 알린다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5786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1148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5786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제약이 없을 때(가정)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MERGE가 기존 노드를 못 찾는다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id의 센서 노드가 하나 더 생긴다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없이 센서 수만 늘어난다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조용히 중복된다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 노드를 찾은 뒤 관계 잇기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센서를 장치 · 물리량에 이을 때는 양 끝을 id로 먼저 찾고, id 하나만 틀려도 관계가 소리 없이 빠지니 넣은 뒤 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'sen:ts1'}),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(v:StateVariable {id: 'sv:ts1'})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(s)-[:OBSERVES]-&gt;(v)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오타가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'sen:zz9'})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넣은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(:Component {id: 'comp:cooler'})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-[r:MONITORED_BY]-&gt;(:Sensor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count(r)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끝부터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유온 센서 · 유온 세 노드를 id로 먼저 붙잡는다. 바뀔 수 있는 이름으로는 찾지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있으면 그대로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적재를 두 번 돌려도 계측 관계는 하나다. 방향은 스키마가 정한 쪽(쿨러 → 센서)이다.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오타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센서를 못 찾으면 MERGE로 넘어갈 행이 없어, 관계 하나가 소리 없이 빠진다.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넣은 뒤 세기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쿼리에는 결과 표가 없다. 아래 쿼리처럼 다시 세어 예상한 수와 맞춘다.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정의에서 적재 검증까지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적재가 오류 없이 끝난 것과 설계가 옳은 것은 달라서, 질문의 답과 정의의 조건을 따로 대조해야 지식으로 쓸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4454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44546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44546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유일 제약을 먼저 걸고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MERGE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44546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쿼리로 묻고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예상한 답과 대조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2918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445461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수와 자료형은 직접 센다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어긋나면 정의나 데이터를 고친다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그래프의 관계 조회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결과와 집계의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예제 그래프에서 관계를 따라 찾은 원래 행과 구성 요소별 채널 수를 맞춰, 질의가 질문에 답하는지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9514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질문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랩 전용 예제 그래프를 읽는다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계측 채널 · 한계 · 교체 부품을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ter" descr="filt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9514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조회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단계 · 여러 단계 패턴과 WHERE를 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표와 연결 그래프를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9514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 집계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요소별 채널 수를 구해 정렬한다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손으로 센 수와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1258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1258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집계 질의 · 대조표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415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9514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맞는 대상 · 반환 형태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원래 행과 집계 수 일치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질의 · 결과 · 사용한 DB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기준 지식의 연결 탐색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지식에서 확인할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지식 지도에서 설비에 이어진 대상을 따라가며, 클래스 · 속성 · 관계 방향이 실제로 쓰인 모습을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HYD-01을 골라 구성 요소 · 센서 · 고장 유형으로 따라간다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HYD의 기준 지식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설비에서 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details" descr="list-detai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항목의 클래스와 속성을 확인한다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나가는 관계와 들어오는 관계를 구분한다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1의 랩 그래프와 기준 지식은 서로 다른 환경이다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속성 · 방향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클래스 · 속성 · 관계를 적은 탐색 기록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출발 대상과 도착 대상이 질문에 맞는다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탐색 기록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온톨로지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인스턴스의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자료로 답할 질문을 정해 스키마 파일과 예시 인스턴스 데이터를 만들고, 자료의 뜻과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파일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자료형 · 필수값 · 식별자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유형 · 방향 · 끝점 · 카디널리티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details" descr="list-detai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예시 인스턴스 데이터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자료에 나오는 대상을 인스턴스로 적고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정의한 관계로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대상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고유 id · 필수값 · 관계 방향이 정의에 맞는다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공유 부품과 한 구성 요소의 여러 센서가 빠짐없이 이어진다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자료와 대조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 구현과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그래프와 의미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관계가 스키마에 맞아도 이은 대상이 틀릴 수 있어, 현장 자료와 조회 결과를 함께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de" descr="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 결과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설계한 스키마와 인스턴스를 Cypher로 옮긴다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생성 질의 · 저장된 그래프를 남긴다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설계에서 저장으로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자료와 연결 대조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ID · 센서 태그를 함께 확인한다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계측 대상 · 단위를 자료와 대조한다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클래스가 맞아도 실제 대상은 다를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의미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연결은 근거로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질문의 답이 자료와 맞는다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적재해도 수가 같다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 · 끝점 검사 근거를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· 검증 기록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절차의 단계와 수행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경보의 조치 후보 넷을 단계 · 전제 · 안전 · 금지 조건으로 나누어 읽는다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하나에 걸린 조치 후보 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핀 오염으로 가려도 쓸 수 있는 조치는 넷이어서, 생산 영향과 지금 해도 되는지를 따로 따져야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pic>
        <p:nvPicPr>
          <p:cNvPr id="6" name="삽화:조치후보_전체.svg" descr="illust_9084809507953500135_1792740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가린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0483" y="2076739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생산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0483" y="3234964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 · 생산 감소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0483" y="4402643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SOP-COOL-13 · 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0483" y="5565596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· 정비 동안 정지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원문에서 순서와 조건 가려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번호 붙은 순서 문장과, 그 순서를 언제 시작하고 무엇을 하지 않을지 정한 조건 문장으로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HM-8.7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설비보전팀장이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정지하고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LOCAL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전환한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잠금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(LOTO)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압축공기로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고압수는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재가동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SOP(Standard Operating Procedure)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 작업 절차. 누가 해도 같은 순서 · 같은 확인으로 끝나게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 문장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붙은 단계. 무엇을 어떤 차례로 하는가.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문장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머리와 단계 속의 전제 · 제한 · 금지. 언제 해도 되고 무엇을 하면 안 되는가.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· 승인 · 작업 기록이 같은 절차를 가리키는 식별자.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여덟 구성요소와 작업자의 물음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SOP의 여덟 구성요소는 작업자가 시작 전 · 작업 중 · 끝낼 때 던지는 물음에 하나씩 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HM-8 원문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작업자의 물음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…」 HM-8.4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고장에 맞는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70607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 HM-8.5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70607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시작해도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되는 상태인가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1246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… LOCAL로 전환한 뒤 잠금(LOTO)을 건다.」 SOP-COOL-14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111246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손대기 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상태는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1885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HM-8에는 없다. PM-02 예: 「정비 인원 4명과 씰 키트 2개를 확보한다.」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651885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· 부품을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갖췄는가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92524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모드 확인 → 2. 팬 100 % → 3. 15분 재관측 (SOP-COOL-11)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192524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어떤 차례로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33163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 HM-8.8 · 「고압수는 쓰지 않는다.」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733163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하면 안 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73802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SOP-COOL-11 · 「승인은 설비보전팀장이 한다.」 HM-8.7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273802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승인하는가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4441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 ℃ 미만이고 경보가 해제된 상태가 유지되면 …」 HM-8.6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814441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언제 끝났다고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하는가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조치의 전제와 현장 작업의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제어는 원격 자동이어야 시작하고, 사람이 손대는 정비는 정지 · 잠금 · 잔압 해제를 확인해야 시작한다.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절차를 지금 쓸 수 있는 상태인가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SOP-COOL-11: 운전 모드 REMOTE_AUTO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상위 시스템의 명령을 받는 상태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수동 조작이 들어와 있으면 시작하지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제어의 시작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손대기 전 설비를 어떤 상태로 두는가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SOP-COOL-14: 정지 → LOCAL → 잠금(LOTO)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LOTO(Lockout/Tagout): 에너지원을 잠그고 표지를 단다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PM-02 펌프 정비: 잔압 배출, PS1 0 bar 확인 뒤 배관을 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작업의 시작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운전 모드가 바뀔 때 남는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수동이나 현장 제어에서는 원격 제어 후보 셋이 빠지고, 핀 세척 작업지시는 남되 세척은 잠금 뒤에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pic>
        <p:nvPicPr>
          <p:cNvPr id="6" name="삽화:운전모드_3.svg" descr="illust_4447568265336869840_1792740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53957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40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7776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592" y="375498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SOP-COOL-11~13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92" y="512594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작업지시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8504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4955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2316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8504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4955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2316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195" y="1911278"/>
            <a:ext cx="349103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모드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운전 중이어서 넷 모두 후보에 남았다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절차를 지식 그래프와 실행에 잇기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한 편을 조치 방법 · 단계 · 근거 절 · 승인 역할 · 실행 동작으로 나누어 잇는다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방법(Skill) · 작업 단계(Step)로 옮긴 SOP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편은 절차 번호를 식별자로 쓰는 조치 방법 하나가 되고, 단계마다 순서 값과 근거 절이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 {sopId: 'SOP-COOL-11',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kind: 'control'})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 {sopId: 'SOP-COOL-14',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kind: 'work_order'})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(:Skill)-[:HAS_STEP]-&gt;(:Step {order: 1, text: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(:Step)-[:REFERS_TO]-&gt;(:ManualSection {ref: 'HM-8.5'})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(:Skill)-[:APPROVED_BY]-&gt;(:Role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(text)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(Rule)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옮긴다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 · sopId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= SOP 한 편. 절차 번호를 식별자로 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kind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control은 설비를 바로 제어, work_order는 작업지시. 운전 모드 규칙이 이 값으로 갈린다.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 · order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하나가 노드 하나. 순서는 넣은 차례가 아니라 order 값이 지킨다.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칸이 없는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문장은 단계 문장과 판단 규칙으로 옮겨진다.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완화(MITIGATED_BY)와 근본 조치(REMEDIED_BY)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완화는 지금 유온을 낮춰 시간을 벌고, 근본 조치는 원인을 없애므로 원인이 맞을 때만 후보가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완화(MITIGATED_BY)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고장의 영향을 지금 줄인다. 원인은 남는다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SOP-COOL-11 · 12 · 13: 팬 · 부하를 원격 제어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유형만 알아도 후보가 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23903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23903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직후 · 설비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조치(REMEDIED_BY)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고장을 일으킨 원인을 없앤다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SOP-COOL-14 핀 세척 → 쿨러 핀 오염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SOP-COOL-15 환기 보강 → 주변 온도 상승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ADDRESSES로 이어 다른 원인의 조치를 거른다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23903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23903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시간 · 작업지시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경보가 꺼진 뒤 무엇을 완료로 보고하나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 뒤 경보는 꺼졌지만 냉각 효율은 기준 아래라, 완화 성공과 정비 완료를 따로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11:14:56 뒤 유온이 내려가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해제되었다.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성공 판정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HM-8.6: 15분 동안 55 ℃ 미만 유지.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구간의 55 ℃ 미만은 58 %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원인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경보 기준 70 %에 못 미친다.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오염은 그대로다.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완료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 작업지시 등록은 완료가 아니다.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재가동 뒤 CE 80 % 이상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핀 세척의 단계 · 근거 · 승인까지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세척은 핀 오염을 다루는 조치라 원인이 맞을 때만 후보가 되고, 그때 단계 · 근거 절 · 승인자가 함께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Oval 7"/>
          <p:cNvSpPr/>
          <p:nvPr/>
        </p:nvSpPr>
        <p:spPr>
          <a:xfrm>
            <a:off x="4401190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360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sp>
        <p:nvSpPr>
          <p:cNvPr id="10" name="Oval 9"/>
          <p:cNvSpPr/>
          <p:nvPr/>
        </p:nvSpPr>
        <p:spPr>
          <a:xfrm>
            <a:off x="7868485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089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</p:txBody>
      </p:sp>
      <p:sp>
        <p:nvSpPr>
          <p:cNvPr id="12" name="Oval 11"/>
          <p:cNvSpPr/>
          <p:nvPr/>
        </p:nvSpPr>
        <p:spPr>
          <a:xfrm>
            <a:off x="131915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156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4" name="Oval 13"/>
          <p:cNvSpPr/>
          <p:nvPr/>
        </p:nvSpPr>
        <p:spPr>
          <a:xfrm>
            <a:off x="497907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148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6" name="Oval 15"/>
          <p:cNvSpPr/>
          <p:nvPr/>
        </p:nvSpPr>
        <p:spPr>
          <a:xfrm>
            <a:off x="786848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089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정지 · 잠금(LOTO)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order 1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260695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288493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HM-8.7 근본 조치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58708" y="3115605"/>
            <a:ext cx="407111" cy="1724802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1753704" y="3831702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53704" y="3831702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2584248" y="2944249"/>
            <a:ext cx="1996051" cy="211415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3673713" y="3855025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3713" y="3855025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27910" y="5623560"/>
            <a:ext cx="2078010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3097271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7271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84831" y="2359152"/>
            <a:ext cx="227063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2602165" y="1993392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2165" y="1993392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ADDRESSES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09950" y="2359152"/>
            <a:ext cx="1885383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6136422" y="1993392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36422" y="1993392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APPROVED_BY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98608" y="2891937"/>
            <a:ext cx="2315525" cy="218003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6300427" y="3616193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0427" y="3616193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152749" y="3904180"/>
            <a:ext cx="1186533" cy="117295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9136647" y="4124899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36647" y="4124899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승인부터 정비 완료까지 따로 남는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절차의 정의, 승인, 실행 동작, 작업지시, 현장 완료는 서로 다른 기록이라 서로를 대신하지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절차의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SOP-COOL-11의 단계 셋, 승인 역할 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 · Step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APPROVED_BY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운전원 승인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순간 다시 읽은 값: 원격 자동 · 운전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동작(Action)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FAN_SET = 100 명령 하나가 설비로 가 실행 완료로 답했다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더 쪼갤 수 없는 명령 또는 업무 처리 하나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-CONSISTS_OF→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뒤 핀 세척 작업지시가 CMMS에 「배정됨」으로 등록됐다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WO_CREATE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CMMS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정비 완료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정지 · 잠금 · 세척 · 재가동 뒤 CE 80 % 이상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단계대로 수행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조건 문장을 판정 규칙으로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「REMOTE_AUTO일 때만」 「24시간을 넘겼다면」 「55 ℃ 이상이면」을 규칙으로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순서를 정하는 SOP와 판정을 내는 DMN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SOP의 순서는 값 없이 읽히지만, 「~일 때만」 같은 조건은 판단 시점의 값이 있어야 참 · 거짓이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SOP(표준 작업 절차)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어떻게, 어떤 차례로 하는가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「2. 팬 속도를 100 %로 올린다.」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단계대로 수행하고 확인한다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때도 1단계처럼 상태를 다시 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DMN(Decision Model and Notation)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의사결정을 정의하는 OMG의 표준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지금 이 조치를 해도 되는가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「원격 조치는 REMOTE_AUTO가 아닐 때 쓰지 않는다.」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조건: plc_mode != 'REMOTE_AUTO'이면 제외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데이터(InputData): 판정에 쓰는 값과 읽는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결정표에는 입력의 이름과 기준만 있고, 값은 판정하는 순간 정해진 출처에서 읽어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 데이터 ·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 · plc_mode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SCADA의 PLC 상태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REMOTE_AUTO · REMOTE_MANUAL · 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상태 · plc_state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SCADA의 PLC 상태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중인지, 보호 정지(TRIP)인지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 연속 운전 시간 · fan100_hours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이력(시계열)에서 계산한 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없으면 0 h가 아니라 모름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(팬 60 %)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 예측 유온 · forecast_ts1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계산, 후보마다 따로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관측한 온도가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49.8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62.5 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조치의 종류 · skill_kind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조치 방법의 kind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 · work_order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· 결정표 · 규칙으로 쿨러 사건 판정하기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한 물음에 답하는 규칙 행의 모음이라, 같은 입력을 대면 누가 판정해도 행마다 같은 결과가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  dec:compliance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무엇인가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DecisionTable  dt:compliance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R1  plc_mode != 'REMOTE_AUTO'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R2  fan100_hours &gt; 24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R3  forecast_ts1 &gt;= 55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REMOTE_AUTO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 49.8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R1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R3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SOP-COOL-14  62.5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R3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판단해서 답할 물음 하나.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결정표(DecisionTable)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물음에 답하는 규칙의 모음.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행. 조건이 모두 맞으면 출력을 내고, 아니면 아무것도 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행마다 걸리는 조치가 정해져 있다. R1 · R2는 SOP-COOL-14에 걸리지 않는다.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문장을 입력 · 연산자 · 기준값으로 옮기기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하나는 입력 · 연산자 · 기준값으로 적고, 「~일 때만 한다」는 반대 조건에 걸리면 제외하는 행으로 옮긴다.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원문의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옮긴 조건과 연산자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기준값 자신은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「REMOTE_AUTO일 때만 한다」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조건을 뒤집어 제외 행으로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REMOTE_AUTO면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「24시간을 넘겼다면」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&gt; 초과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24.0 h는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「55 ℃ 이상이면」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경고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&gt;= 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55.0 ℃도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「55 ℃ 미만이고 … 유지되면」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55 (HM-8.6 회복 판정)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&lt; 미만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「트립 중이면」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plc_state == 'TRIP'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== 같다, 이름으로 된 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글자가 같아야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fan100_hours는 h, forecast_ts1은 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기준값의 단위를 먼저 맞춘다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분 단위 입력은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바꾼 뒤 비교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사건 값으로는 보이지 않는 부호 실수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실제 값은 부호를 잘못 옮겨도 판정이 같아서, 기준값과 바로 아래 · 위를 넣어야 실수가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넣어 본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바르게 옮긴 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부호를 바꿔 옮기면(가정)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62.5 ℃ · 쿨러 사건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경고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&gt; 55로도 경고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70607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70607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1246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111246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경고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1885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651885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 h · 쿨러 사건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92524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감점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192524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&gt;= 24로도 감점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33163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없음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733163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없음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24.0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73802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없음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273802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감점 20만 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 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4441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20만 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814441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20만 원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행의 AND와 행을 나눈 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행에 적은 검사는 모두 맞아야 출력이 나오고, 둘 중 하나로 같은 답을 내려면 같은 출력의 행을 둘로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AND: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rule:auto-mode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skill_kind == 'control'  AND  plc_mode !=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REMOTE_MANUAL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(work_order)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REMOTE_MANUAL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첫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거짓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OR: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rule:cand-trip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plc_state == 'TRIP'  AND  pattern == 'OVERHEAT_TRIP'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리셋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rule:cand-trip-fm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failure_mode == 'fm:overheat-trip'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 안의 검사는 모두 맞아야 출력을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행을 나눠 같은 출력을 둔다. 두 행이 함께 맞을 수도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하한과 상한의 검사 둘을 한 행에 AND로 묶는다.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읽기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「그리고」인지 「또는」인지부터 가린다.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규칙의 출력: 후보 선택 · 제외 · 감점 · 경고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후보에 올리는 출력과 오른 후보를 빼고 깎고 알리는 출력이 따로 있어서, 남은 후보도 실행 허가는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출력(effect)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조치의 실제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 → SOP-COOL-11 · 12 · 13 (HM-8.5)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→ SOP-COOL-14 (HM-8.7)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 EXCLUDE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SOP-COOL-11 · 12 · 13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빠진다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점수로 되살리지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20만 원, SOP-COOL-11 · 12 (HM-8.8)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남고 깎인다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모든 후보 (HM-8.6)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남고 확인할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점이 붙는다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수행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후보도 사람 승인 1회와 수행 시점의 확인을 거친다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실행은 따로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결정표를 지금의 값에 대어 판정하기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행이 함께 맞을 때, 값을 모를 때, 행끼리 부딪칠 때의 처리와 남길 근거를 정한다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Policy: 여러 행이 함께 맞을 때의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 Policy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한 입력에 여러 행이 맞을 때 무엇을 답으로 삼을지 결정표마다 정해 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plc_mode = 'REMOTE_MANUAL'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= 30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forecast_ts1 = 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적합성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COLLECT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R1  plc_mode != 'REMOTE_AUTO'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R2  fan100_hours &gt; 24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R3  forecast_ts1 &gt;= 55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violations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penalties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warnings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(HM-8.6)]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빠지고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셋이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행이 입력에 맞는 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빠짐없이 모은다.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제외가 있으면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후보는 비교에서 빠지지만 감점 · 경고 사유도 함께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규정 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 적합성 표는 Collect로 선언되어 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같은 입력에 네 Hit Policy가 내는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셋이 함께 맞은 입력에 First와 Priority는 제외 하나만 남기고, Collect만 감점과 경고 사유까지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앞 장 입력의 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겹쳐 맞는 행을 허용하지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오류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행의 차례대로 보아 처음 맞은 행을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차례가 R1 · R2 · R3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출력에 매긴 우선순위로 하나를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제외 &gt; 경고 &gt; 감점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모두 모은다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 · 감점 · 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고르는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빠짐없이 보여야 하는 후보 · 규정 표는 Collect, 답이 꼭 하나여야 하는 표는 Unique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목적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결정표의 누락 · 중복 · 상충 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대표 값 · 경계 값 · 겹치는 값을 표에 넣어 보면 맞는 행이 없는 틈과 답이 겹치거나 부딪치는 곳이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규칙 조각과 시험 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「55 ℃ 미만: 통과」 · 「60 ℃ 이상: 제외」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57 ℃ → 맞는 행이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표가 답을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내지 못한다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같은 뜻의 제외 행이 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REMOTE_MANUAL → 같은 제외가 두 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행만 고치면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표가 어긋난다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상충과 의도된 겹침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경고 · forecast_ts1 &gt;= 65 →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66 ℃ → 경고와 제외가 함께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Collect 표라면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제외되고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경고도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HYD가 막는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 정책 행이 둘 맞으면 오류로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문장(when)과 검사(TESTS)가 다르면 검사기가 잡는다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틈은 시험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입력으로 찾는다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운전 모드와 운전 이력을 읽지 못했을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모르는 조건은 통과로 치지 않아서, 제외 · 감점 규칙은 제외 쪽으로, 경고 규칙은 확인되지 않은 경고로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읽지 못한 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걸리는 후보와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결과에 남는 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12 · 13: 제외 규칙의 값을 모른다 → 제외 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「확인되지 않은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(plc_mode)」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SOP-COOL-14: 그 규칙의 적용 대상이 아니다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 AND 모드 규칙도 앞 검사가 거짓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없으면 0 h가 아니라 모름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12: 감점 규칙이라 제외 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0으로 채우면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제한 넘긴 팬이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통과한다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forecast_ts1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규칙의 값을 모른다 → 경고로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확인되지 않은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모든 후보가 빠짐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추천을 내지 않고 제외 사유를 보인다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알아도: 트립(TRIP)이면 리셋 외 제외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몰래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풀지 않는다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근거: 걸린 규칙 · 그때의 값 · 원문 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규칙과 조건, 그때 읽은 값, 근거 원문이 한 묶음으로 남아야 승인하는 사람이 판정을 되짚을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SOP-COOL-14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     rule:cmp-forecast-ts1-high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effect    WARN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when      forecast_ts1 &gt;= 55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sources   ["HM-8.6"]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forecast_ts1 = 62.5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trace: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{decision, rule, when, fired, unknown}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출처(Knowledge Source)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규칙의 근거 문서. 규칙은 DERIVED_FROM으로 매뉴얼 절을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 · effect · 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규칙이 어떤 조건으로 무슨 판정을 냈는가.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판정에 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값을 다시 읽어서는 그때의 판정을 재현할 수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trace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맞지 않은 행과 모르는 값까지 남긴 행별 평가 기록.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차례와 절차의 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결정표가 이어지는 차례와 저장 구조를 보고, 규칙이 대신할 수 없는 절차를 가린다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진단에서 승인까지 이어지는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답이 후보 선택 표로, 모인 후보가 규정 표로 넘어가서 판단마다 따로 확인할 근거가 생긴다.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64688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가중치로 원인 순위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 평가가 아니다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쿨러 핀 오염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64688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· 원인에 맞는 조치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후보 넷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64688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제외 · 감점 · 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넷 모두 남고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세척에 경고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64688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후보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UNIQUE: 순위 정책 하나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성과와 비용으로 견준다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다음 회차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49326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user-check" descr="user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64688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수행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승인 1회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순간 모드 · 상태 재확인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SOP 단계대로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 규칙과 단계가 만나는 조치 노드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모드를 검사하는 규칙과 모드를 확인하는 단계가 팬 최대 운전에서 만나고, 둘은 서로 다른 매뉴얼 절로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96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적합성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8" name="Oval 7"/>
          <p:cNvSpPr/>
          <p:nvPr/>
        </p:nvSpPr>
        <p:spPr>
          <a:xfrm>
            <a:off x="131915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156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적합성 결정표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DecisionTable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</p:txBody>
      </p:sp>
      <p:sp>
        <p:nvSpPr>
          <p:cNvPr id="10" name="Oval 9"/>
          <p:cNvSpPr/>
          <p:nvPr/>
        </p:nvSpPr>
        <p:spPr>
          <a:xfrm>
            <a:off x="3823307" y="3096615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25720" y="337459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조치 제외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EXCLUDE</a:t>
            </a:r>
          </a:p>
        </p:txBody>
      </p:sp>
      <p:sp>
        <p:nvSpPr>
          <p:cNvPr id="12" name="Oval 11"/>
          <p:cNvSpPr/>
          <p:nvPr/>
        </p:nvSpPr>
        <p:spPr>
          <a:xfrm>
            <a:off x="517170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411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InputData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4" name="Oval 13"/>
          <p:cNvSpPr/>
          <p:nvPr/>
        </p:nvSpPr>
        <p:spPr>
          <a:xfrm>
            <a:off x="652009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250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6" name="Oval 15"/>
          <p:cNvSpPr/>
          <p:nvPr/>
        </p:nvSpPr>
        <p:spPr>
          <a:xfrm>
            <a:off x="7868485" y="332512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0897" y="360310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 금지와 제한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sp>
        <p:nvSpPr>
          <p:cNvPr id="18" name="Oval 17"/>
          <p:cNvSpPr/>
          <p:nvPr/>
        </p:nvSpPr>
        <p:spPr>
          <a:xfrm>
            <a:off x="9409505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1191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 확인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order 1</a:t>
            </a:r>
          </a:p>
        </p:txBody>
      </p:sp>
      <p:sp>
        <p:nvSpPr>
          <p:cNvPr id="20" name="Oval 19"/>
          <p:cNvSpPr/>
          <p:nvPr/>
        </p:nvSpPr>
        <p:spPr>
          <a:xfrm>
            <a:off x="940950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1191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458708" y="3115605"/>
            <a:ext cx="407111" cy="1724802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1753704" y="3831702"/>
            <a:ext cx="17529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53704" y="3831702"/>
            <a:ext cx="17529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IMPLEMENTED_BY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682331" y="4297006"/>
            <a:ext cx="1218541" cy="87366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735658" y="4368079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35658" y="4368079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HAS_RULE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1575" y="4449624"/>
            <a:ext cx="398423" cy="530512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5312227" y="4568576"/>
            <a:ext cx="22493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12227" y="4568576"/>
            <a:ext cx="224932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 != REMOTE_AUTO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237374" y="2744068"/>
            <a:ext cx="1307601" cy="712272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5228381" y="2734444"/>
            <a:ext cx="13255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28381" y="2734444"/>
            <a:ext cx="13255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APPLIES_TO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30830" y="3871971"/>
            <a:ext cx="2465783" cy="13929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5794078" y="357585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94078" y="357585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028852" y="2359152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8126659" y="199339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6659" y="199339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141025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10232465" y="3831336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32465" y="3831336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DMN 표준과 HYD 평가의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DMN의 개념을 빌렸어도 표준 엔진으로 실행하는 것은 아니어서, 조건 식과 Hit Policy, 실행 주체가 표준과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DMN 표준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FEEL(Friendly Enough Expression Language): 범위 · 목록을 식 하나로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TESTS 하나에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연산자 · 값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일곱 가지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Unique · Priority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Collect 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주체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DMN 모델 파일(.dmn)을 엔진이 읽는다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그래프의 규칙을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평가 함수가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선언과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선언한 정책대로 결과를 해석한다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선언이 평가 방식과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다르면 거절한다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결정표로 옮겨도 절차에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시점의 값으로 가릴 수 있는 조건만 결정표로 옮기고, 현장 확인 · 조치 뒤 관측 · 작업 방법은 절차에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SOP의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결정표로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절차에 남는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「REMOTE_AUTO인지 확인한다」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순간 다시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확인하는 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「100 % 연속 운전은 24시간 이내」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 시간을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지키는 운전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「15분 재관측으로 회복 판정」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뒤에야 값이 생긴다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「정지 · LOCAL · 잠금(LOTO)」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현장에서 사람이 확인한다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「고압수는 쓰지 않는다」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판정할 입력 값이 없다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 방법의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 허용 · 제외 조건표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기준의 조건을 표로 옮기고, 경계값 · 겹치는 조건 · 빠진 입력을 사례에 대어 확인한다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조건표와 판단 기록의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순서는 절차에 그대로 두고, 판단 조건과 사례별 적용 결과는 조건표와 판단 기록에 따로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원문에서 조건 찾기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기준 · HM-8 원문 · 규칙 R1~R5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온도 · 압력 · 운전 모드 · 설비 상태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조건표 작성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연산자 · 기준값 · 단위 · 적용 조치 · 결과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경고 · 감점 · 제외를 구별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경계와 중첩 확인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바로 아래 · 같은 값 · 바로 위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 사유가 겹친 사례, 입력이 빠진 사례는 보류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절차와 연결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조건을 통과해도 승인 · 작업 단계 · 현장 안전 조건은 남는다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결과에서 원문 절까지 되짚게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마무리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한 건으로 되짚는 지식 구조와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하나에서 나오는 물음은 답이 놓인 자리가 저마다 달라, 그 자리를 가리는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유온의 한계 65 ℃는 어디서 읽나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센서에서 OBSERVES로 건너간 상태 변수의 속성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센서의 속성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상태 변수의 속성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「오일 온도」로 찾아도 같은 유온인가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 sv:ts1 하나, 다른 이름은 별칭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 vs 이름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쿨러를 계측하는 센서는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→ 센서, 저장 방향대로 적은 MATCH 패턴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0행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연결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운전을 지금 해도 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 결정표의 규칙과 그때의 입력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vs 감점 · 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어떤 차례로 하고 언제 끝나나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SOP의 단계와 완료 확인 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완화 성공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지식 구조와 판단에서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Class ·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정의를 따르는 대상의 유형과, 그 유형에 속하는 실제 대상 하나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한쪽 대상 하나에 이어질 수 있는 반대쪽 대상의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Schema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제약을 일관되게 정한 지식 구조의 정의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Identifier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하나로 가리키는, 바꾸지 않는 고유한 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Constraint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데이터가 지켜야 할 조건으로, 어긋난 데이터를 가려내는 기준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Query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관계의 패턴으로 그래프 DB를 조회하고 만드는 질의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작업의 순서와 전제 · 안전 · 금지 · 완료 기준을 정한 표준 작업 절차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 · 결정표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 · Decision Table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조건에 따른 출력을 규칙 행으로 정하는 의사결정 표준과 그 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입력에 여러 규칙 행이 맞을 때 결과를 정하는 방식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0행을 돌려준 센서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쿨러의 계측 센서를 찾으려고 (s:Sensor)-[:MONITORED_BY]-&gt;(c:Component) 패턴으로 조회했더니 0행이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할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쿨러에 센서가 없다는 뜻이니 센서를 새로 등록한다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MERGE로 센서에서 쿨러로 가는 관계를 새로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DISTINCT를 붙여 중복을 없앤 뒤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저장 방향(구성 요소 → 센서)대로 화살표를 고쳐 다시 조회한다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읽지 못한 운전 이력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 연속 운전 시간을 운전 이력에서 얻지 못한 채, 팬 최대 운전 후보를 규정 적합성 표에 대었다.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후보의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없으니 0 h로 채워 감점 없이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「확인되지 않은 조건」으로 제외 쪽에 두고 사유를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규칙만 건너뛰고 나머지 규칙으로 통과시킨다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오류로 보고 판단 전체를 멈춘다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정확히 24시간을 채운 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자동에서 팬이 100 %로 정확히 24.0 h 이어 돌았고, 팬 최대 운전이 감점 없이 후보에 올랐다.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결정표와 SOP에 비추어 맞는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감점이 없으니 SOP의 연속 운전 제한도 지금은 걸리지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24시간에 닿았으니 감점 20만 원이 빠진 것은 표의 오류이다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감점은 붙지 않지만, SOP의 24시간 이내 제한은 규칙과 별도로 지킨다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경계값에 걸린 입력이라 판정 전체를 보류한다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결과 0행의 해석, 모르는 값의 처리, 규칙을 통과한 뒤에도 남는 절차를 바른 근거로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관계는 저장된 방향대로 적어야 찾는다. 0행은 연결이 없다는 뜻이 아닐 수 있어 패턴부터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값은 통과도 0도 아니다. 감점 규칙의 값을 모르면 제외 쪽에 두고 사유를 남긴다.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24.0은 「넘으면」에 맞지 않아 감점이 없다. 그래도 SOP의 24시간 이내 제한은 그대로 남는다.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