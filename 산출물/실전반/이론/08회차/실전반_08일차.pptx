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제목 → 과정 줄 → 부제 → 아이콘 셋(지식 · 에이전트 · 흐름)</a:t>
            </a:r>
          </a:p>
          <a:p>
            <a:r>
              <a:t>· 과정의 마지막 회차: 만든 지식 · 에이전트 · 업무 흐름을 교대 인수인계 한 건에 모두 쓴다</a:t>
            </a:r>
          </a:p>
          <a:p>
            <a:r>
              <a:t>· 장면: 「쿨러 핀 세척 끝났습니다」 메모 한 줄, 그대로 믿어도 되나</a:t>
            </a:r>
          </a:p>
          <a:p>
            <a:r>
              <a:t>· 작업지시는 아직 열려 있을 수 있고, 부품은 도착 예정일 뿐일 수 있다</a:t>
            </a:r>
          </a:p>
          <a:p>
            <a:r>
              <a:t>· 물음: 인수자는 무엇을 보고 받아들이고, 무엇이 모자라면 다시 묻나</a:t>
            </a:r>
          </a:p>
          <a:p>
            <a:r>
              <a:t>· 재료는 이미 배움: 쿨러 처리 건의 두 길(지식 → 판단 근거, 추천안 → 승인 · 시스템 실행)</a:t>
            </a:r>
          </a:p>
          <a:p>
            <a:r>
              <a:t>[다음] 학습목표 네 카드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 왼쪽부터 → 꼬리표 → 강조한 넷째 카드</a:t>
            </a:r>
          </a:p>
          <a:p>
            <a:r>
              <a:t>· 1 판단의 근거: 경보의 빈칸을 도구가 지식 · 값으로 채움, 활용 결과가 놓이는 자리 찾기</a:t>
            </a:r>
          </a:p>
          <a:p>
            <a:r>
              <a:t>· 2 교대 인계안(중심): 메모를 설비 · 정비 · ERP와 대조, 받을 근거와 보완 질문</a:t>
            </a:r>
          </a:p>
          <a:p>
            <a:r>
              <a:t>· 3 업무 완료 구조: 추천안은 승인 · 실행으로, 인계안은 두 사람의 확인으로 닫힘</a:t>
            </a:r>
          </a:p>
          <a:p>
            <a:r>
              <a:t>· 4 실습 · 정리: HI-01 · 인계 에이전트 · 제공 흐름으로 한 건 끝까지, ProcessGPT 시연 · 학습노트</a:t>
            </a:r>
          </a:p>
          <a:p>
            <a:r>
              <a:t>[다음] 목차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여덟 줄 위에서 아래로 → 오른쪽 이론 · 실습 · 정리 꼬리표</a:t>
            </a:r>
          </a:p>
          <a:p>
            <a:r>
              <a:t>· 1 · 3단원: 쿨러 처리 건으로 되짚기(지식 → 판단, 판단 → 업무 완료)</a:t>
            </a:r>
          </a:p>
          <a:p>
            <a:r>
              <a:t>· 2 · 4단원: 같은 두 길을 교대 인수인계에 적용</a:t>
            </a:r>
          </a:p>
          <a:p>
            <a:r>
              <a:t>· 5줄: 교대 실습 넷(입력 · 보충 매뉴얼 · 에이전트 · 흐름) 묶음</a:t>
            </a:r>
          </a:p>
          <a:p>
            <a:r>
              <a:t>· 6 · 7줄: ProcessGPT 시연, Notion 학습노트 기록 → 8줄 복습 · 용어 · 퀴즈</a:t>
            </a:r>
          </a:p>
          <a:p>
            <a:r>
              <a:t>· 앞 두 단원(판단의 근거, 인계안의 근거)부터 시작</a:t>
            </a:r>
          </a:p>
          <a:p>
            <a:r>
              <a:t>[다음] 첫 단원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01 → 제목 → 부제</a:t>
            </a:r>
          </a:p>
          <a:p>
            <a:r>
              <a:t>· 쿨러 성능 저하 경보: 에이전트가 받은 것은 경보 메시지 한 건뿐</a:t>
            </a:r>
          </a:p>
          <a:p>
            <a:r>
              <a:t>· 결과 추천안에는 원인 · 조치 · 순위 · 출처가 다 있음</a:t>
            </a:r>
          </a:p>
          <a:p>
            <a:r>
              <a:t>· 물음: 그 사이를 무엇이 채웠나</a:t>
            </a:r>
          </a:p>
          <a:p>
            <a:r>
              <a:t>· 교대 인계에 쓰기 전에 그 길을 짧게 되짚는다</a:t>
            </a:r>
          </a:p>
          <a:p>
            <a:r>
              <a:t>[다음] 경보에 없는 것과 채우는 도구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열(경보에 없는 것) → 가운데(읽는 도구 · 읽는 곳) → 오른쪽(재료가 만들어진 자리) → 강조한 다섯째 줄</a:t>
            </a:r>
          </a:p>
          <a:p>
            <a:r>
              <a:t>· 경보에 있는 것: 어느 설비, 어떤 조건이 성립, 그때의 값뿐</a:t>
            </a:r>
          </a:p>
          <a:p>
            <a:r>
              <a:t>· 원인 후보 · 원인을 가릴 값: diagnose가 그래프 관계와 시계열 DB(냉각 효율 · 팬 진동 · 캐비닛 온도)에서</a:t>
            </a:r>
          </a:p>
          <a:p>
            <a:r>
              <a:t>· 조치 · 순위: evaluate_cards가 SOP · DMN · 성과 기준 · 업무 DB(납기 · 지연 보상 · 출하 대기 로트)에서</a:t>
            </a:r>
          </a:p>
          <a:p>
            <a:r>
              <a:t>· 출처: submit_decision이 규칙에 이어진 매뉴얼 절을 함께 실음, 도구 차례는 냉각 긴급 대응 스킬</a:t>
            </a:r>
          </a:p>
          <a:p>
            <a:r>
              <a:t>· 오른쪽 열: 스키마 · 인제스천 · SOP와 결정표 · BSC와 KPI → 에이전트는 그 자리에서 아무것도 만들지 않고 읽기만</a:t>
            </a:r>
          </a:p>
          <a:p>
            <a:r>
              <a:t>[다음] 만들어진 차례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여섯 칸 왼쪽부터 → 강조한 여섯째 칸(도구 조회)</a:t>
            </a:r>
          </a:p>
          <a:p>
            <a:r>
              <a:t>· 다섯 칸 = 온톨로지 구축 단계: 질문 · 스키마 → 그래프 적재 · Cypher → SOP · DMN → BSC · KPI → 원문 절 인제스천 · 사람 검토</a:t>
            </a:r>
          </a:p>
          <a:p>
            <a:r>
              <a:t>· 여러 판단이 같이 쓰니 공용 지식</a:t>
            </a:r>
          </a:p>
          <a:p>
            <a:r>
              <a:t>· 여섯째 칸: 진단 · 평가 도구가 관계를 따라 읽음</a:t>
            </a:r>
          </a:p>
          <a:p>
            <a:r>
              <a:t>· 방향: 구축 → 조회 한쪽뿐, 업무 도구는 읽기만, 쓰기는 판단 제출 하나</a:t>
            </a:r>
          </a:p>
          <a:p>
            <a:r>
              <a:t>· 기준이 틀리면 에이전트가 고치지 않고 앞 칸으로 돌아가 검토 · 재적재, 교대에서도 같은 방향</a:t>
            </a:r>
          </a:p>
          <a:p>
            <a:r>
              <a:t>[다음] 진단 도구 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Cypher → $pattern 줄 → 후보 셋의 기준 → 값 · 판정 → 오른쪽 짚을 점 셋</a:t>
            </a:r>
          </a:p>
          <a:p>
            <a:r>
              <a:t>· 조회 길: AnomalyPattern → Symptom → FailureMode ← Cause(원인 → 고장 유형 관계라 거꾸로 거슬러)</a:t>
            </a:r>
          </a:p>
          <a:p>
            <a:r>
              <a:t>· 출발 노드는 경보의 pattern 값 COOLER_DEGRADATION, 경보와 그래프가 이 값 하나로 만남</a:t>
            </a:r>
          </a:p>
          <a:p>
            <a:r>
              <a:t>· 핀 오염: CE 70 % 미만 → 46.2 % 맞음, VS1 0.9 미만 → 약 0.58 맞음</a:t>
            </a:r>
          </a:p>
          <a:p>
            <a:r>
              <a:t>· 팬 구동 불량: VS1 0.9 이상이어야 → 아님, 주변 온도 상승: TS4 35 ℃ 이상이어야 → 약 28 ℃ 아님</a:t>
            </a:r>
          </a:p>
          <a:p>
            <a:r>
              <a:t>· 기준은 수업 사례에 등록된 것, 모든 설비의 진단 법칙이 아님</a:t>
            </a:r>
          </a:p>
          <a:p>
            <a:r>
              <a:t>· 짚을 점: 조회는 도구 안(패턴 값만 넘김 → 같은 데이터면 같은 후보), 기준(검토 · 개정) vs 값(관측 시각과 함께), 0행 ≠ 원인 없음(교대의 「확인 필요」로 이어짐)</a:t>
            </a:r>
          </a:p>
          <a:p>
            <a:r>
              <a:t>[다음] 조치 평가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네 줄(조치 후보) → 가운데(결정표 · 점수 · 순위) → 오른쪽(승인 역할) → 강조한 다섯째 줄</a:t>
            </a:r>
          </a:p>
          <a:p>
            <a:r>
              <a:t>· 고장 유형에 이어진 SOP 넷이 그대로 후보</a:t>
            </a:r>
          </a:p>
          <a:p>
            <a:r>
              <a:t>· 결정표: 원격 조치 셋은 원격 자동일 때만, 이 사례는 충족, 핀 세척은 작업지시라 운전 모드 조건 없음</a:t>
            </a:r>
          </a:p>
          <a:p>
            <a:r>
              <a:t>· 성과 점수: 팬 최대 운전 +3.38 1순위, 부하 낮추는 둘 +2.75 공동 2순위, 핀 세척 -1.58 4순위</a:t>
            </a:r>
          </a:p>
          <a:p>
            <a:r>
              <a:t>· 업무 값(납기 약 6시간 · 지연 보상 시간당 120만 원 · 출하 대기 800개)은 그래프에 없음, 값의 자리만 등록 → 판단 순간 원천에서 읽음 → 날마다 순위가 달라질 수 있음</a:t>
            </a:r>
          </a:p>
          <a:p>
            <a:r>
              <a:t>· 승인 역할도 조치에 붙은 지식(핀 세척만 설비보전팀장)</a:t>
            </a:r>
          </a:p>
          <a:p>
            <a:r>
              <a:t>· 실전 실습의 조치 검토 결과 = 이 표 가운데 칸을 이유 · 출처까지 직접 구현</a:t>
            </a:r>
          </a:p>
          <a:p>
            <a:r>
              <a:t>[다음] 추천안의 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줄마다 화살표 뒤(만든 도구 · 지식) → 맨 아래 넘어간 식별자 → 오른쪽 짚을 점 셋(강조한 셋째)</a:t>
            </a:r>
          </a:p>
          <a:p>
            <a:r>
              <a:t>· 원인 · 배제: diagnose의 기준 + 시계열 값, 배제 후보를 남겨 「왜 다른 원인이 아닌가」를 되짚게 함</a:t>
            </a:r>
          </a:p>
          <a:p>
            <a:r>
              <a:t>· 추천: evaluate_cards 1순위 3.38, 예측 유온 약 50 ℃는 계산값 → 실행 뒤 재관측으로 따로 확인</a:t>
            </a:r>
          </a:p>
          <a:p>
            <a:r>
              <a:t>· 승인: 조치에 적힌 역할(운전원), 출처: HM-8.5 즉시 완화 조치 = 인제스천 때 남긴 절 · 출처 관계</a:t>
            </a:r>
          </a:p>
          <a:p>
            <a:r>
              <a:t>· 식별자로 넘김(cause:cooler-fin-fouling → skill:sop-cool-11): 이름이 비슷해도 앞 도구가 가리킨 그 노드를 읽게</a:t>
            </a:r>
          </a:p>
          <a:p>
            <a:r>
              <a:t>· 출처 링크 = 되짚을 길, 내용의 맞음 보장 아님 → 판본 · 인용 문장은 사람이 대조(작업 확인 카드의 원문 절)</a:t>
            </a:r>
          </a:p>
          <a:p>
            <a:r>
              <a:t>[다음] 활용 결과의 자리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열(활용 결과) → 가운데(이 길에서 같은 자리) → 오른쪽(교대에서 다시 쓰는 것) → 강조한 여섯째 줄</a:t>
            </a:r>
          </a:p>
          <a:p>
            <a:r>
              <a:t>· 조치 검토 결과: 후보별 판정 · 이유 · 출처 · 추가 확인 값 → 확인 · 미확인 · 제외를 섞지 않는 법</a:t>
            </a:r>
          </a:p>
          <a:p>
            <a:r>
              <a:t>· 작업 확인 카드: SOP 준비 · 금지 · 완료 조건 + 원문 절 → HI-01 절차를 원문과 대조</a:t>
            </a:r>
          </a:p>
          <a:p>
            <a:r>
              <a:t>· 점검 요청 · 다음 협의 안건: 관측 시각 · 확인 항목, 사실과 남은 확인의 구분 → 메모의 주장 vs 원천 사실</a:t>
            </a:r>
          </a:p>
          <a:p>
            <a:r>
              <a:t>· 명세 · 회귀: 출력 계약 + 정상 · 누락 · 오류 사례 → 네 영역 계약과 불일치 사례 검증</a:t>
            </a:r>
          </a:p>
          <a:p>
            <a:r>
              <a:t>· BPMN · ABC 실행 기록: 승인 · 시스템 실행 자리 → 열린 작업 · 예약 · 발주 중이 교대에 넘길 내용</a:t>
            </a:r>
          </a:p>
          <a:p>
            <a:r>
              <a:t>· 새 기술이 아니라 익힌 방법을 다른 업무 한 건에 옮겨 씀</a:t>
            </a:r>
          </a:p>
          <a:p>
            <a:r>
              <a:t>[다음] 빈 결과의 구별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왼쪽(비어 있는 이유) → 가운데(출력 모습) → 오른쪽(이렇게 적으면 틀림) → 강조한 넷째 줄</a:t>
            </a:r>
          </a:p>
          <a:p>
            <a:r>
              <a:t>· 연결 미적재: 조회 정상 · 후보 0행 → 「원인이 없다」로 적으면 틀림</a:t>
            </a:r>
          </a:p>
          <a:p>
            <a:r>
              <a:t>· 기준 값 없음 · 값이 오래됨: 보류(신선도 검사) → 원인 지어 넣기 · 지난 값을 지금 값처럼 쓰기 금지</a:t>
            </a:r>
          </a:p>
          <a:p>
            <a:r>
              <a:t>· 조회 실패(교대에서 가장 자주): 오류 응답과 실행한 조회를 남김 → 「업무 없음」이나 0으로 적으면 다음 근무자가 확인할 게 없다고 믿음</a:t>
            </a:r>
          </a:p>
          <a:p>
            <a:r>
              <a:t>· 수업 시스템 업무 규칙: 실패를 0이나 빈 값으로 바꿔 성공처럼 내지 않는다</a:t>
            </a:r>
          </a:p>
          <a:p>
            <a:r>
              <a:t>· 출처 관계 없음: 추천은 나오나 근거를 되짚을 길이 없음</a:t>
            </a:r>
          </a:p>
          <a:p>
            <a:r>
              <a:t>· 다섯 모두 「비었다」는 같고, 다음 사람이 볼 곳(적재 · 새 값 · 원천 연결)이 다름 → 이유를 그대로 남김</a:t>
            </a:r>
          </a:p>
          <a:p>
            <a:r>
              <a:t>[다음] 판단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상황(같은 시각 값으로 두 번 실행, 업무 값 조회 여부 · 설명 문장이 다름) → 보기 넷 → 20초</a:t>
            </a:r>
          </a:p>
          <a:p>
            <a:r>
              <a:t>· 정답 2: 후보 · 기준 · 읽어 온 값이 같은지 대조, 같으면 순서와 문장의 차이</a:t>
            </a:r>
          </a:p>
          <a:p>
            <a:r>
              <a:t>· 도구 호출 차례 · 설명 문장은 에이전트가 정하는 부분이라 실행마다 다를 수 있음(업무 값 조회는 스킬에 「필요하면」)</a:t>
            </a:r>
          </a:p>
          <a:p>
            <a:r>
              <a:t>· 후보 · 기준 · 값은 지식과 원천에서 옴, 순위의 업무 값은 평가 도구가 직접 읽어 같음</a:t>
            </a:r>
          </a:p>
          <a:p>
            <a:r>
              <a:t>· 오답: 1 정하지 않은 부분까지 의심해 판단을 버림, 3 같은 판단을 다른 답처럼 고름</a:t>
            </a:r>
          </a:p>
          <a:p>
            <a:r>
              <a:t>· 오답 4: 원인 · 기준이 그래프와 스킬 두 곳에 생겨 개정 때 어긋남 → 기준은 지식 한 곳, 에이전트는 읽기</a:t>
            </a:r>
          </a:p>
          <a:p>
            <a:r>
              <a:t>[다음] 둘째 단원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02 → 제목 → 부제</a:t>
            </a:r>
          </a:p>
          <a:p>
            <a:r>
              <a:t>· 같은 지식과 조회 도구를 교대 인수인계 한 건에 쓴다</a:t>
            </a:r>
          </a:p>
          <a:p>
            <a:r>
              <a:t>· 물음(처음 장면의 그 물음): 인수자는 무엇을 보고 인계 내용을 받아들이나</a:t>
            </a:r>
          </a:p>
          <a:p>
            <a:r>
              <a:t>· 물음: 무엇이 모자라면 다시 물어야 하나</a:t>
            </a:r>
          </a:p>
          <a:p>
            <a:r>
              <a:t>· 결과물이 조치가 아니라 근거와 확인이라는 점이 달라짐</a:t>
            </a:r>
          </a:p>
          <a:p>
            <a:r>
              <a:t>[다음] 두 처리 건 견주기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왼쪽(쿨러 처리 건) vs 강조한 오른쪽(교대 처리 건) → 줄마다 같은 항목 → 꼬리표</a:t>
            </a:r>
          </a:p>
          <a:p>
            <a:r>
              <a:t>· 시작: 경보 한 건 vs 사람이 넣는 넷(설비 · 교대 · 기준 시각 · 작업 메모)</a:t>
            </a:r>
          </a:p>
          <a:p>
            <a:r>
              <a:t>· 읽기: 같은 세 서버(지식 그래프 · 업무 DB · 판단 엔진 — 시계열은 판단 엔진의 조회 도구로 읽음), 교대는 조회 도구만 · 판단 카드 제출 도구 없음</a:t>
            </a:r>
          </a:p>
          <a:p>
            <a:r>
              <a:t>· 결과: 추천안 하나와 대안 vs 네 영역(설비 · 열린 작업지시 · 부품 · 작업 메모)의 확인과 근거</a:t>
            </a:r>
          </a:p>
          <a:p>
            <a:r>
              <a:t>· 제출 · 끝: 판단 제출 → 승인 뒤 명령 · 재관측 · 작업지시 vs 업무 시스템 쓰기 없음 → 인계자 검토 · 인수자 확인</a:t>
            </a:r>
          </a:p>
          <a:p>
            <a:r>
              <a:t>· 꼬리표: 조치를 실행 vs 확인을 전달, 업무 규칙: 인수인계는 조회와 전달, 설비 명령 · 발주 · 정비 완료를 실행하지 않음</a:t>
            </a:r>
          </a:p>
          <a:p>
            <a:r>
              <a:t>[다음] HI-01의 대조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위 세 줄(절차) → 가운데(원천에서 확인할 칸) → 오른쪽(남길 판정) → 강조한 넷째 줄</a:t>
            </a:r>
          </a:p>
          <a:p>
            <a:r>
              <a:t>· HI-01: 기존 쿨러 · 정비 · 구매 매뉴얼은 그대로 두고 더한 보충 문서, 조회 · 확인용 참고 절차(설비를 움직이는 조치 아님)</a:t>
            </a:r>
          </a:p>
          <a:p>
            <a:r>
              <a:t>· HI-01 설비 상태: 관측 시각 · 설비 식별 · 최근 값, 기준 시각과 조회 시각을 함께 → 관측 시각 없음 · 조회 실패는 확인 필요</a:t>
            </a:r>
          </a:p>
          <a:p>
            <a:r>
              <a:t>· HI-02 열린 작업지시: 식별자 · 상태 · 예정 · 완료시각 → 메모는 완료인데 열려 있으면 불일치 또는 확인 필요</a:t>
            </a:r>
          </a:p>
          <a:p>
            <a:r>
              <a:t>· HI-03 부품: on_hand · reserved · on_order를 따로, 입고 예정을 현재고에 합산하지 않음</a:t>
            </a:r>
          </a:p>
          <a:p>
            <a:r>
              <a:t>· HI-1.4: 인계 확인 = 다음 근무자가 전달 사항을 확인한 기록, 정비 완료 · 입고 · 발주 승인 아님</a:t>
            </a:r>
          </a:p>
          <a:p>
            <a:r>
              <a:t>· 모순된 기록은 한쪽을 지우지 않고 둘 다 근거와 함께 남김</a:t>
            </a:r>
          </a:p>
          <a:p>
            <a:r>
              <a:t>[다음] 출력 계약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위(handover_summary) → checks의 칸 → 아래 evidence → 오른쪽 짚을 점 넷(강조한 둘째)</a:t>
            </a:r>
          </a:p>
          <a:p>
            <a:r>
              <a:t>· 네 영역 equipment · work_orders · parts · work_notes를 한 번씩</a:t>
            </a:r>
          </a:p>
          <a:p>
            <a:r>
              <a:t>· 세 상태: observed(원천과 맞음) · needs_check(근거 모자람) · conflict(서로 다름)</a:t>
            </a:r>
          </a:p>
          <a:p>
            <a:r>
              <a:t>· 칸: finding(확인한 사실) · next_action(다음 근무자 할 일) · evidence_indices(근거 번호), evidence는 실제 도구 호출과 결과 40개 이하</a:t>
            </a:r>
          </a:p>
          <a:p>
            <a:r>
              <a:t>· 작업 메모 밖 영역이 근거 없이 observed · conflict → 제출 거절, 근거 없으면 needs_check만</a:t>
            </a:r>
          </a:p>
          <a:p>
            <a:r>
              <a:t>· 근거마다 이 작업의 성공한 호출과 맞아야 → 꾸민 근거 차단</a:t>
            </a:r>
          </a:p>
          <a:p>
            <a:r>
              <a:t>· 못 보는 것: 맞는 대상을 조회했나는 사람이 근거를 열어 봄 → 계약은 형식, 내용은 사람(명세 · 회귀와 같은 구조)</a:t>
            </a:r>
          </a:p>
          <a:p>
            <a:r>
              <a:t>[다음] 메모 한 장 대조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왼쪽(메모의 주장, 가정) → 가운데(원천 조회, 가정) → 오른쪽(상태 · 다음 확인) → 강조한 넷째 줄</a:t>
            </a:r>
          </a:p>
          <a:p>
            <a:r>
              <a:t>· 값은 수업용으로 정한 예</a:t>
            </a:r>
          </a:p>
          <a:p>
            <a:r>
              <a:t>· 설비: 「유온 경보 해소」, 최근 값 정상이나 관측 시각이 기준 시각 뒤 · 기준 시각 상태 복원 안 됨 → needs_check, 기준 시각 상태 확인</a:t>
            </a:r>
          </a:p>
          <a:p>
            <a:r>
              <a:t>· 작업지시: 「핀 세척 정비 완료」, 배정됨 · 완료시각 없음 → conflict, 두 근거 남김, 담당자에게 확인</a:t>
            </a:r>
          </a:p>
          <a:p>
            <a:r>
              <a:t>· 실제 수업 시스템의 교대 한 건도 이 경우를 conflict로 남기고 다음 확인을 적은 뒤 인수 확인으로 끝남</a:t>
            </a:r>
          </a:p>
          <a:p>
            <a:r>
              <a:t>· 부품: 「쿨러 코어 받아 둠」, 현재고 0 · 입고 예정 1 → conflict, 입고 기록 확인</a:t>
            </a:r>
          </a:p>
          <a:p>
            <a:r>
              <a:t>· 메모 자체는 쓴 사람의 주장으로 남기고 원천과 다른 두 곳을 짚음 → 영역마다 할 일이 구체적으로 정해짐</a:t>
            </a:r>
          </a:p>
          <a:p>
            <a:r>
              <a:t>[다음] 받아들일 근거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왼쪽(영역 · 상태) → 가운데(받아들일 근거) → 오른쪽(보완 질문) → 강조한 넷째 줄</a:t>
            </a:r>
          </a:p>
          <a:p>
            <a:r>
              <a:t>· 중심 물음의 답: 문장이 아니라 근거 번호가 가리키는 원천 조회를 보고 받아들임</a:t>
            </a:r>
          </a:p>
          <a:p>
            <a:r>
              <a:t>· 설비: 기준 시각과 함께 적힌 관측 시각 → 없으면 「이 값은 언제 관측했나」</a:t>
            </a:r>
          </a:p>
          <a:p>
            <a:r>
              <a:t>· 작업지시: 식별자 · 상태 · 완료시각 → 「열린 작업지시를 누구에게 확인하나」, 부품: 현재고 · 예약 · 입고 예정을 나눈 조회 → 뭉쳐 있으면 나눠 다시 적기</a:t>
            </a:r>
          </a:p>
          <a:p>
            <a:r>
              <a:t>· 불일치: 메모와 원천 두 근거 → 「어느 기록이 더 늦은 시각인가」(작업지시를 닫기 전 · 뒤 메모에 따라 다음 확인이 달라짐)</a:t>
            </a:r>
          </a:p>
          <a:p>
            <a:r>
              <a:t>· 확인 필요: 실패 응답이나 없는 이유 + 실행한 조회 → 「실패를 업무 없음으로 적지 않았나」</a:t>
            </a:r>
          </a:p>
          <a:p>
            <a:r>
              <a:t>· 모자라면 질문을 사유로 보완 요청 → 같은 처리 건에서 에이전트가 지금 상태를 다시 조회 · 인계자 재검토, 인수자는 대신 고쳐 쓰지 않고 정확히 묻는다</a:t>
            </a:r>
          </a:p>
          <a:p>
            <a:r>
              <a:t>[다음] 판단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상황(HYD-01 인계안의 작업지시 「열린 작업지시 없음」, 근거의 조회 대상은 HYD-02) → 보기 넷 → 20초</a:t>
            </a:r>
          </a:p>
          <a:p>
            <a:r>
              <a:t>· 정답 2: 대상 설비로 다시 조회해 달라는 사유를 적어 보완 요청</a:t>
            </a:r>
          </a:p>
          <a:p>
            <a:r>
              <a:t>· 근거는 실제 성공한 조회라 계약 검사는 통과, 그러나 HYD-01에 대해 아무것도 말해 주지 않음</a:t>
            </a:r>
          </a:p>
          <a:p>
            <a:r>
              <a:t>· 오답 1: 계약 검사 통과를 내용의 맞음으로 봄</a:t>
            </a:r>
          </a:p>
          <a:p>
            <a:r>
              <a:t>· 오답 3: 인수자 몫을 넘음, 인수자는 확인 · 보완의 결정과 사유만, 고쳐 쓰기는 초안 단계</a:t>
            </a:r>
          </a:p>
          <a:p>
            <a:r>
              <a:t>· 오답 4: 인수자에게 없는 선택지, 거절은 인계자 검토에만</a:t>
            </a:r>
          </a:p>
          <a:p>
            <a:r>
              <a:t>· 정리: 인계안의 근거는 계약으로 형식, 인수자가 원천을 열어 내용을 받아들이는 구조</a:t>
            </a:r>
          </a:p>
          <a:p>
            <a:r>
              <a:t>[다음] 셋째 단원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03 → 제목 → 부제</a:t>
            </a:r>
          </a:p>
          <a:p>
            <a:r>
              <a:t>· 에이전트가 낸 결과가 사람과 시스템을 거쳐 끝난 업무가 되는 구조를 되짚고, 교대 처리 건에 적용</a:t>
            </a:r>
          </a:p>
          <a:p>
            <a:r>
              <a:t>· 물음: 추천안 제출 뒤에 무엇이 남아 있었나</a:t>
            </a:r>
          </a:p>
          <a:p>
            <a:r>
              <a:t>· 물음: 처리 건이 닫힌 뒤에도 무엇이 남나</a:t>
            </a:r>
          </a:p>
          <a:p>
            <a:r>
              <a:t>· 추천안 뒤의 자리는 사람과 엔진이 맡는다</a:t>
            </a:r>
          </a:p>
          <a:p>
            <a:r>
              <a:t>[다음] 쿨러 처리 건의 일곱 자리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일곱 줄 위에서 아래로 → 가운데(맡는 쪽) → 오른쪽(남은 기록) → 강조한 둘째 줄</a:t>
            </a:r>
          </a:p>
          <a:p>
            <a:r>
              <a:t>· 경보 ALT-hyd01-0014-e0a1 11:13:08이 처리 건을 엶</a:t>
            </a:r>
          </a:p>
          <a:p>
            <a:r>
              <a:t>· 에이전트 자리는 진단 · 제안 하나: 냉각 긴급 대응 → 추천안 DEC-1010-002-408b</a:t>
            </a:r>
          </a:p>
          <a:p>
            <a:r>
              <a:t>· 운전원 승인(사람 작업, 11:14:56) → 엔진 → SCADA → PLC 냉각 명령 CMD-1010-0001-b94a DONE</a:t>
            </a:r>
          </a:p>
          <a:p>
            <a:r>
              <a:t>· 재관측은 화살표 반대(엔진 ← 시계열 DB): 유온 61.4 → 51.5 ℃ · 경보 해제</a:t>
            </a:r>
          </a:p>
          <a:p>
            <a:r>
              <a:t>· 작업지시 WO-1010-C058(CMMS) → 결과 정상 보고 · 끝</a:t>
            </a:r>
          </a:p>
          <a:p>
            <a:r>
              <a:t>· 추천안이 나온 순간 = 앞부분을 지난 때, 작업지시에 판단 번호가 있어 작업지시 한 장에서 판단 근거까지 거슬러 감</a:t>
            </a:r>
          </a:p>
          <a:p>
            <a:r>
              <a:t>[다음] 넘겨지는 차례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다섯 단계 왼쪽부터 → 강조한 다섯째 단계</a:t>
            </a:r>
          </a:p>
          <a:p>
            <a:r>
              <a:t>· 제출: 출력 계약대로 decision, 단계는 SUBMITTED, 에이전트의 일은 여기까지</a:t>
            </a:r>
          </a:p>
          <a:p>
            <a:r>
              <a:t>· 엔진이 이어받음: 선언한 출력만 변수로 합치고 운전원 승인 단계를 엶 → 다음 차례를 여는 쪽은 엔진</a:t>
            </a:r>
          </a:p>
          <a:p>
            <a:r>
              <a:t>· 사람의 결정: 승인 · 고른 조치 · 역할을 서버가 채움 → 에이전트가 「승인됨」을 써 넣을 수 없음</a:t>
            </a:r>
          </a:p>
          <a:p>
            <a:r>
              <a:t>· 승인 기록: 접수 기록 다음에 전달 기록</a:t>
            </a:r>
          </a:p>
          <a:p>
            <a:r>
              <a:t>· 명령 단계: 전달이 끝난 뒤에만 냉각 명령이 열림</a:t>
            </a:r>
          </a:p>
          <a:p>
            <a:r>
              <a:t>· 기억할 둘: 에이전트는 계약대로 내면 끝, 사람의 결정은 서버가 기록 → 교대에서도 엔진이 차례를 열고 두 사람의 결정을 서버가 기록</a:t>
            </a:r>
          </a:p>
          <a:p>
            <a:r>
              <a:t>[다음] 세 결말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세 줄(결말) → 가운데(시스템 실행 · 끝) → 오른쪽(새로 붙인 칸, 다음 근무자에게 남는 확인) → 강조한 첫째 줄</a:t>
            </a:r>
          </a:p>
          <a:p>
            <a:r>
              <a:t>· 승인 · 회복 확인: 명령 · 재관측 · 작업지시 등록, E_end · 결과 정상 → 핀 세척 작업지시는 등록일 뿐 정비는 아직</a:t>
            </a:r>
          </a:p>
          <a:p>
            <a:r>
              <a:t>· 거절: 설비 명령 0건, E_rejected · 결과 값 반려 → 경보의 원인은 그대로, 거절 사유를 전함</a:t>
            </a:r>
          </a:p>
          <a:p>
            <a:r>
              <a:t>· 응답 없음: 기한 10분 뒤 승인 지연 알림만, 처리 건은 닫히지 않음(자동 승인 · 취소 없음) → 승인 대기 중인 처리 건 자체를 넘김</a:t>
            </a:r>
          </a:p>
          <a:p>
            <a:r>
              <a:t>· 세 경우 모두 처리 건의 끝 ≠ 업무의 끝</a:t>
            </a:r>
          </a:p>
          <a:p>
            <a:r>
              <a:t>· 오른쪽 열 = 교대 인계안이 담아야 할 내용</a:t>
            </a:r>
          </a:p>
          <a:p>
            <a:r>
              <a:t>[다음] ABC 실행 기록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세 줄(업무 · 승인자) → 가운데(승인 뒤 시스템 실행) → 오른쪽(교대에 넘길 확인) → 강조한 넷째 줄</a:t>
            </a:r>
          </a:p>
          <a:p>
            <a:r>
              <a:t>· A 냉각 대응 · 운전원: PLC 명령 · 재관측 · 작업지시(CMMS) → 작업지시 등록 ≠ 정비 완료</a:t>
            </a:r>
          </a:p>
          <a:p>
            <a:r>
              <a:t>· B 정기 점검 · 설비보전팀장: 정비 오더(CMMS) · 생산팀 공지 → 정비 예정 시간과 실제 정비 여부</a:t>
            </a:r>
          </a:p>
          <a:p>
            <a:r>
              <a:t>· C 재고 보충 · 구매 담당: ERP 발주 · 공급사 통지 · 입고 확인 → 수업 시스템은 입고를 바로 반영하나 실제 배송과 다름, 발주 중과 입고 완료를 나눈 수량</a:t>
            </a:r>
          </a:p>
          <a:p>
            <a:r>
              <a:t>· C 시작 값: 현재고 3 · 정비 예약 2 · 발주 중 0 · 가용 1, 재주문점 2보다 적어 목표 재고 7까지 6개 필요</a:t>
            </a:r>
          </a:p>
          <a:p>
            <a:r>
              <a:t>· 현재고 · 예약 · 발주 중은 다른 칸 → 부품 영역에서 한 수로 합치지 않고 이름 그대로 넘김</a:t>
            </a:r>
          </a:p>
          <a:p>
            <a:r>
              <a:t>[다음] COMPLETED가 말하지 않는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다섯 처리 건 → 가운데(상태 · 끝 이벤트 · 결과) → 오른쪽(업무에 남은 것) → 강조한 다섯째 줄</a:t>
            </a:r>
          </a:p>
          <a:p>
            <a:r>
              <a:t>· 다섯 모두 COMPLETED: A 승인도 A 거절도 같음 → 상태 값은 흐름이 끝났다는 것만</a:t>
            </a:r>
          </a:p>
          <a:p>
            <a:r>
              <a:t>· 무엇으로 끝났나: 끝 이벤트(E_end · E_rejected)와 결과 보고(정상 · 반려), 반려 = 거절했을 때 결과 보고에 남는 기록 값</a:t>
            </a:r>
          </a:p>
          <a:p>
            <a:r>
              <a:t>· B · C 거절 뒤: 정기 점검 도래 · 재고 보충 필요 표시가 켜진 채 → 업무 쪽은 끝나지 않음</a:t>
            </a:r>
          </a:p>
          <a:p>
            <a:r>
              <a:t>· 교대 인수 확인: COMPLETED · 인수 확인 기록 완료, 열린 작업지시 · 입고 예정은 그대로(업무 시스템 쓰기 단계 없음)</a:t>
            </a:r>
          </a:p>
          <a:p>
            <a:r>
              <a:t>· 결과 읽기의 세 곳: 상태 값, 끝 이벤트 · 결과 보고, 업무 쪽에 남은 표시 → COMPLETED를 성공 · 업무 완료로 읽으면 확인할 일을 놓침</a:t>
            </a:r>
          </a:p>
          <a:p>
            <a:r>
              <a:t>[다음] 넷째 단원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04 → 제목 → 부제</a:t>
            </a:r>
          </a:p>
          <a:p>
            <a:r>
              <a:t>· 장치: 에이전트 · 스킬 · MCP · 명세와 시나리오 · BPMN 정의와 인스턴스 · 작업 담당 · 승인 · 시스템 작업</a:t>
            </a:r>
          </a:p>
          <a:p>
            <a:r>
              <a:t>· 물음: 쿨러에서 맡던 일을 교대에서는 어떻게 나눠 맡나</a:t>
            </a:r>
          </a:p>
          <a:p>
            <a:r>
              <a:t>· 물음: 제공된 교대 흐름에서 무엇을 바꿀 수 있고 무엇을 지키나</a:t>
            </a:r>
          </a:p>
          <a:p>
            <a:r>
              <a:t>· 에이전트 쪽 장치와 프로세스 쪽 장치를 나눠 본다</a:t>
            </a:r>
          </a:p>
          <a:p>
            <a:r>
              <a:t>[다음] 두 처리 건의 장치 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왼쪽(장치) 위 네 줄 에이전트 쪽 · 아래 다섯 줄 프로세스 쪽 → 가운데(쿨러) vs 오른쪽(교대) → 강조한 여덟째 줄과 맨 아래 줄</a:t>
            </a:r>
          </a:p>
          <a:p>
            <a:r>
              <a:t>· 에이전트 실행: 냉각 긴급 대응 → 추천안 vs 실습에서 직접 구성하는 인계 에이전트 → 인계안</a:t>
            </a:r>
          </a:p>
          <a:p>
            <a:r>
              <a:t>· 스킬: 진단 → 평가 → 제출 순서 vs 네 영역 대조 · 상태 판정 기준, MCP: 제안 제출 포함 vs 같은 세 서버의 조회만</a:t>
            </a:r>
          </a:p>
          <a:p>
            <a:r>
              <a:t>· 명세 · 시나리오: 추천안 계약 · 거절 시나리오 vs 인계안 계약 · 불일치 시나리오</a:t>
            </a:r>
          </a:p>
          <a:p>
            <a:r>
              <a:t>· BPMN 정의 c3_cooling vs ShiftHandover 별도 판본, 인스턴스: 경보 한 건 vs 시작 폼 네 입력, 작업 담당: 에이전트 · 운전원 · 시스템 vs 에이전트 · 인계자 · 인수자</a:t>
            </a:r>
          </a:p>
          <a:p>
            <a:r>
              <a:t>· HITL: 운전원 승인 · 거절 하나 vs 인계자 검토 · 인수자 확인 둘, 시스템 작업: 명령 · 재관측 · 작업지시 vs 없음</a:t>
            </a:r>
          </a:p>
          <a:p>
            <a:r>
              <a:t>· 요약: 쿨러는 승인한 조치를 시스템이 실행, 교대는 모은 근거를 두 사람이 확인</a:t>
            </a:r>
          </a:p>
          <a:p>
            <a:r>
              <a:t>[다음] 제공 흐름의 차례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왼쪽(지금 차례) → 가운데(결정) → 오른쪽(다음 차례) → 강조한 셋째 · 넷째 줄</a:t>
            </a:r>
          </a:p>
          <a:p>
            <a:r>
              <a:t>· 인계 요청(설비 · 교대 · 기준 시각 · 작업 메모) → 인계안 작성(에이전트) → 초안과 근거 제출 → 인계자 검토</a:t>
            </a:r>
          </a:p>
          <a:p>
            <a:r>
              <a:t>· 인계자: approve → 인수자 확인, revise → 보완 초안, reject → 인계 거절 기록(끝)</a:t>
            </a:r>
          </a:p>
          <a:p>
            <a:r>
              <a:t>· 인수자: confirm → 인수 확인 기록 완료(끝), revise → 보완 초안</a:t>
            </a:r>
          </a:p>
          <a:p>
            <a:r>
              <a:t>· 보완 1 · 2: 사유를 받아 지금 상태를 다시 조회, 앞 초안 결과를 그대로 다시 쓰지 않음, 매번 인계자 검토 · 인수자 확인이 다시 따라옴</a:t>
            </a:r>
          </a:p>
          <a:p>
            <a:r>
              <a:t>· 보완 2 뒤의 revise: 더 돌지 않고 후속 확인 필요 · 인수 미확정(끝) → 확인 못 한 채 끝났다는 사실을 끝 이벤트로 남김</a:t>
            </a:r>
          </a:p>
          <a:p>
            <a:r>
              <a:t>· 끝은 셋: 확인 · 거절 · 후속 확인 필요</a:t>
            </a:r>
          </a:p>
          <a:p>
            <a:r>
              <a:t>[다음] 사람의 결정이 남는 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세 묶음(인계자 검토 · 인수자 확인 · 보완 초안) → 오른쪽 짚을 점 넷(강조한 셋째)</a:t>
            </a:r>
          </a:p>
          <a:p>
            <a:r>
              <a:t>· 인계자: sender_decision approve · revise · reject, sender_notes 필수</a:t>
            </a:r>
          </a:p>
          <a:p>
            <a:r>
              <a:t>· 인수자: receiver_decision confirm · revise, receiver_notes 필수, confirm이면 communication_only true 필수</a:t>
            </a:r>
          </a:p>
          <a:p>
            <a:r>
              <a:t>· 동의 없으면 시스템이 거절: 「인계 확인은 설비 조치, 발주, 정비 완료가 아님을 확인하라」</a:t>
            </a:r>
          </a:p>
          <a:p>
            <a:r>
              <a:t>· 보완 초안: 두 사람의 notes가 입력, 필요한 지금 상태를 다시 조회</a:t>
            </a:r>
          </a:p>
          <a:p>
            <a:r>
              <a:t>· 짚을 점: 거절은 인계자 검토에만, 사유가 있어야 다음 초안이 고칠 곳을 앎(보완 질문이 여기 들어감)</a:t>
            </a:r>
          </a:p>
          <a:p>
            <a:r>
              <a:t>· 전달 확인: 확인을 누른 순간 작업지시가 닫히거나 부품이 들어오지 않음을 결정하는 사람이 한 번 더 확인하게 하는 장치, 보완 때 앞 조회 결과를 지금 상태로 쓰지 않음</a:t>
            </a:r>
          </a:p>
          <a:p>
            <a:r>
              <a:t>[다음] 바꿀 것 · 유지할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왼쪽(바꿀 수 있는 것) vs 강조한 오른쪽(유지하는 것) → 꼬리표(표시 · 배정/구조 · 권한)</a:t>
            </a:r>
          </a:p>
          <a:p>
            <a:r>
              <a:t>· 실습: bpmn.io에서 손보고 포털에 판본으로 등록</a:t>
            </a:r>
          </a:p>
          <a:p>
            <a:r>
              <a:t>· 바꿀 수 있음: 작업 표시 이름 · 그림 배치, 흐름 이름, 세 초안 단계에 배정할 자기 에이전트 → 별도 판본</a:t>
            </a:r>
          </a:p>
          <a:p>
            <a:r>
              <a:t>· 유지: 흐름 ID ShiftHandover · 작업 · 연결 · 분기 조건, 시작 입력 넷, 쓰기 도구 · 시스템 작업 없음, 임의 코드의 자동 연결 없음</a:t>
            </a:r>
          </a:p>
          <a:p>
            <a:r>
              <a:t>· 말로만 정한 규칙 아님: 등록 때 제공 흐름과 구조를 비교해 이름만 다르고 구조가 같은 판본만 받음, 매핑도 흐름 이름 · 세 초안 단계 에이전트만 바뀌었는지 검사</a:t>
            </a:r>
          </a:p>
          <a:p>
            <a:r>
              <a:t>· 결과: 학생마다 표시 이름은 달라도 검토 · 보완 경로와 시작 입력은 같음, 인수 확인이 정비 · 발주로 바뀌는 길이 생기지 않음</a:t>
            </a:r>
          </a:p>
          <a:p>
            <a:r>
              <a:t>[다음] 불일치 시나리오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Given · When · Then 차례 → 오른쪽 짚을 점 넷(강조한 둘째)</a:t>
            </a:r>
          </a:p>
          <a:p>
            <a:r>
              <a:t>· 실전 실습의 방법: 기대 결과를 먼저 정하고 판정 코드로 검사</a:t>
            </a:r>
          </a:p>
          <a:p>
            <a:r>
              <a:t>· Given: 메모에 「쿨러 핀 세척 정비 완료」, 그 설비 작업지시는 배정됨 · 완료시각 없음, When: 인계안 작성</a:t>
            </a:r>
          </a:p>
          <a:p>
            <a:r>
              <a:t>· Then 넷: 작업지시 영역 conflict, 메모와 작업지시 조회를 모두 근거로, 다음 근무자가 확인할 작업지시, 작업지시를 닫는 호출 없음</a:t>
            </a:r>
          </a:p>
          <a:p>
            <a:r>
              <a:t>· Given = 명세의 입력 계약처럼 상태를 먼저 정함, Then은 상태 · 근거 · 다음 확인을 검사하고 문장 표현은 달라도 됨</a:t>
            </a:r>
          </a:p>
          <a:p>
            <a:r>
              <a:t>· 회귀: 원천이 메모와 같은 사례도 함께 → 일치를 observed로 남기나, 멀쩡한 경우를 불일치로 만들지 않나</a:t>
            </a:r>
          </a:p>
          <a:p>
            <a:r>
              <a:t>· 실제 수업 시스템의 교대 한 건도 이 경우를 conflict로 남긴 뒤 인수 확인</a:t>
            </a:r>
          </a:p>
          <a:p>
            <a:r>
              <a:t>[다음] 기대와 다를 때 볼 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왼쪽(드러난 증상) → 가운데(먼저 볼 곳) → 오른쪽(영역) → 강조한 다섯째 줄</a:t>
            </a:r>
          </a:p>
          <a:p>
            <a:r>
              <a:t>· 근거에 HI-01 절이 안 나옴 → 보충 매뉴얼 검토 · 적재와 출처 연결(지식)</a:t>
            </a:r>
          </a:p>
          <a:p>
            <a:r>
              <a:t>· 입고 예정이 현재고로 적힘 → 스킬과 지침의 대조 기준(에이전트)</a:t>
            </a:r>
          </a:p>
          <a:p>
            <a:r>
              <a:t>· 근거가 실제 호출과 안 맞아 제출 거절 → 출력 계약과 이 작업의 도구 호출 기록(에이전트)</a:t>
            </a:r>
          </a:p>
          <a:p>
            <a:r>
              <a:t>· 초안 단계에서 다른 에이전트가 돎 → 판본의 세 초안 단계 배정(프로세스)</a:t>
            </a:r>
          </a:p>
          <a:p>
            <a:r>
              <a:t>· 보완 두 번 뒤에도 미확정 → 보완 사유가 구체적이었나, 다시 조회한 원천이 무엇을 보였나(사람 · 프로세스)</a:t>
            </a:r>
          </a:p>
          <a:p>
            <a:r>
              <a:t>· 증상으로 영역을 먼저 좁히면 에이전트 문장부터 고치다 원인을 놓치는 일이 줆, 그다음 처리 건 기록을 따라감</a:t>
            </a:r>
          </a:p>
          <a:p>
            <a:r>
              <a:t>[다음] 실습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구분 → 제목</a:t>
            </a:r>
          </a:p>
          <a:p>
            <a:r>
              <a:t>· 목적: 교대 인수인계 한 건의 문제를 정한다</a:t>
            </a:r>
          </a:p>
          <a:p>
            <a:r>
              <a:t>· 입력: 대상 설비 · 인계할 교대 · 기준 시각 · 전달받은 작업 메모, HI-01 기준에 맞춤</a:t>
            </a:r>
          </a:p>
          <a:p>
            <a:r>
              <a:t>· 이어 확인할 것: 설비 상태 · 열린 작업 · 부품 · 작업 메모, A · B · C 기록을 다시 실행하지 않음</a:t>
            </a:r>
          </a:p>
          <a:p>
            <a:r>
              <a:t>· 완료 조건을 먼저 정해야 인계안 판정 기준이 섬</a:t>
            </a:r>
          </a:p>
          <a:p>
            <a:r>
              <a:t>[다음] 입력과 완료 조건 카드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 → 꼬리표 → 강조한 셋째 카드</a:t>
            </a:r>
          </a:p>
          <a:p>
            <a:r>
              <a:t>· 입력: 대상 설비 · 인계할 교대 · 기준 시각 · 작업 메모(HI-01 기준)</a:t>
            </a:r>
          </a:p>
          <a:p>
            <a:r>
              <a:t>· 이어 확인할 것: 설비 상태 · 열린 작업 · 부품 · 작업 메모, ABC 기록과 별개인 교대 한 건</a:t>
            </a:r>
          </a:p>
          <a:p>
            <a:r>
              <a:t>· 완료 조건: 주장마다 근거, 불일치와 확인할 일이 남음, 인계자 검토 · 인수자 확인 기록</a:t>
            </a:r>
          </a:p>
          <a:p>
            <a:r>
              <a:t>· 앞 이론과의 연결: 네 영역 · 세 상태 계약, 받아들일 근거와 보완 질문</a:t>
            </a:r>
          </a:p>
          <a:p>
            <a:r>
              <a:t>· 판정 기준이 먼저 서야 뒤 실습의 인계안을 맞다 · 틀리다로 가름</a:t>
            </a:r>
          </a:p>
          <a:p>
            <a:r>
              <a:t>[다음] 실습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구분 → 제목</a:t>
            </a:r>
          </a:p>
          <a:p>
            <a:r>
              <a:t>· 목적: 인계의 기준이 될 보충 매뉴얼 HI-01을 지식에 더한다</a:t>
            </a:r>
          </a:p>
          <a:p>
            <a:r>
              <a:t>· 강사 코드로 교대 실습이 열리면 제공 HI-01을 고름</a:t>
            </a:r>
          </a:p>
          <a:p>
            <a:r>
              <a:t>· 같은 문서 · 같은 조건의 추출 재사용(시간 절약) ≠ 사람의 검토 · 적재(여전히 사람 몫)</a:t>
            </a:r>
          </a:p>
          <a:p>
            <a:r>
              <a:t>· 더한 절차가 이후 인계안의 확인 기준</a:t>
            </a:r>
          </a:p>
          <a:p>
            <a:r>
              <a:t>[다음] 검토 · 적재 카드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꼬리표 → 강조한 넷째 카드</a:t>
            </a:r>
          </a:p>
          <a:p>
            <a:r>
              <a:t>· 입력: 강사 코드로 열린 교대 실습, 제공 HI-01 보충 매뉴얼</a:t>
            </a:r>
          </a:p>
          <a:p>
            <a:r>
              <a:t>· 검토: 추출 후보의 절차 · 조건 · 근거를 원문과 하나씩 대조</a:t>
            </a:r>
          </a:p>
          <a:p>
            <a:r>
              <a:t>· 확인: 지식 지도에서 새 항목의 식별자와 문서 · 판본 · 절 연결(출처 연결)</a:t>
            </a:r>
          </a:p>
          <a:p>
            <a:r>
              <a:t>· 성공 기준: 검토한 항목만 추가, 기존 세 문서(쿨러 · 정비 · 구매)는 그대로, 인계안의 확인 기준으로 씀</a:t>
            </a:r>
          </a:p>
          <a:p>
            <a:r>
              <a:t>· 앞 이론과의 연결: HI-01 · HI-02 · HI-03 · HI-1.4, 근거에 절이 안 나오면 이 적재와 출처부터 봄</a:t>
            </a:r>
          </a:p>
          <a:p>
            <a:r>
              <a:t>[다음] 실습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구분 → 제목</a:t>
            </a:r>
          </a:p>
          <a:p>
            <a:r>
              <a:t>· 목적: 원천을 대조하는 인계 에이전트와 스킬을 만든다</a:t>
            </a:r>
          </a:p>
          <a:p>
            <a:r>
              <a:t>· 도구는 허용된 설비 · 정비 · ERP 읽기뿐, 쓰기 · 설비 조치 도구 없음</a:t>
            </a:r>
          </a:p>
          <a:p>
            <a:r>
              <a:t>· 로컬 랩에서 익힌 출처 · 질문 · 검증 방법을 그대로 씀</a:t>
            </a:r>
          </a:p>
          <a:p>
            <a:r>
              <a:t>· 로컬에서 만든 코드가 포털 작업에 자동으로 붙지 않음</a:t>
            </a:r>
          </a:p>
          <a:p>
            <a:r>
              <a:t>[다음] 에이전트 · 스킬 카드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꼬리표 → 강조한 넷째 카드</a:t>
            </a:r>
          </a:p>
          <a:p>
            <a:r>
              <a:t>· 도구: 허용된 설비 · 정비 · ERP 읽기 도구, 쓰기 · 설비 조치 도구 없음(조회 범위)</a:t>
            </a:r>
          </a:p>
          <a:p>
            <a:r>
              <a:t>· 대조: 관측 시각 · 열린 작업지시 · 재고 · 예약 · 발주 중 수량 · 작업 메모(네 영역)</a:t>
            </a:r>
          </a:p>
          <a:p>
            <a:r>
              <a:t>· 차이 처리: 완료 주장과 원천이 다르면 두 근거와 확인할 질문을 남김(불일치)</a:t>
            </a:r>
          </a:p>
          <a:p>
            <a:r>
              <a:t>· 검증: 결과 문장마다 원천 기록과 비교, 모자라면 지침 보완</a:t>
            </a:r>
          </a:p>
          <a:p>
            <a:r>
              <a:t>· 앞 이론과의 연결: 입고 예정을 현재고로 적으면 스킬 · 지침의 대조 기준부터 봄</a:t>
            </a:r>
          </a:p>
          <a:p>
            <a:r>
              <a:t>[다음] 실습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구분 → 제목</a:t>
            </a:r>
          </a:p>
          <a:p>
            <a:r>
              <a:t>· 목적: 제공 교대 흐름을 판본으로 등록하고 한 건을 끝까지 실행</a:t>
            </a:r>
          </a:p>
          <a:p>
            <a:r>
              <a:t>· bpmn.io에서 표시 이름 · 배치만 정리, 시작 입력 · 검토 · 보완 분기는 그대로</a:t>
            </a:r>
          </a:p>
          <a:p>
            <a:r>
              <a:t>· 세 초안 단계에 자기 에이전트 배정 → 등록 → 설비 · 교대 정보로 시작</a:t>
            </a:r>
          </a:p>
          <a:p>
            <a:r>
              <a:t>· 인수 확인을 정비 · 발주 완료로 바꾸지 않음</a:t>
            </a:r>
          </a:p>
          <a:p>
            <a:r>
              <a:t>[다음] 등록에서 인수 확인까지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여섯 칸 왼쪽부터 → 강조한 여섯째 칸</a:t>
            </a:r>
          </a:p>
          <a:p>
            <a:r>
              <a:t>· 흐름 정리: 표시 이름 · 배치만, 입력 · 검토 · 보완 분기 유지(구조 검사)</a:t>
            </a:r>
          </a:p>
          <a:p>
            <a:r>
              <a:t>· 판본 등록: 세 초안 단계에 자기 에이전트 배정, 시작: 설비 · 교대 정보 입력 → 초안과 근거 생성</a:t>
            </a:r>
          </a:p>
          <a:p>
            <a:r>
              <a:t>· 검토 · 설명: 원천과 대조하고 인수자에게 근거 · 남은 일을 설명</a:t>
            </a:r>
          </a:p>
          <a:p>
            <a:r>
              <a:t>· 보완: 실제로 보완할 내용이 있을 때만, 같은 처리 건에서 재검토</a:t>
            </a:r>
          </a:p>
          <a:p>
            <a:r>
              <a:t>· 인수 · 저장: 정비 · 발주 완료가 아님, 최종 인계안 · 근거 · 확인 기록 저장</a:t>
            </a:r>
          </a:p>
          <a:p>
            <a:r>
              <a:t>[다음] ProcessGPT 시연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구분 → 제목</a:t>
            </a:r>
          </a:p>
          <a:p>
            <a:r>
              <a:t>· 교대 한 건을 직접 끝까지 처리한 뒤 같은 구조가 실제 제품에서 어떻게 보이는지 확인</a:t>
            </a:r>
          </a:p>
          <a:p>
            <a:r>
              <a:t>· 시연 전에 무엇을 대어 볼지 두 장으로 준비</a:t>
            </a:r>
          </a:p>
          <a:p>
            <a:r>
              <a:t>· 하나는 구조의 이름 대응, 하나는 통제와 실행 기록의 자리</a:t>
            </a:r>
          </a:p>
          <a:p>
            <a:r>
              <a:t>· 본 것과 확인 못 한 것을 가를 준비</a:t>
            </a:r>
          </a:p>
          <a:p>
            <a:r>
              <a:t>[다음] 제품에서 불리는 이름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왼쪽(교대 실습에서) → 가운데(ProcessGPT에서) → 오른쪽(시연에서 확인할 것) → 강조한 넷째 줄</a:t>
            </a:r>
          </a:p>
          <a:p>
            <a:r>
              <a:t>· ProcessGPT: BPMN으로 업무 흐름을 표현하고 여러 에이전트 일을 순서대로 조율하는 오픈소스 프로젝트(개발사 공개 소개 기준)</a:t>
            </a:r>
          </a:p>
          <a:p>
            <a:r>
              <a:t>· 수업 엔진은 제품을 설치한 것이 아니라 구조를 참고해 직접 구현</a:t>
            </a:r>
          </a:p>
          <a:p>
            <a:r>
              <a:t>· ShiftHandover 판본 = 프로세스 정의 · 정의 버전, 교대 처리 건 = 프로세스 인스턴스, 단계 = 워크아이템</a:t>
            </a:r>
          </a:p>
          <a:p>
            <a:r>
              <a:t>· 인계자 · 인수자의 차례 = 사람에게 맡겨진 워크아이템이 모이는 작업함</a:t>
            </a:r>
          </a:p>
          <a:p>
            <a:r>
              <a:t>· 인계 에이전트 = 사용자 목록의 에이전트, 조회 도구 = 조직 단위 MCP 서버, 보충 매뉴얼 지식 = 지식 그래프 · 문서 검색 구성</a:t>
            </a:r>
          </a:p>
          <a:p>
            <a:r>
              <a:t>· 볼 것: 정의와 실행 건이 갈리는 곳, 지금 누구의 차례, 사람 작업이 놓이는 곳 → 이름은 달라도 같은 질문</a:t>
            </a:r>
          </a:p>
          <a:p>
            <a:r>
              <a:t>[다음] 통제와 실행 기록의 자리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왼쪽(통제) → 가운데(교대 실습에서 본 자리) → 오른쪽(제품에서 확인할 것) → 강조한 첫째 줄</a:t>
            </a:r>
          </a:p>
          <a:p>
            <a:r>
              <a:t>· 사람의 확인: 인계자 검토 · 인수자 확인 단계 → 사람 작업이 흐름 어디에 놓이나</a:t>
            </a:r>
          </a:p>
          <a:p>
            <a:r>
              <a:t>· 권한: 역할별 선택지, 수업에서는 역할을 화면에서 고름 → 기업에서는 접속한 신원과 권한의 연결을 봄</a:t>
            </a:r>
          </a:p>
          <a:p>
            <a:r>
              <a:t>· 실행 기록: 처리 건 이벤트 · 근거 번호 · 보완 사유 → 누가 무엇을 결정했는지 남는 곳</a:t>
            </a:r>
          </a:p>
          <a:p>
            <a:r>
              <a:t>· 실행 격리: 인계 에이전트는 조회 도구만, 변경 통제: 구조 검사를 통과한 판본만 등록 → 정의 버전과 진행 중인 건</a:t>
            </a:r>
          </a:p>
          <a:p>
            <a:r>
              <a:t>· 구현 경계(가장 중요): 제품 소개의 기능 ≠ 우리 환경에서 검증한 기능, 본 것은 본 것대로 · 못 본 것은 미확인</a:t>
            </a:r>
          </a:p>
          <a:p>
            <a:r>
              <a:t>[다음] 시연에서 볼 연결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꼬리표 → 강조한 넷째 카드</a:t>
            </a:r>
          </a:p>
          <a:p>
            <a:r>
              <a:t>· 지식 · 에이전트: 지식 조회와 에이전트 판단이 어느 작업에서 일어나나(판단)</a:t>
            </a:r>
          </a:p>
          <a:p>
            <a:r>
              <a:t>· 사람 · 프로세스: 사람 작업이 놓인 자리와 다음 차례를 여는 쪽(차례)</a:t>
            </a:r>
          </a:p>
          <a:p>
            <a:r>
              <a:t>· 정의 · 인스턴스 · 작업함: 교대 실습의 판본 · 처리 건과 견줌(대응)</a:t>
            </a:r>
          </a:p>
          <a:p>
            <a:r>
              <a:t>· 통제 · 기록: 업무 통제와 실행 기록이 남는 곳, 확인 못 한 것은 미확인(경계)</a:t>
            </a:r>
          </a:p>
          <a:p>
            <a:r>
              <a:t>· 한 건 안에서 네 가지가 이어지는 모습을 봄</a:t>
            </a:r>
          </a:p>
          <a:p>
            <a:r>
              <a:t>[다음] 실습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구분 → 제목</a:t>
            </a:r>
          </a:p>
          <a:p>
            <a:r>
              <a:t>· 목적: 지금까지의 결과를 Notion 학습노트에 기록</a:t>
            </a:r>
          </a:p>
          <a:p>
            <a:r>
              <a:t>· 핵심 개념(지식 · 판단 · 승인 · 인계 확인)을 자기 문장으로</a:t>
            </a:r>
          </a:p>
          <a:p>
            <a:r>
              <a:t>· 인계안 · 흐름 판본 · 처리 건과 조회 근거 · HI-01 절을 연결</a:t>
            </a:r>
          </a:p>
          <a:p>
            <a:r>
              <a:t>· 기록은 수업 환경에서 되면 MCP로, 아니면 작성한 Markdown을 직접 붙임</a:t>
            </a:r>
          </a:p>
          <a:p>
            <a:r>
              <a:t>[다음] 학습노트 카드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꼬리표 → 강조한 넷째 카드</a:t>
            </a:r>
          </a:p>
          <a:p>
            <a:r>
              <a:t>· 개념: 핵심 개념을 자기 문장으로(이해)</a:t>
            </a:r>
          </a:p>
          <a:p>
            <a:r>
              <a:t>· 결과 · 근거: 인계안 · 처리 건, 조회 근거 · 원문(산출물)</a:t>
            </a:r>
          </a:p>
          <a:p>
            <a:r>
              <a:t>· 다시 쓸 연결: 조회 · 판단 · 검토 · 실행 확인에 쓴 자료와 산출물을 이음 → 나중에 다시 찾아 씀(재사용)</a:t>
            </a:r>
          </a:p>
          <a:p>
            <a:r>
              <a:t>· 기록 방법: MCP 반영 또는 Markdown</a:t>
            </a:r>
          </a:p>
          <a:p>
            <a:r>
              <a:t>· 과정이 끝난 뒤에도 쓰려면 개념 · 결과 · 근거가 서로 이어져 있어야 함</a:t>
            </a:r>
          </a:p>
          <a:p>
            <a:r>
              <a:t>[다음] 복습 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왼쪽(교대 한 건의 순간) 먼저, 가운데 · 오른쪽은 가린 채 묻기 → 하나씩 열기 → 강조한 다섯째 줄</a:t>
            </a:r>
          </a:p>
          <a:p>
            <a:r>
              <a:t>· HI-01 절차를 원문과 대조해 추가 → 지식(사람이 검토 · 적재한 절차와 출처)</a:t>
            </a:r>
          </a:p>
          <a:p>
            <a:r>
              <a:t>· 작업지시 상태를 읽어 메모와 대조 → 에이전트(도구로 읽은 원천 값을 기준에 댄 판단)</a:t>
            </a:r>
          </a:p>
          <a:p>
            <a:r>
              <a:t>· 인계자 승인 → 인수자 확인이 열림 → 프로세스(단계 순서는 엔진이 지킴)</a:t>
            </a:r>
          </a:p>
          <a:p>
            <a:r>
              <a:t>· 보완 초안이 지금 상태를 다시 조회 → 에이전트(업무 규칙과 스킬 지침)</a:t>
            </a:r>
          </a:p>
          <a:p>
            <a:r>
              <a:t>· 헷갈리는 다섯째: 인수 확인 뒤에도 작업지시가 열린 채 → 프로세스 설계(업무 시스템 쓰기 단계 없음, 확인은 전달 기록)</a:t>
            </a:r>
          </a:p>
          <a:p>
            <a:r>
              <a:t>· 같은 한 건 안에서도 누가 무엇을 위해 일했는지로 영역이 갈림</a:t>
            </a:r>
          </a:p>
          <a:p>
            <a:r>
              <a:t>[다음] 용어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여덟 줄 위에서 아래로 → 정식 명칭 → 한 줄 뜻</a:t>
            </a:r>
          </a:p>
          <a:p>
            <a:r>
              <a:t>· 스킬 Skill: 한 업무의 차례와 기준을 적어 여러 번 쓰는 지침, MCP: 외부 시스템 도구를 같은 약속으로 부르는 연결 규약</a:t>
            </a:r>
          </a:p>
          <a:p>
            <a:r>
              <a:t>· 출력 계약 Output Contract: 다음 단계가 읽을 칸 · 형식 · 뜻과 받아들이는 조건</a:t>
            </a:r>
          </a:p>
          <a:p>
            <a:r>
              <a:t>· HITL: 흐름 안에 사람이 결정 · 확인하는 자리, BDD 시나리오: Given · When · Then으로 적은 검증 사례</a:t>
            </a:r>
          </a:p>
          <a:p>
            <a:r>
              <a:t>· 프로세스 인스턴스 = 처리 건, 워크아이템 = 처리 건 안의 단계 하나</a:t>
            </a:r>
          </a:p>
          <a:p>
            <a:r>
              <a:t>· 교대 인수인계 Shift Handover: 설비 상태 · 남은 일 · 근거를 넘기고 확인받는 일</a:t>
            </a:r>
          </a:p>
          <a:p>
            <a:r>
              <a:t>· 질문 거리: 각 용어가 쿨러 처리 건과 교대 처리 건에서 어디에 놓였나</a:t>
            </a:r>
          </a:p>
          <a:p>
            <a:r>
              <a:t>[다음] 퀴즈 간지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제목 → 부제</a:t>
            </a:r>
          </a:p>
          <a:p>
            <a:r>
              <a:t>· 세 문제로 배운 구분을 판단에 써 봄</a:t>
            </a:r>
          </a:p>
          <a:p>
            <a:r>
              <a:t>· 문제마다 보기를 듣고 20초 멈춤, 그때 답을 고름</a:t>
            </a:r>
          </a:p>
          <a:p>
            <a:r>
              <a:t>· 정답과 까닭은 세 문제를 다 본 뒤 한 장에서</a:t>
            </a:r>
          </a:p>
          <a:p>
            <a:r>
              <a:t>· 다루는 구분: 인수 확인의 뜻, 현재고와 입고 예정, 인계와 쓰기의 경계</a:t>
            </a:r>
          </a:p>
          <a:p>
            <a:r>
              <a:t>[다음] Quiz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상황(인수 확인 제출 → 인수 확인 기록 완료로 닫힘) → 보기 넷 → 20초</a:t>
            </a:r>
          </a:p>
          <a:p>
            <a:r>
              <a:t>· 물음의 요지: 이 시점에 무엇이 남았고 무엇이 그대로인가</a:t>
            </a:r>
          </a:p>
          <a:p>
            <a:r>
              <a:t>· 생각할 거리: 인수 확인은 무엇의 기록인가</a:t>
            </a:r>
          </a:p>
          <a:p>
            <a:r>
              <a:t>· 생각할 거리: 교대 흐름에 업무 시스템에 쓰는 단계가 있나</a:t>
            </a:r>
          </a:p>
          <a:p>
            <a:r>
              <a:t>· 생각할 거리: COMPLETED는 무엇을 말해 주나</a:t>
            </a:r>
          </a:p>
          <a:p>
            <a:r>
              <a:t>[다음] Quiz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상황(부품 영역 「쿨러 코어 1개 확보」가 observed, 근거 조회는 현재고 0 · 입고 예정 1) → 보기 넷 → 20초</a:t>
            </a:r>
          </a:p>
          <a:p>
            <a:r>
              <a:t>· 물음의 요지: 인수자의 판단</a:t>
            </a:r>
          </a:p>
          <a:p>
            <a:r>
              <a:t>· 생각할 거리: 입고 예정은 현재고인가</a:t>
            </a:r>
          </a:p>
          <a:p>
            <a:r>
              <a:t>· 생각할 거리: 인수자가 할 수 있는 선택은 무엇과 무엇인가</a:t>
            </a:r>
          </a:p>
          <a:p>
            <a:r>
              <a:t>· 생각할 거리: 계약 검사 통과는 내용의 맞음까지 말해 주나</a:t>
            </a:r>
          </a:p>
          <a:p>
            <a:r>
              <a:t>[다음] Quiz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상황(메모대로 작업지시를 완료로 바꾸는 쓰기 도구를 인계 에이전트에 달자는 의견) → 보기 넷 → 20초</a:t>
            </a:r>
          </a:p>
          <a:p>
            <a:r>
              <a:t>· 물음의 요지: 이 수업 정책에서 가장 알맞은 판단</a:t>
            </a:r>
          </a:p>
          <a:p>
            <a:r>
              <a:t>· 생각할 거리: 인수인계는 무엇과 무엇의 일인가</a:t>
            </a:r>
          </a:p>
          <a:p>
            <a:r>
              <a:t>· 생각할 거리: 스킬의 문장은 시스템이 지키는 규칙인가</a:t>
            </a:r>
          </a:p>
          <a:p>
            <a:r>
              <a:t>· 생각할 거리: 감사 기록은 일이 벌어지기 전 · 뒤 언제 남나</a:t>
            </a:r>
          </a:p>
          <a:p>
            <a:r>
              <a:t>[다음] 정답과 판단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줄(문항 · 판단 기준 · 정답) 위에서 아래로</a:t>
            </a:r>
          </a:p>
          <a:p>
            <a:r>
              <a:t>· Quiz 1 정답 2: 인수 확인은 전달받은 기록, 쓰기 단계가 없어 열린 작업지시 · 입고 예정은 그대로</a:t>
            </a:r>
          </a:p>
          <a:p>
            <a:r>
              <a:t>· Quiz 1 오답: 1 확인을 정비 완료로, 3 조회만 하는 에이전트가 재고를 고쳤다고 봄, 4 COMPLETED를 업무 성공으로 읽음</a:t>
            </a:r>
          </a:p>
          <a:p>
            <a:r>
              <a:t>· Quiz 2 정답 3: 입고 예정 ≠ 현재고, 나눠 적고 상태를 고쳐 달라는 사유로 보완, 1 둘을 합침, 2 인수자가 업무 시스템에 씀, 4 근거 번호가 맞아도 문장의 맞음은 사람이 봄</a:t>
            </a:r>
          </a:p>
          <a:p>
            <a:r>
              <a:t>· Quiz 3 정답 1: 인계는 조회와 전달, 정비 완료 주장은 확인할 일로, 작업지시를 닫는 건 정비를 마친 쪽의 절차</a:t>
            </a:r>
          </a:p>
          <a:p>
            <a:r>
              <a:t>· Quiz 3 오답: 2 스킬 문장을 시스템 규칙과 혼동, 3 감사 기록은 사후라 책임을 대신 못 함, 4 메모를 원천 대신 믿음</a:t>
            </a:r>
          </a:p>
          <a:p>
            <a:r>
              <a:t>· 과정 맺음: 설비 값 하나를 따라가는 데서 시작해 지식을 쌓고 에이전트에 맡기고 사람의 확인 · 시스템 실행으로 업무를 닫음, 다른 제품에서도 「무엇을 근거로 판단하고 누가 확인하나」를 쓴다, 수고 인사</a:t>
            </a:r>
          </a:p>
          <a:p>
            <a:r>
              <a:t>[다음] 맺음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Relationship Id="rId4" Type="http://schemas.openxmlformats.org/officeDocument/2006/relationships/image" Target="../media/image5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.png"/><Relationship Id="rId4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2.png"/><Relationship Id="rId4" Type="http://schemas.openxmlformats.org/officeDocument/2006/relationships/image" Target="../media/image19.png"/><Relationship Id="rId5" Type="http://schemas.openxmlformats.org/officeDocument/2006/relationships/image" Target="../media/image5.png"/><Relationship Id="rId6" Type="http://schemas.openxmlformats.org/officeDocument/2006/relationships/image" Target="../media/image20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21.png"/><Relationship Id="rId4" Type="http://schemas.openxmlformats.org/officeDocument/2006/relationships/image" Target="../media/image6.png"/><Relationship Id="rId5" Type="http://schemas.openxmlformats.org/officeDocument/2006/relationships/image" Target="../media/image22.png"/><Relationship Id="rId6" Type="http://schemas.openxmlformats.org/officeDocument/2006/relationships/image" Target="../media/image10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5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실전반 8회차 · 교대 인수인계에 적용하는 지식 · 에이전트 · 프로세스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교대 인수인계로 잇는</a:t>
            </a:r>
          </a:p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지식 · 에이전트 · 프로세스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쿨러 처리 건에서 익힌 길을 교대 한 건에 적용하고, 인수자가 받아들일 근거를 가린다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topology-star-3" descr="topology-star-3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robot" descr="robot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route" descr="route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처리 건에서 익힌 지식 · 도구 · 승인의 길을 교대 인수인계 한 건에 적용한다.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47391"/>
            <a:ext cx="2567863" cy="3487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4856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opology-star-3" descr="topology-star-3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0217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271519"/>
            <a:ext cx="2238679" cy="1960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판단의 근거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경보의 빈칸을 도구가 지식 · 값으로 채운다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활용 결과가 놓이는 자리를 찾는다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05552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05552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→ 판단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247391"/>
            <a:ext cx="2567863" cy="3487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44856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arrows-exchange" descr="arrows-exchang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602179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271519"/>
            <a:ext cx="2238679" cy="1960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교대 인계안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메모를 설비 · 정비 · ERP와 대조한다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받을 근거와 보완 질문을 정한다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305552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305552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원천 대조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247391"/>
            <a:ext cx="2567863" cy="3487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44856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route" descr="rout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602179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271519"/>
            <a:ext cx="2238679" cy="1960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완료 구조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추천안은 승인 · 실행으로 닫힌다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인계안은 두 사람의 확인으로 닫힌다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305552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305552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→ 완료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247391"/>
            <a:ext cx="2567863" cy="3487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44856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clipboard-check" descr="clipboard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602179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271519"/>
            <a:ext cx="2238679" cy="1960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 · 정리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HI-01 · 인계 에이전트 · 제공 흐름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ProcessGPT 시연 · 학습노트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305552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305552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 · 정리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1234440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지식이 판단의 근거가 되는 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140817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140817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653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874519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874519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교대 인계안의 근거와 원천 대조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204825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204825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5054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514600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2514600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추천안에서 업무 완료까지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26883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26883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1455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154679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3154679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교대 처리 건의 장치와 사람의 확인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332841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332841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785615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794760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3794760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교대 인수인계: 입력 · 보충 매뉴얼 · 에이전트 · 흐름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88575" y="39684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88575" y="396849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4256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4434840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19" y="4434840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ProcessGPT 시연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88575" y="460857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88575" y="460857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0657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5074919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17319" y="5074919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제작 결과의 Notion 학습노트 기록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088575" y="524865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88575" y="524865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5705855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715000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17319" y="5715000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복습 · 용어 · 퀴즈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88575" y="58887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88575" y="58887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지식이 판단의 근거가 되는 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 한 건의 빈칸을 도구가 공용 지식과 그때의 값으로 채우기까지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메시지의 빈칸과 그 빈칸을 채우는 도구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경보에는 원인 · 조치 · 기준이 없어서, 스킬이 정한 도구가 지식과 값을 읽어 빈칸을 채운다.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경보에 없는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읽는 도구 · 읽는 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그 재료가 만들어진 자리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후보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diagnose · 지식 그래프의 관계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이상 패턴 → 증상 → 고장 유형 ← 원인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클래스 · 관계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스키마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원인을 가릴 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diagnose · 시계열 DB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효율 · 팬 진동 · 캐비닛 온도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증거 기준은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 인제스천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할 수 있는 조치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evaluate_cards · SOP와 판단 규칙(DMN)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 · 결정표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조치의 순위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evaluate_cards · 성과 기준과 업무 DB의 값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납기 · 지연 보상 · 출하 대기 로트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BSC · KPI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값의 자리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판단의 출처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submit_decision · 규칙에서 이어진 매뉴얼의 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인제스천의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출처 관계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공용 지식을 만든 단계와 그 지식을 읽는 도구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구축 단계마다 남긴 것이 공용 지식이 되고, 에이전트는 그 지식을 고치지 않고 도구로 읽는다.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67064"/>
            <a:ext cx="1529029" cy="364858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7394" y="234994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schema" descr="schema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013" y="250356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154616"/>
            <a:ext cx="1382725" cy="258787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질문 · 스키마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답할 질문을 정하고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클래스 · 관계 · 식별자 설계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14167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461717" y="2167064"/>
            <a:ext cx="1529029" cy="364858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60471" y="234994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topology-star-3" descr="topology-star-3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4091" y="2503563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534869" y="3154616"/>
            <a:ext cx="1382725" cy="258787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그래프 구현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식별자로 적재하고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Cypher로 조회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054754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74794" y="2167064"/>
            <a:ext cx="1529029" cy="364858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773549" y="234994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list-check" descr="list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7168" y="2503563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447946" y="3154616"/>
            <a:ext cx="1382725" cy="258787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절차 · 조건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SOP의 단계와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DMN 결정표의 규칙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87871" y="2167064"/>
            <a:ext cx="1529029" cy="364858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686626" y="234994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chart-bar" descr="chart-bar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40245" y="2503563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61023" y="3154616"/>
            <a:ext cx="1382725" cy="258787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성과 기준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BSC 관점의 KPI로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조치를 견줄 기준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7880908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200948" y="2167064"/>
            <a:ext cx="1529029" cy="364858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599703" y="234994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아이콘:file-search" descr="file-search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53322" y="2503563"/>
            <a:ext cx="424281" cy="424281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274100" y="3154616"/>
            <a:ext cx="1382725" cy="258787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인제스천 · 검토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원문 절에서 뽑아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사람이 검토 · 적재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9793986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0114026" y="2167064"/>
            <a:ext cx="1529029" cy="3648583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512780" y="234994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3" name="아이콘:robot" descr="robot_13294B_1.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66399" y="2503563"/>
            <a:ext cx="424281" cy="424281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187178" y="3154616"/>
            <a:ext cx="1382725" cy="258787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 조회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진단 · 평가 도구가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관계를 따라 읽는다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진단 도구의 조회와 증거 대조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진단 도구는 정해 둔 조회로 후보 셋을 찾고, 그래프의 기준에 그때의 값을 대어 원인 하나를 가린다.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9282"/>
            <a:ext cx="6766560" cy="372414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266442"/>
            <a:ext cx="6400800" cy="34498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MATCH (p:AnomalyPattern {code: $pattern})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-[:DETECTS]-&gt;(:Symptom)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-[:INDICATES]-&gt;(fm:FailureMode)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&lt;-[:CAUSES]-(c:Cause)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$pattern = 'COOLER_DEGRADATION'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pattern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그래프의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그때의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판정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CE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70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미만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46.2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VS1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0.9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mm/s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미만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약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0.58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구동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불량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VS1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0.9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mm/s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약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0.58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아님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주변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온도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상승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TS4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35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약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28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아님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129282"/>
            <a:ext cx="4007815" cy="124138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조회는 도구 안에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넘기는 것은 패턴 값뿐이라, 같은 데이터면 같은 후보가 나온다.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370664"/>
            <a:ext cx="4007815" cy="124138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기준과 값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기준은 검토 · 개정하는 지식이고, 값은 관측 시각과 함께 읽는 지금의 값이다.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612047"/>
            <a:ext cx="4007815" cy="124138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0행일 때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원인이 없다는 뜻이 아닐 수 있어, 조회 조건과 적재된 연결을 함께 본다.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평가: 규칙의 허용과 성과의 순위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결정표가 지금 해도 되는 조치를 가르고, 성과 기준이 그때 읽은 업무 값으로 순위를 매긴다.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조치 후보(SOP)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결정표 · 성과 점수 · 순위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승인 역할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 · SOP-COOL-11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원격 자동 조건 충족 · +3.38 · </a:t>
            </a: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1순위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부하 70 %와 야간 핀 세척 · SOP-COOL-13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원격 자동 조건 충족 · +2.75 · 공동 2순위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운전과 부하 80 % · SOP-COOL-12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원격 자동 조건 충족 · +2.75 · 공동 2순위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세척 · SOP-COOL-14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 모드 조건 없음 · -1.58 · 4순위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설비보전팀장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순위에 든 업무 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납기까지 약 6시간 · 지연 보상 시간당 120만 원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출하 대기 로트 800개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값의 자리를 따라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판단할 때 읽음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추천안의 줄과 그 줄을 만든 도구 · 지식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추천안의 줄마다 그것을 만든 도구와 지식이 있어서, 승인하는 사람이 매뉴얼의 절까지 되짚는다.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42693"/>
            <a:ext cx="6766560" cy="3497326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379853"/>
            <a:ext cx="6400800" cy="32230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번호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DEC-1010-002-408b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diagnose: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그래프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+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시계열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배제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구동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불량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주변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온도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상승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불충족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3.38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evaluate_cards: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규칙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예측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약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50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계산값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관측이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아니다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적힌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역할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출처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HM-8.5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즉시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완화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인제스천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남긴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출처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관계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넘어간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식별자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cause:cooler-fin-fouling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skill:sop-cool-11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242693"/>
            <a:ext cx="4007815" cy="1165775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근거와 배제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맞은 후보와 맞지 않은 후보를 함께 남겨 판단을 되짚게 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408468"/>
            <a:ext cx="4007815" cy="1165775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예측과 관측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예측은 계산이라, 실행한 뒤 재관측으로 따로 확인한다.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574243"/>
            <a:ext cx="4007815" cy="1165775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출처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규칙에서 절과 문서로 이어진 관계를 따라 왔다. 링크가 내용의 맞음까지 보장하지는 않는다.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실전 활용 결과가 이 길에서 맡는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앞에서 만든 활용 결과는 이 길의 한 자리를 구현한 것이라, 교대 인계안에서 그 방법을 다시 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활용 결과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 길에서 같은 자리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교대에서 다시 쓰는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검토 결과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후보별 판정 · 이유 · 출처 · 추가로 확인할 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확인 · 미확인 · 제외를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섞지 않는 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 확인 카드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SOP의 준비 · 금지 · 완료 조건과 원문 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HI-01 절차를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원문과 대조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점검 요청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 · 관측 시각 · 확인 항목이 붙은 원인 근거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관측 시각과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확인할 질문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다음 협의 안건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확인된 사실과 남은 확인을 가른 정리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메모의 주장과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원천 사실의 구분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 · 회귀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출력 계약과 정상 · 누락 · 오류 사례의 검증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네 영역 계약과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불일치 사례 검증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BPMN · ABC 실행 기록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· 시스템 실행 · 결과 보고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열린 작업 · 예약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발주 중을 넘김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단계 더: 빈 결과 · 보류 · 조회 실패의 구별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결과가 비는 이유는 여럿이라, 출력에 그 이유를 그대로 남겨야 다음 사람이 확인할 곳을 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비어 있는 이유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출력에 나타나는 모습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이렇게 적으면 틀린다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연결이 적재되지 않았다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조회는 정상으로 끝나고 후보가 0행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「원인이 없다」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기준을 세울 값이 없다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원인을 정하지 않고 보류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그럴듯한 원인을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지어 넣는다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값이 오래됐다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신선도 검사에 걸려 보류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지난 값을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지금 값처럼 쓴다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조회가 실패했다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오류 응답과 실행한 조회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「업무 없음」이나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0으로 적는다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절과 출처 관계가 없다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추천은 나오지만 출처가 빈다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근거를 확인한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것처럼 쓴다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문제: 두 번 돌린 진단의 다른 설명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시각의 값으로 에이전트를 두 번 돌리자 업무 값 조회 여부와 설명 문장이 서로 달랐다고 하자.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차이를 판단하는 방법으로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설명 문장이 다르니 에이전트를 믿을 수 없어 두 결과를 모두 버린다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후보 · 기준 · 읽어 온 값이 같은지 대조하고, 같다면 순서와 문장의 차이로 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두 결과 가운데 점수가 더 높은 쪽을 정답으로 고른다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문장을 고정하려고 스킬에 원인과 추천을 미리 적어 둔다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교대 인계안의 근거와 원천 대조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지식과 조회 도구를 교대 한 건에 쓰고, 인수자가 받아들일 근거를 정한다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처리 건과 교대 처리 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교대 처리 건은 같은 지식과 조회 도구를 쓰지만, 결과가 실행할 조치가 아니라 넘길 확인이다.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20976"/>
            <a:ext cx="5181447" cy="354076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42214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bolt" descr="bol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57576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42214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처리 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72536"/>
            <a:ext cx="4632807" cy="1940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시작: 쿨러 성능 저하 경보 한 건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읽기: 그래프 · 시계열 · 업무 DB · 결정표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결과: 추천안 하나와 대안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제출: 판단 제출 도구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끝: 승인 뒤 명령 · 재관측 · 작업지시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0453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0453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조치를 실행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220976"/>
            <a:ext cx="5181447" cy="354076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42214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arrows-exchange" descr="arrows-exchang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57576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42214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교대 처리 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272536"/>
            <a:ext cx="4632807" cy="1940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시작: 설비 · 교대 · 기준 시각 · 작업 메모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읽기: 같은 세 서버의 조회 도구만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결과: 네 영역의 확인과 근거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제출: 업무 시스템 쓰기 없음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끝: 인계자 검토 · 인수자 확인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0453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0453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확인을 전달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보충 매뉴얼 HI-01이 정한 대조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HI-01은 원천마다 확인할 칸과 남길 판정을 정해 두어, 메모의 주장을 원천에 대는 기준이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절차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원천에서 확인할 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이럴 때 남길 판정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SOP-HI-01 설비 상태 조회 확인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시계열의 관측 시각 · 설비 식별 · 최근 값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기준시각과 조회 시각을 함께 적는다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관측 시각 없음 · 조회 실패</a:t>
            </a:r>
          </a:p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→ 확인 필요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SOP-HI-02 열린 작업지시 대조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DB 작업지시의 식별자 · 상태 · 예정 · 완료시각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메모는 완료인데 열려 있음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→ 불일치 또는 확인 필요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SOP-HI-03 입고 예정과 현재고 대조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ERP의 현재고(on_hand) · 예약(reserved) · 입고 예정(on_order)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입고 예정을 현재고에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합산하지 않는다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HI-1.4 기록의 해석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인계 확인 = 다음 근무자가 전달 사항을 확인한 기록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정비 완료 · 입고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발주 승인이 아니다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인계안의 출력 계약: 네 영역 · 세 상태 · 근거 번호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인계안 계약은 네 영역마다 상태와 근거 번호를 요구해, 근거 없는 「확인됨」은 제출에서 걸린다.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handover_summary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인계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요약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checks   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영역을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번씩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area              equipment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work_orders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parts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work_notes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state             observed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needs_check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conflict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finding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next_action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근무자가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일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evidence_indices  evidence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번호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evidence 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도구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호출과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(40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상태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원천과 맞음 · 확인 필요 · 서로 다름 가운데 영역마다 하나를 고른다.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 번호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 메모 밖의 영역이 근거 없이 observed나 conflict이면 제출이 거절된다.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 호출과 대조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근거마다 이 작업에서 성공한 도구 호출과 맞아야 받아들여진다.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검사가 못 보는 것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근거가 맞는 대상을 조회했는지는 사람이 본다.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작업 메모 한 장을 네 영역으로 대조하기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메모라도 원천에 대면 확인 · 불일치 · 확인 필요로 갈리고, 영역마다 다음 할 일이 정해진다.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메모의 주장 (가정)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원천 조회 (가정)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상태 · 다음 확인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설비: 유온 경보는 해소됐다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최근 값은 정상 · 관측 시각은 기준시각 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기준시각의 상태는 복원되지 않음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needs_check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기준시각 상태를 확인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작업지시: 핀 세척 정비 완료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작업지시 상태 배정됨 · 완료시각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conflict · 두 근거를 남김</a:t>
            </a:r>
          </a:p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담당자에게 작업지시 확인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부품: 쿨러 코어 받아 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현재고 0 · 입고 예정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conflict · 두 근거를 남김</a:t>
            </a:r>
          </a:p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입고 기록 확인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 메모 자체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메모를 쓴 사람의 기록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주장으로 남기고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원천과 다른 두 곳을 짚음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인수자가 받아들일 근거와 보완 질문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인수자는 문장이 아니라 근거 번호가 가리키는 원천을 보고 받아들이고, 모자란 곳은 보완으로 돌린다.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영역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받아들일 근거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모자랄 때 보완 질문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관측 시각이 기준시각과 함께 적힌 시계열 조회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값은 언제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관측한 것인가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 설비 작업지시의 식별자 · 상태 · 완료시각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열린 작업지시를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누구에게 확인하나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현재고 · 예약 · 입고 예정을 나눈 ERP 조회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입고 예정을 현재고와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나눠 다시 적을 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불일치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메모와 원천, 두 근거를 모두 남긴 기록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어느 기록이 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늦은 시각의 것인가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 필요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실패 응답이나 없는 이유와 실행한 조회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실패를 업무 없음으로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적지 않았나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문제: 다른 설비를 조회한 근거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HYD-01 인계안의 작업지시 영역은 「열린 작업지시 없음」인데, 근거 번호의 조회 대상은 HYD-02였다.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인수자의 선택으로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근거가 실제 도구 호출과 맞으니 그대로 인수 확인한다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 설비로 다시 조회해 달라는 사유를 적어 보완을 요청한다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인수자가 작업지시를 직접 조회한 뒤 인계안을 고쳐 쓰고 확인한다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인수자가 인계를 거절해 처리 건을 닫는다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추천안에서 업무 완료까지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 뒤의 자리를 사람과 엔진이 맡고, 닫힌 뒤에도 남는 일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처리 건의 자리 · 맡는 쪽 · 남은 기록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처리 건에서 에이전트가 맡은 자리는 진단 · 제안 하나이고, 나머지는 사람과 엔진이 맡았다.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맡는 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남은 기록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감지 → 경보가 처리 건을 연다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ALT-hyd01-0014-e0a1 · 11:13:08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679845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647841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진단 · 제안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647841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 · 냉각 긴급 대응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647841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추천안 DEC-1010-002-408b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297718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265714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265714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 · 사람 작업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265714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기록 · 11:14:56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915591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3883587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명령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3883587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엔진 → SCADA → PLC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3883587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CMD-1010-0001-b94a · DONE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533464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501460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501460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엔진 ← 시계열 DB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501460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61.4 → 51.5 ℃ · 경보 해제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151337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119333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 등록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119333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엔진 → CMMS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119333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WO-1010-C058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769210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737206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 · 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5737206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엔진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48495" y="5737206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결과 정상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제출에서 명령까지 넘겨지는 차례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에이전트는 계약대로 제출하면 끝나고, 서버가 채운 승인이 전달된 뒤에야 명령 단계가 열린다.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sp>
        <p:nvSpPr>
          <p:cNvPr id="6" name="Rectangle 5"/>
          <p:cNvSpPr/>
          <p:nvPr/>
        </p:nvSpPr>
        <p:spPr>
          <a:xfrm>
            <a:off x="1658081" y="2736087"/>
            <a:ext cx="8875532" cy="3657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223741" y="2320035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23741" y="2320035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1" y="3371596"/>
            <a:ext cx="2072579" cy="2291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출력 계약대로 decision을 낸다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단계는 SUBMITTED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에이전트의 일은 여기까지</a:t>
            </a:r>
          </a:p>
        </p:txBody>
      </p:sp>
      <p:sp>
        <p:nvSpPr>
          <p:cNvPr id="10" name="Oval 9"/>
          <p:cNvSpPr/>
          <p:nvPr/>
        </p:nvSpPr>
        <p:spPr>
          <a:xfrm>
            <a:off x="3442624" y="2320035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42624" y="2320035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40675" y="3371596"/>
            <a:ext cx="2072579" cy="2291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엔진이 이어받음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선언한 출력만 변수로 합친다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 승인 단계를 연다</a:t>
            </a:r>
          </a:p>
        </p:txBody>
      </p:sp>
      <p:sp>
        <p:nvSpPr>
          <p:cNvPr id="13" name="Oval 12"/>
          <p:cNvSpPr/>
          <p:nvPr/>
        </p:nvSpPr>
        <p:spPr>
          <a:xfrm>
            <a:off x="5661507" y="2320035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1507" y="2320035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59558" y="3371596"/>
            <a:ext cx="2072579" cy="2291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사람의 결정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· 고른 조치 · 역할을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서버가 채운다</a:t>
            </a:r>
          </a:p>
        </p:txBody>
      </p:sp>
      <p:sp>
        <p:nvSpPr>
          <p:cNvPr id="16" name="Oval 15"/>
          <p:cNvSpPr/>
          <p:nvPr/>
        </p:nvSpPr>
        <p:spPr>
          <a:xfrm>
            <a:off x="7880390" y="2320035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80390" y="2320035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78441" y="3371596"/>
            <a:ext cx="2072579" cy="2291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기록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접수 기록 다음에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전달 기록이 남는다</a:t>
            </a:r>
          </a:p>
        </p:txBody>
      </p:sp>
      <p:sp>
        <p:nvSpPr>
          <p:cNvPr id="19" name="Oval 18"/>
          <p:cNvSpPr/>
          <p:nvPr/>
        </p:nvSpPr>
        <p:spPr>
          <a:xfrm>
            <a:off x="10099273" y="2320035"/>
            <a:ext cx="868680" cy="86868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99273" y="2320035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97324" y="3371596"/>
            <a:ext cx="2072579" cy="2291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단계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전달이 끝난 뒤에만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명령이 열린다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결말과 다음 근무자에게 남는 확인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건이 닫혀도 업무가 다 끝난 것은 아니어서, 결말마다 다음 근무자가 이어 볼 일이 남는다.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시스템 실행 · 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다음 근무자에게 남는 확인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· 회복 확인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 · 재관측 · 작업지시 등록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끝 이벤트 E_end · 결과 정상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핀 세척 작업지시는 등록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정비는 아직이다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명령 0건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E_rejected · 결과 값 반려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경보의 원인은 그대로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 사유를 전한다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응답 없음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기한 10분 뒤 승인 지연 알림만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건은 닫히지 않는다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대기 중인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건을 넘긴다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ABC 실행 기록에서 교대로 넘길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업무의 실행 기록은 등록 · 발주 · 입고를 따로 남기므로, 교대는 그 상태를 이름 그대로 넘긴다.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업무 · 승인자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승인 뒤 시스템 실행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교대에 넘길 확인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 냉각 대응 · 운전원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 명령 · 재관측 · 작업지시(CMMS)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작업지시는 등록일 뿐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정비 완료가 아니다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 정기 점검 · 설비보전팀장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정비 오더(CMMS) · 생산팀 공지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정비 예정 시간과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실제 정비 여부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 재고 보충 · 구매 담당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ERP 발주 · 공급사 통지 · 입고 확인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발주 중과 입고 완료를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나눈 수량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C의 시작 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현재고 3 · 정비 예약 2 · 발주 중 0 · 가용 1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재주문점 2 · 목표 재고 7 · 필요 수량 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현재고 · 예약 · 발주 중을</a:t>
            </a:r>
          </a:p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한 수로 합치지 않는다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단계 더: COMPLETED가 말해 주지 않는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COMPLETED는 흐름이 끝났다는 뜻이라, 업무 결과는 끝 이벤트 · 결과 보고 · 남은 표시로 읽는다.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처리 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상태 · 끝 이벤트 · 결과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업무에 남은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 승인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COMPLETED · E_end · 정상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작업지시 등록, 정비는 아직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 거절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COMPLETED · E_rejected · 반려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 명령 0건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 거절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COMPLETED · E_rejected · 반려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정기 점검 도래 표시가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켜진 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 거절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COMPLETED · E_rejected · 반려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재고 보충 필요 표시가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켜진 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교대 인수 확인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COMPLETED · 인수 확인 기록 완료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열린 작업지시 · 입고 예정은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그대로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교대 처리 건의 장치와 사람의 확인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 쪽 장치와 프로세스 쪽 장치가 교대 한 건에서 맡는 일과 바꿀 수 있는 범위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장치가 두 처리 건에서 맡는 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장치가 두 처리 건에서 다른 일을 맡아, 교대 처리 건에는 사람의 확인이 둘이고 시스템 작업이 없다.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1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1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장치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1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쿨러 처리 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1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교대 처리 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실행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7"/>
            <a:ext cx="615665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긴급 대응 에이전트 → 추천안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7"/>
            <a:ext cx="210312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직접 구성한 인계 에이전트 → 인계안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54254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51053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510536"/>
            <a:ext cx="615665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진단 → 평가 → 제출의 순서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510536"/>
            <a:ext cx="210312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네 영역 대조와 상태 판정의 기준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02310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299110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MCP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2991104"/>
            <a:ext cx="615665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그래프 · 업무 DB · 판단 엔진, 제안 제출 포함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2991104"/>
            <a:ext cx="210312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세 서버의 조회만 · 제출 없음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50367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347167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 · 시나리오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3471672"/>
            <a:ext cx="615665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추천안 계약 · 거절 시나리오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3471672"/>
            <a:ext cx="210312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인계안 계약 · 불일치 시나리오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3984244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3952239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BPMN 정의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3952239"/>
            <a:ext cx="615665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c3_cooling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3952239"/>
            <a:ext cx="210312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1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ShiftHandover · 별도 판본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464811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443280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인스턴스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4432807"/>
            <a:ext cx="615665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한 건이 연다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4432807"/>
            <a:ext cx="210312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시작 폼의 네 입력이 연다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494538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491337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 담당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4913376"/>
            <a:ext cx="615665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 · 운전원 · 시스템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48495" y="4913376"/>
            <a:ext cx="210312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 · 인계자 · 인수자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542594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800" y="539394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사람의 확인(HITL)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00400" y="5393944"/>
            <a:ext cx="615665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 승인 · 거절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48495" y="5393944"/>
            <a:ext cx="210312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인계자 검토 · 인수자 확인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590651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5800" y="587451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시스템 작업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0" y="5874512"/>
            <a:ext cx="615665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 · 재관측 · 작업지시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48495" y="5874512"/>
            <a:ext cx="210312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없다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제공 교대 흐름의 차례와 결정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제공 흐름은 초안 · 인계자 검토 · 인수자 확인을 세 번까지 되풀이하고, 세 끝 가운데 하나로 닫힌다.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지금 차례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다음 차례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인계 요청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· 교대 · 기준 시각 · 작업 메모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인계안 작성 (에이전트)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인계안 작성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초안과 근거를 제출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인계자 검토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인계자 검토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approve · revise · reject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인수자 확인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보완 초안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인계 거절 기록 (끝)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인수자 확인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confirm · revise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인수 확인 기록 완료 (끝)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보완 초안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인계안 작성 · 보완 1 · 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사유를 받아 지금 상태를 다시 조회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인계자 검토 · 보완 1 · 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보완 2 뒤의 revise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인계자나 인수자가 다시 보완을 요청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후속 확인 필요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인수 미확정 (끝)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사람의 결정: 선택지 · 사유 · 전달 확인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사람의 결정은 정해진 선택지와 사유로만 남고, 인수 확인은 정비 · 발주가 아니라는 확인까지 요구한다.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인계자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검토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sender_decision     approve | revise | reject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sender_notes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사항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또는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거절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필수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인수자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receiver_decision   confirm | revise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receiver_notes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사항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또는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필수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communication_only  true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confirm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반드시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초안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사람의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notes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입력으로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들어온다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필요한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상태를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조회한다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선택지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거절은 인계자 검토에만 있다. 인수자는 확인과 보완만 고른다.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사유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사유가 있어야 받아들여져, 다음 초안이 무엇을 고칠지 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전달 확인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confirm은 전달받았다는 기록이다. 설비 조치 · 발주 · 정비 완료가 아니다.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다시 조회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보완 때 앞 초안의 조회 결과를 지금 상태로 다시 쓰지 않는다.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제공 흐름에서 바꿀 수 있는 것과 유지하는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등록은 구조 검사를 통과한 판본만 받아서, 학생마다 교대의 검토 경로와 입력이 달라지지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4467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pencil" descr="pencil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9829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446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바꿀 수 있는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작업의 표시 이름과 그림 배치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흐름의 이름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세 초안 단계에 배정할 자기 에이전트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별도 판본으로 등록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82006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82006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표시 · 배정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4467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lock" descr="lo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9829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446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유지하는 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흐름 ID ShiftHandover와 작업 · 연결 · 분기 조건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시작 입력 네 개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쓰기 도구 · 시스템 작업 없음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임의 코드의 자동 연결 없음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82006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82006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 · 권한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메모와 작업지시가 다른 경우의 시나리오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메모와 원천이 다른 경우를 시나리오로 적어 두면, 인계안이 모순을 남기고 쓰지 않는지 검증된다.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Scenario: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완료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메모와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열린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작업지시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Given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작업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메모에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「쿨러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세척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완료」가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And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작업지시가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배정됨이고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완료시각이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When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인계안을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작성한다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Then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작업지시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영역의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상태는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conflict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And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메모와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작업지시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조회를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모두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근거로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남긴다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And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근무자가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작업지시를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적는다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And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작업지시를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닫는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호출은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Given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명세의 입력 계약처럼 메모와 원천의 상태를 먼저 정한다.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Then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상태 · 근거 · 다음 확인을 결과에서 검사한다. 문장 표현은 달라도 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원천이 메모와 같은 사례도 함께 돌려, 일치를 확인으로 남기는지 본다.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 기록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수업 시스템의 교대 한 건도 이 경우를 conflict로 남긴 뒤 인수 확인됐다.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교대 결과가 기대와 다를 때 먼저 볼 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교대 결과가 기대와 다르면, 드러난 증상으로 지식 · 에이전트 · 프로세스 가운데 먼저 볼 곳을 좁힌다.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드러난 증상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먼저 볼 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영역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인계안 근거에 HI-01의 절이 나오지 않는다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보충 매뉴얼의 검토 · 적재와 출처 연결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입고 예정이 현재고로 적혔다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스킬과 지침의 대조 기준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근거가 실제 호출과 맞지 않아 제출이 거절됐다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출력 계약과 이 작업의 도구 호출 기록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초안 단계에서 다른 에이전트가 돈다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판본의 세 초안 단계 배정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프로세스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보완 두 번 뒤에도 미확정으로 끝났다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보완 사유와 다시 조회한 원천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사람 · 프로세스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교대 인수인계의 입력과 완료 조건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인계 문제의 입력과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완료 조건을 근거 · 남은 확인 · 두 사람의 기록으로 먼저 정해야 인계안을 판정할 기준이 선다.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0921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대상 설비 · 인계할 교대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기준 시각 · 전달받은 작업 메모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9851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9851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HI-01 기준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database-search" descr="database-search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509215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이어 확인할 것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 상태 · 열린 작업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부품 · 작업 메모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398516"/>
            <a:ext cx="1502663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398516"/>
            <a:ext cx="1502663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ABC 기록과 별개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5559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clipboard-check" descr="clipboard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509215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완료 조건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주장마다 근거가 있다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불일치와 확인할 일이 남는다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인계자 검토 · 인수자 확인 기록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39851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39851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 기준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보충 매뉴얼의 검토와 지식 추가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제공 HI-01의 추출 결과 검토와 추가 적재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준비된 추출 후보를 원문 절과 대조해 승인한 항목만 추가하고, 그 연결을 인계의 기준으로 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search" descr="file-search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82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강사 코드로 열린 교대 실습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제공 HI-01 보충 매뉴얼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29504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29504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제공 문서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zoom-check" descr="zoom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47822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추출 후보의 절차 · 조건 · 근거를 원문과 대조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추출 재사용과 사람의 검토 · 적재는 다르다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429504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429504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원문 대조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topology-star-3" descr="topology-star-3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47822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지식 지도에서 새 항목의 식별자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문서 · 판본 · 절 연결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429504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429504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출처 연결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3246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file-check" descr="file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478227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검토한 항목만 추가, 기존 세 문서 유지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인계안의 확인 기준으로 사용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429504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429504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 기록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설비 · 정비 · ERP 대조 인계 에이전트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원천을 대조하는 인계 에이전트와 스킬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허용된 읽기 도구로 네 영역을 대조하게 하고, 결과 문장을 원천 기록과 비교해 지침을 보완한다.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70632"/>
            <a:ext cx="2567863" cy="344144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71801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plug" descr="plug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25420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294760"/>
            <a:ext cx="2238679" cy="191439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허용된 설비 · 정비 · ERP 읽기 도구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쓰기 · 설비 조치 도구 없음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82311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82311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 범위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270632"/>
            <a:ext cx="2567863" cy="344144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471801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arrows-exchange" descr="arrows-exchang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625420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294760"/>
            <a:ext cx="2238679" cy="191439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대조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관측 시각 · 열린 작업지시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재고 · 예약 · 발주 중 수량 · 작업 메모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282311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282311"/>
            <a:ext cx="868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네 영역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270632"/>
            <a:ext cx="2567863" cy="344144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471801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alert-triangle" descr="alert-triangl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625420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294760"/>
            <a:ext cx="2238679" cy="191439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차이 처리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완료 주장과 원천이 다르면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두 근거와 확인할 질문을 남긴다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282311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282311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불일치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270632"/>
            <a:ext cx="2567863" cy="344144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471801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list-check" descr="list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625420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294760"/>
            <a:ext cx="2238679" cy="191439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결과의 문장마다 원천 기록과 비교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로컬 랩의 출처 · 질문 · 검증 방법 활용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282311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282311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지침 보완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교대 BPMN 등록과 검토 · 확인 실행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제공 흐름의 등록에서 인수 확인 기록까지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제공 흐름의 구조를 지켜 판본을 등록하고, 같은 처리 건에서 검토 · 보완 · 인수 확인까지 기록한다.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24"/>
            <a:ext cx="1529029" cy="291706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2715704"/>
            <a:ext cx="1382725" cy="266103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흐름 정리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표시 이름 · 배치만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입력 · 검토 · 보완 분기 유지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14167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461717" y="2532824"/>
            <a:ext cx="1529029" cy="291706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34869" y="2715704"/>
            <a:ext cx="1382725" cy="266103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판본 등록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세 초안 단계에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자기 에이전트 배정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054754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74794" y="2532824"/>
            <a:ext cx="1529029" cy="291706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47946" y="2715704"/>
            <a:ext cx="1382725" cy="266103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시작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· 교대 정보 입력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초안과 근거 생성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87871" y="2532824"/>
            <a:ext cx="1529029" cy="291706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1023" y="2715704"/>
            <a:ext cx="1382725" cy="266103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 · 설명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원천과 대조하고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 · 남은 일을 설명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880908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00948" y="2532824"/>
            <a:ext cx="1529029" cy="291706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74100" y="2715704"/>
            <a:ext cx="1382725" cy="266103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실제 요청이 있으면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건에서 재검토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793986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114026" y="2532824"/>
            <a:ext cx="1529029" cy="2917063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87178" y="2715704"/>
            <a:ext cx="1382725" cy="266103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인수 · 저장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정비 · 발주 완료가 아님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인계안 · 근거 · 기록 저장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ProcessGPT 시연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교대 실습의 구조가 제품에서 불리는 이름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교대 실습의 판본 · 처리 건 · 단계 · 차례를 제품의 정의 · 인스턴스 · 워크아이템 · 작업함에 대어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교대 실습에서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ProcessGPT에서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시연에서 확인할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ShiftHandover 판본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 정의 · 정의 버전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정의와 실행 건을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가르는 자리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교대 처리 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 인스턴스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한 건의 진행과 기록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인계안 작성 · 검토 · 확인 단계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워크아이템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지금 누구의 차례인가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인계자 · 인수자의 차례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사람에게 맡겨진 워크아이템이 모이는 작업함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사람 작업이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놓이는 곳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인계 에이전트와 조회 도구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사용자 목록의 에이전트 · 조직 단위 MCP 서버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 활동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보충 매뉴얼의 지식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 그래프 · 문서 검색 등 지식 구성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 조회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통제와 실행 기록을 볼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제품에 소개된 기능과 우리 환경에서 검증한 것을 가르고, 통제와 실행 기록이 놓인 자리를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통제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교대 실습에서 본 자리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제품에서 확인할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사람의 확인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인계자 검토 · 인수자 확인 단계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사람 작업이 흐름의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어디에 놓이나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권한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역할별 선택지 · 수업에서는 역할을 화면에서 고른다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접속한 신원과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권한의 연결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기록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 이벤트 · 근거 번호 · 보완 사유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누가 무엇을 결정했는지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남는 곳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격리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인계 에이전트는 조회 도구만 쓴다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에이전트가 닿는 범위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변경 통제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구조 검사를 통과한 판본만 등록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정의 버전과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진행 중인 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구현 경계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HYD는 제품 구조를 참고해 직접 구현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소개된 기능과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검증한 기능의 구별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시연에서 확인할 연결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시연에서는 지식 조회 · 에이전트 판단 · 사람 작업 · 프로세스 실행이 한 건 안에서 이어지는 모습을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6499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opology-star-3" descr="topology-star-3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80360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· 에이전트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지식 조회와 에이전트 판단이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어느 작업에서 일어나는가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10413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10413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6499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user-check" descr="user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803601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 · 프로세스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사람 작업이 놓인 자리와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다음 차례를 여는 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10413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10413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차례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6499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sitemap" descr="sitemap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803601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정의 · 인스턴스 · 작업함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교대 실습의 판본 · 처리 건과 견준다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10413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10413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대응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64998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shield-check" descr="shield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803601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통제 · 기록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업무 통제와 실행 기록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확인 못 한 것은 미확인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10413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10413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경계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제작 결과를 Notion 학습노트에 기록하기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학습노트에 잇는 결과와 근거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핵심 개념과 실습 결과, 근거 자료를 서로 이어 적어야 과정이 끝난 뒤에도 다시 찾아 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84386"/>
            <a:ext cx="2567863" cy="281393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78555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bulb" descr="bulb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93917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608514"/>
            <a:ext cx="2238679" cy="128689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개념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핵심 개념을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자기 문장으로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96855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96855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584386"/>
            <a:ext cx="2567863" cy="281393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78555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link" descr="lin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939173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608514"/>
            <a:ext cx="2238679" cy="128689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· 근거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인계안 · 처리 건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조회 근거 · 원문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496855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496855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584386"/>
            <a:ext cx="2567863" cy="281393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78555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refresh" descr="refresh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939173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608514"/>
            <a:ext cx="2238679" cy="128689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다시 쓸 연결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확인에 쓴 자료와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산출물을 잇는다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496855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496855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재사용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584386"/>
            <a:ext cx="2567863" cy="281393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78555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notebook" descr="noteboo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939173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608514"/>
            <a:ext cx="2238679" cy="128689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기록 방법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MCP 반영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또는 Markdown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496855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496855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기록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교대 한 건의 순간을 맡은 영역으로 가르기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교대 한 건의 순간마다 맡은 영역과 근거를 가리면, 세 영역의 경계가 교대에서도 그대로 선다.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교대 한 건의 순간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맡은 영역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판단의 근거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HI-01 절차를 원문과 대조해 추가했다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사람이 검토해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적재한 절차와 출처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작업지시의 상태를 읽어 메모와 대조했다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도구로 읽은 원천 값을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기준에 댄 판단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인계자가 승인하자 인수자 확인이 열렸다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단계 사이의 순서는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엔진이 지킨다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보완 초안이 지금 상태를 다시 조회했다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업무 규칙과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스킬의 지침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인수 확인 뒤에도 작업지시는 열린 채다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확인은 전달 기록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업무 시스템 쓰기 없음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 다룬 핵심 개념과 주요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처리 건과 교대 처리 건에서 쓴 여덟 용어를 정식 명칭과 한 줄 뜻으로 모은다.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용어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 · 풀이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8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8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Skill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 업무를 어떤 차례와 기준으로 할지 적어 여러 번 쓰는 지침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602611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570607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MCP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70607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Model Context Protocol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외부 시스템의 도구를 에이전트가 같은 약속으로 부르는 연결 규약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143250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111246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출력 계약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3111246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Output Contract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다음 단계가 읽을 결과의 칸 · 형식 · 뜻과 받아들이는 조건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683888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651885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651885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Human-in-the-Loop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흐름 안에 사람이 결정하고 확인하는 자리를 두는 방식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224528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192524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BDD 시나리오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4192524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Behavior-Driven Development Scenario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입력 · 행동 · 기대 결과를 Given · When · Then으로 적은 검증 사례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765167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733163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인스턴스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733163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Process Instance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 프로세스 정의로 열려 실제로 진행되는 한 건, 곧 처리 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305806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5273802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워크아이템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5273802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Work Item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 안에서 에이전트나 사람에게 맡겨진 작업 하나, 곧 단계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846445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814441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교대 인수인계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814441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Shift Handover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다음 근무자에게 설비 상태 · 남은 일 · 근거를 넘기고 확인받는 일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Review Quiz: 핵심 흐름 되짚어보기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배운 내용을 바탕으로 정답을 맞혀 보세요.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1. 인수 확인이 끝난 처리 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인수자가 근거를 보고 인수 확인을 제출해, 교대 처리 건이 인수 확인 기록 완료로 닫혔다.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시점에 대한 설명으로 옳은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인계안에 conflict로 적힌 작업지시도 이 확인으로 완료 처리됐다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전달 사항을 확인한 기록이 남았고, 열린 작업지시와 입고 예정은 그대로다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인계 에이전트가 확인 결과에 맞춰 ERP의 재고를 고쳤다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건이 COMPLETED이므로 설비의 이상도 해소됐다는 뜻이다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2. 입고 예정을 확보로 적은 부품 영역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부품 영역에 「쿨러 코어 1개 확보」가 observed로 적혔고, 근거 조회는 현재고 0 · 입고 예정 1이었다.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인수자의 판단으로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입고 예정도 곧 들어올 재고이니 그대로 인수 확인한다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인수자가 ERP에서 입고를 처리해 현재고를 1로 맞춘다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현재고와 입고 예정을 나눠 적고 상태를 고쳐 달라는 사유로 보완을 요청한다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 번호가 있어 계약 검사를 통과했으니 확인한다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3. 작업지시를 닫는 도구를 달자는 의견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인계를 빨리 끝내려고, 인계 에이전트에 메모대로 작업지시를 완료로 바꾸는 쓰기 도구를 달자는 의견이 나왔다.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수업의 정책에서 가장 알맞은 판단은?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인계는 조회와 전달이라 쓰기 도구를 두지 않고, 열린 작업지시는 확인할 일로 넘긴다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스킬에 「인수자가 확인한 뒤에만 닫는다」고 적으면 연결해도 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기록에 감사가 남으니 연결해도 문제가 없다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메모를 쓴 사람이 숙련자라면 메모를 근거로 닫아도 된다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정답과 판단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문항은 인수 확인의 뜻, 현재고와 입고 예정의 구분, 인계와 쓰기의 책임 경계를 가리는지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인수 확인은 전달받았다는 기록이다. 정비 · 입고 · 설비 상태는 원천의 기록으로 따로 본다.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입고 예정은 현재고가 아니다. 근거 번호가 있어도 내용이 틀리면 사유를 적어 보완을 요청한다.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인계는 조회와 전달이다. 스킬의 문장과 사후 기록은 쓰기의 책임을 대신하지 못한다.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