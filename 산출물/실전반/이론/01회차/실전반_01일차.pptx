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줄기: 설비 데이터를 지식으로 정리 → AI 판단 → 사람 승인 → 실제 조치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설비 이상 한 건을 처리하며 경보 → 조치 과정을 포털(웹 페이지)에서 확인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시스템이 어떤 근거로 원인을 판단하고 조치를 골랐나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오늘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발행 · 구독 → 전달 품질 → 보존 메시지 → 강조한 HYD의 메시지별 사용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주의: 가공 레코드의 유온은 이름과 달리 순간값. 원천 표에는 품질 항목을 따로 보관하지 않는다 → 무엇이 남았는지 알아야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지금 역할만 듣고, 설치와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랩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notesSlide" Target="../notesSlides/notesSlide7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설비 데이터와 지식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HYD의 구조와 처리 흐름을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HYD의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환경을 갖추고 설비 이상 한 건을 직접 처리해 본다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제조 설비에서 AI의 판단과 조치까지 이어지는 시스템의 구조, 계층, 데이터 흐름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480344114152918069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HYD-01의 인터록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유온·토출 압력·팬 진동 중 하나라도 위험 조건에 이르면, HYD-01의 PLC가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526339790443255861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메시지별 사용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값·상태·명령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02917"/>
            <a:ext cx="6766560" cy="397687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0077"/>
            <a:ext cx="6400800" cy="370255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사람이 리셋해야 풀리는 유온 65 ℃ 초과 인터록보다 먼저 울려,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46608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4660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7가지 거절 사유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115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565484732613456725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115316494431008748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랩에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572795814533384560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692584045133876200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6469935926702819528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378200844204195041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1744539338202103772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