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셋(사람 · 명세 · 검사)</a:t>
            </a:r>
          </a:p>
          <a:p>
            <a:r>
              <a:t>· 출발점: 경보 한 건 → 점검 요청 초안을 내는 에이전트, 근거가 모자라면 멈춘다</a:t>
            </a:r>
          </a:p>
          <a:p>
            <a:r>
              <a:t>· 현장 요청은 불완전: 설비가 빠지고, 값끼리 어긋나고, 「긴급한 건 빨리」 같은 새 요구가 붙는다</a:t>
            </a:r>
          </a:p>
          <a:p>
            <a:r>
              <a:t>· 물음 1: 에이전트가 혼자 정하면 안 되는 때와 그때 정하는 사람</a:t>
            </a:r>
          </a:p>
          <a:p>
            <a:r>
              <a:t>· 물음 2: 기능을 더해도 원래 약속이 그대로인지 무엇으로 확인하나</a:t>
            </a:r>
          </a:p>
          <a:p>
            <a:r>
              <a:t>· 순서: 사람의 결정 → 명세 → 시나리오 검증</a:t>
            </a:r>
          </a:p>
          <a:p>
            <a:r>
              <a:t>[다음] 이 회차의 네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꼬리표(HITL · 질문 재개 · SDD · BDD)</a:t>
            </a:r>
          </a:p>
          <a:p>
            <a:r>
              <a:t>· 1 확정할 수 없는 요청 가르기, 승인 · 거절 · 감사 기록 읽기</a:t>
            </a:r>
          </a:p>
          <a:p>
            <a:r>
              <a:t>· 2 부족 · 어긋난 정보만 묻고 같은 요청에 이어 재판단</a:t>
            </a:r>
          </a:p>
          <a:p>
            <a:r>
              <a:t>· 3 긴급 확인 표시 요구를 계약 · 금지 조건 · 수용 기준으로 적고 기존 출력 · 승인 조건 지키며 구현</a:t>
            </a:r>
          </a:p>
          <a:p>
            <a:r>
              <a:t>· 4 기대 결과를 실행 전에 명세 · 원자료에서 정하고 새 사례 + 기존 사례 재실행</a:t>
            </a:r>
          </a:p>
          <a:p>
            <a:r>
              <a:t>· 끝: 제작과 검증 전체 정리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아래로, 오른쪽 이론 · 실습 꼬리표</a:t>
            </a:r>
          </a:p>
          <a:p>
            <a:r>
              <a:t>· 이론 01 HITL → 실습 1 포털 승인 · 거절, 실습 2 질문 단계</a:t>
            </a:r>
          </a:p>
          <a:p>
            <a:r>
              <a:t>· 이론 02 SDD → 실습 3 긴급 표시 명세 · 구현</a:t>
            </a:r>
          </a:p>
          <a:p>
            <a:r>
              <a:t>· 이론 03 BDD → 실습 4 새 기능 + 기존 기능 검증</a:t>
            </a:r>
          </a:p>
          <a:p>
            <a:r>
              <a:t>· 이론 04 정리 → 복습 · 용어 · 퀴즈</a:t>
            </a:r>
          </a:p>
          <a:p>
            <a:r>
              <a:t>· 실습은 모두 같은 점검 요청 프로젝트 위에서 이어진다</a:t>
            </a:r>
          </a:p>
          <a:p>
            <a:r>
              <a:t>[다음] 첫 단원, 사람이 확정하는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물음: 혼자 끝까지 정해도 되는 요청과 사람에게 넘길 요청을 어떻게 가르나</a:t>
            </a:r>
          </a:p>
          <a:p>
            <a:r>
              <a:t>· 물음: 넘겼다면 누가 무엇을 정했는지 어디에 남나</a:t>
            </a:r>
          </a:p>
          <a:p>
            <a:r>
              <a:t>· 다룰 것: 쿨러 사건의 승인 뒤 13초, 확정할 수 없는 요청, 개입 세 지점(승인 · 질문 · 닫기), 권한 검사 · 감사 기록, 가드레일</a:t>
            </a:r>
          </a:p>
          <a:p>
            <a:r>
              <a:t>· 범위: 요청 접수부터 조치 실행 직전까지</a:t>
            </a:r>
          </a:p>
          <a:p>
            <a:r>
              <a:t>[다음] 추천안이 나온 뒤 실제로 일어난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띠 셋(에이전트 · 사람 · 시스템) → 다섯 칸 왼쪽부터 → 강조한 둘째 칸</a:t>
            </a:r>
          </a:p>
          <a:p>
            <a:r>
              <a:t>· 11:14:42까지 추천안: 팬 최대 운전 1순위 + 대안 셋, 설비는 그대로</a:t>
            </a:r>
          </a:p>
          <a:p>
            <a:r>
              <a:t>· 11:14:56 운전원 승인, 약 13초 대기, 추천안 그대로</a:t>
            </a:r>
          </a:p>
          <a:p>
            <a:r>
              <a:t>· 승인 순간 재확인: 유온 61.8 ℃ · 원격 자동 · 운전 중 → 그대로 실행해도 됨</a:t>
            </a:r>
          </a:p>
          <a:p>
            <a:r>
              <a:t>· 11:14:57 팬 속도 100 % 명령, 설비 실행 완료</a:t>
            </a:r>
          </a:p>
          <a:p>
            <a:r>
              <a:t>· 재관측 51.5 ℃, 11:15:58 작업지시 등록</a:t>
            </a:r>
          </a:p>
          <a:p>
            <a:r>
              <a:t>· 요점: 명령의 출발점은 추천안이 아니라 사람의 승인, 거절이면 셋째 칸부터 없음</a:t>
            </a:r>
          </a:p>
          <a:p>
            <a:r>
              <a:t>[다음] 사람에게 넘기는 자리는 또 어디인가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아래로 → 강조한 마지막 줄</a:t>
            </a:r>
          </a:p>
          <a:p>
            <a:r>
              <a:t>· 칸이 다 있음: 점검 결과까지 내고, 조치는 승인 대기</a:t>
            </a:r>
          </a:p>
          <a:p>
            <a:r>
              <a:t>· 칸이 빠짐(「유압 쪽에 경보」): 조회로 못 정하면 묻고 보류</a:t>
            </a:r>
          </a:p>
          <a:p>
            <a:r>
              <a:t>· 칸끼리 어긋남(설비 HYD-01, 사례는 HYD-02 값): 한쪽으로 덮지 않고 묻고 보류</a:t>
            </a:r>
          </a:p>
          <a:p>
            <a:r>
              <a:t>· 값이 묵음: 최신 유온 185초 전 &gt; 신선도 한도 60초 → 원인 고르지 않고 보류 사유</a:t>
            </a:r>
          </a:p>
          <a:p>
            <a:r>
              <a:t>· 조치 실행: 요청이 온전해도 승인 역할의 사람이 결정</a:t>
            </a:r>
          </a:p>
          <a:p>
            <a:r>
              <a:t>· 가름: 위 넷은 정보가 모자라서, 마지막은 결과에 책임을 져야 해서</a:t>
            </a:r>
          </a:p>
          <a:p>
            <a:r>
              <a:t>[다음] 이렇게 사람을 넣는 방식의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HITL → 표 네 줄 → 강조한 셋째 줄</a:t>
            </a:r>
          </a:p>
          <a:p>
            <a:r>
              <a:t>· HITL(Human-in-the-Loop): 자동 처리의 정해진 지점에 사람의 확인 · 결정을 넣는 방식, 지점을 미리 정해 둔다</a:t>
            </a:r>
          </a:p>
          <a:p>
            <a:r>
              <a:t>· 값 조회 · 원인 후보 · 점검 순서: 자동, 읽고 계산할 뿐</a:t>
            </a:r>
          </a:p>
          <a:p>
            <a:r>
              <a:t>· 빠진 업무 정보: 요청한 사람이 답한다</a:t>
            </a:r>
          </a:p>
          <a:p>
            <a:r>
              <a:t>· 설비 명령 · 작업지시: 승인 역할이 승인 · 거절, 되돌리기 어렵고 책임 역할이 정해짐</a:t>
            </a:r>
          </a:p>
          <a:p>
            <a:r>
              <a:t>· 한도 넘겨 멈춘 작업: 담당자가 기록 읽고 사유 적어 닫음</a:t>
            </a:r>
          </a:p>
          <a:p>
            <a:r>
              <a:t>· 개입 세 지점: 승인 · 질문에 답하기 · 멈춘 작업 닫기</a:t>
            </a:r>
          </a:p>
          <a:p>
            <a:r>
              <a:t>[다음] 가장 낯선 닫기부터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강조한 셋째 단계 → 넷째 단계 마지막 줄</a:t>
            </a:r>
          </a:p>
          <a:p>
            <a:r>
              <a:t>· 멈춤: 실행 1,800초 · 형식 교정 2번 한도를 넘기거나 작업자 프로그램이 죽음, 정상 결과 없음</a:t>
            </a:r>
          </a:p>
          <a:p>
            <a:r>
              <a:t>· 기록 읽기: 무엇을 하다 멈췄는지, 다시 처리할지 먼저 판단</a:t>
            </a:r>
          </a:p>
          <a:p>
            <a:r>
              <a:t>· 닫기: 포털 「단계 닫기」, 사유 필수</a:t>
            </a:r>
          </a:p>
          <a:p>
            <a:r>
              <a:t>· 닫을 수 없는 것: 사람이 맡은 작업, 진행 중인 작업</a:t>
            </a:r>
          </a:p>
          <a:p>
            <a:r>
              <a:t>· 결과: 작업은 취소, 기록에 「사람이 닫음」</a:t>
            </a:r>
          </a:p>
          <a:p>
            <a:r>
              <a:t>· 닫음 ≠ 완료: 정상 결과 없음과 아무 일도 없었음을 헷갈리지 않게</a:t>
            </a:r>
          </a:p>
          <a:p>
            <a:r>
              <a:t>[다음] 사람이 결정한 뒤 처리 건에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줄(결정) → 아래 세 줄(보류라 부를 상황)</a:t>
            </a:r>
          </a:p>
          <a:p>
            <a:r>
              <a:t>· 승인: 이때부터 재확인 · 명령 · 재관측 · 작업지시, 끝까지 처리</a:t>
            </a:r>
          </a:p>
          <a:p>
            <a:r>
              <a:t>· 거절: 사유 필수, 설비 명령 · 업무 처리 0건, 기록 값은 「반려」</a:t>
            </a:r>
          </a:p>
          <a:p>
            <a:r>
              <a:t>· HYD에는 사람이 누르는 보류 버튼이 없다</a:t>
            </a:r>
          </a:p>
          <a:p>
            <a:r>
              <a:t>· 무응답: 기한 10분 뒤 지연 알림만, 자동 승인 · 자동 거절 없음, 알림 뒤에도 결정 가능</a:t>
            </a:r>
          </a:p>
          <a:p>
            <a:r>
              <a:t>· 에이전트의 멈춤: 근거 부족, 다시 처리하거나 사람이 닫음</a:t>
            </a:r>
          </a:p>
          <a:p>
            <a:r>
              <a:t>· 에이전트의 질문: 답을 받으면 이어서 처리</a:t>
            </a:r>
          </a:p>
          <a:p>
            <a:r>
              <a:t>· 겉모습은 같아도 누가 왜 멈췄는지가 달라 할 일이 다르다 → 상태와 사유부터</a:t>
            </a:r>
          </a:p>
          <a:p>
            <a:r>
              <a:t>[다음] 질문 상황을 점검 요청에서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위(요청 A의 진행) → 아래(하지 않는 일) → 오른쪽 짚을 점 넷</a:t>
            </a:r>
          </a:p>
          <a:p>
            <a:r>
              <a:t>· 요청 A: 설비 질문 → 답 HYD-01 → 경보 건이 둘 → 둘째 질문 → 판단 재개</a:t>
            </a:r>
          </a:p>
          <a:p>
            <a:r>
              <a:t>· 먼저 조회: 도구로 정할 수 있는 값은 묻지 않는다, 다 물으면 사람이 에이전트 일을 대신</a:t>
            </a:r>
          </a:p>
          <a:p>
            <a:r>
              <a:t>· 요청 번호: 답은 그 질문을 낸 요청에만, B의 답을 A에 쓰면 다른 경보로 판단</a:t>
            </a:r>
          </a:p>
          <a:p>
            <a:r>
              <a:t>· 재개: 질문 전후 상태가 기록에 남는다</a:t>
            </a:r>
          </a:p>
          <a:p>
            <a:r>
              <a:t>· 답의 한계: 「답변은 실행 권한을 바꾸지 않습니다」, 「급하니 승인한 걸로」는 승인이 아님</a:t>
            </a:r>
          </a:p>
          <a:p>
            <a:r>
              <a:t>[다음] 답이 채우는 것과 못 바꾸는 것의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칸(채우는 것) → 강조한 오른쪽 칸(바꾸지 못하는 것)</a:t>
            </a:r>
          </a:p>
          <a:p>
            <a:r>
              <a:t>· 실제 질문: 「HYD-02와 HYD-03 중 어느 설비인가요」 → 답 HYD-02 → 같은 작업을 이어 조회</a:t>
            </a:r>
          </a:p>
          <a:p>
            <a:r>
              <a:t>· 채우는 것 = 업무 정보: 빠진 칸, 요청자만 아는 사정, 기록에 없는 값, 답은 한 번만</a:t>
            </a:r>
          </a:p>
          <a:p>
            <a:r>
              <a:t>· 못 바꾸는 것: 승인, 도구 권한 · 읽기 범위, 근거 충족, 금지 조건 · 승인 역할</a:t>
            </a:r>
          </a:p>
          <a:p>
            <a:r>
              <a:t>· 놓치기 쉬운 것: 「진행해 달라」는 답이 묵은 값을 유효하게 만들지 않는다</a:t>
            </a:r>
          </a:p>
          <a:p>
            <a:r>
              <a:t>· 묻는지는 모델의 재량 → 다른 도구에서 묻지 않고 끝낸 관찰, 실행으로 확인할 일</a:t>
            </a:r>
          </a:p>
          <a:p>
            <a:r>
              <a:t>[다음] 어긋난 요청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상황(설비 HYD-01, 사례는 HYD-02 값) → 보기 넷 → 생각할 시간 20초</a:t>
            </a:r>
          </a:p>
          <a:p>
            <a:r>
              <a:t>· 정답 3: 어긋남 기록 → 어느 쪽인지 질문 → 답 전까지 보류</a:t>
            </a:r>
          </a:p>
          <a:p>
            <a:r>
              <a:t>· 1 · 2: 한쪽을 확인 없이 믿고 덮어씀, 요청자의 설비인지 보장 못 함</a:t>
            </a:r>
          </a:p>
          <a:p>
            <a:r>
              <a:t>· 4: 요청에 없던 범위로 넓힘</a:t>
            </a:r>
          </a:p>
          <a:p>
            <a:r>
              <a:t>· 어긋남은 사람만 풀 수 있는 정보</a:t>
            </a:r>
          </a:p>
          <a:p>
            <a:r>
              <a:t>· 답이 오면 무엇을 근거로 바꿨는지도 같은 요청에 남긴다</a:t>
            </a:r>
          </a:p>
          <a:p>
            <a:r>
              <a:t>[다음] 사람이 결정하는 자리의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둘) → 아래(기록하는 칸) → 오른쪽 짚을 점 넷</a:t>
            </a:r>
          </a:p>
          <a:p>
            <a:r>
              <a:t>· 검사: 내세운 역할의 구성원인가, 그 역할이 승인 역할 이상 등급인가, 아니면 거부</a:t>
            </a:r>
          </a:p>
          <a:p>
            <a:r>
              <a:t>· 승인 역할: 팬 최대 운전 = 운전원, 쿨러 핀 세척 = 설비보전팀장, 온톨로지에 조치 → 승인 역할 관계</a:t>
            </a:r>
          </a:p>
          <a:p>
            <a:r>
              <a:t>· 등급 운전원 1 · 팀장 2 · 공장장 3, 같은 등급 다른 역할은 대신 못 함</a:t>
            </a:r>
          </a:p>
          <a:p>
            <a:r>
              <a:t>· 기록: 승인한 사람 · 역할 · 고른 안, 승인 순간 다시 읽은 값 61.8 ℃</a:t>
            </a:r>
          </a:p>
          <a:p>
            <a:r>
              <a:t>· 보호 값: 승인 경로에서만 채워짐</a:t>
            </a:r>
          </a:p>
          <a:p>
            <a:r>
              <a:t>· 감사 기록(Audit Trail): 결정의 책임을 되짚는 근거, 거절도 사유와 함께</a:t>
            </a:r>
          </a:p>
          <a:p>
            <a:r>
              <a:t>[다음] 승인 화면에 오르기 전의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넷) → 가운데(두 상태) → 아래(명령 칸 거부) → 오른쪽 짚을 점</a:t>
            </a:r>
          </a:p>
          <a:p>
            <a:r>
              <a:t>· 가드레일: 정한 경계를 지키는지 확인하는 장치, HYD는 코드 규칙</a:t>
            </a:r>
          </a:p>
          <a:p>
            <a:r>
              <a:t>· 넷: 근거 규칙 인용 · 제외 규칙 · 승인 역할 · SOP 단계</a:t>
            </a:r>
          </a:p>
          <a:p>
            <a:r>
              <a:t>· 어기면 REJECTED_BY_GUARDRAIL로 제출 안 됨, 지키면 AWAITING_APPROVAL</a:t>
            </a:r>
          </a:p>
          <a:p>
            <a:r>
              <a:t>· 같은 문: 에이전트가 부르는 제출 도구도 같은 검사, 돌아가는 길 없음</a:t>
            </a:r>
          </a:p>
          <a:p>
            <a:r>
              <a:t>· 결과에 명령 칸(writes · cmdId 등)이 있으면 거부</a:t>
            </a:r>
          </a:p>
          <a:p>
            <a:r>
              <a:t>· 통과 = 승인 대기, 승인 아님</a:t>
            </a:r>
          </a:p>
          <a:p>
            <a:r>
              <a:t>[다음] 확인 넷을 순서대로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 아래(추천안이 지나는 순서) → 오른쪽 열 → 강조한 셋째 줄</a:t>
            </a:r>
          </a:p>
          <a:p>
            <a:r>
              <a:t>· AI 자체 검토: 의견, 결정 아님</a:t>
            </a:r>
          </a:p>
          <a:p>
            <a:r>
              <a:t>· 가드레일: 승인 화면에 올려도 된다까지</a:t>
            </a:r>
          </a:p>
          <a:p>
            <a:r>
              <a:t>· 사람의 승인: 실행해도 된다</a:t>
            </a:r>
          </a:p>
          <a:p>
            <a:r>
              <a:t>· 승인 뒤 재확인: 지금의 값 · 규칙으로 다시, 조건이 바뀌었으면 새 판단 · 새 승인</a:t>
            </a:r>
          </a:p>
          <a:p>
            <a:r>
              <a:t>· AI의 동의와 사람의 승인은 다른 칸에 남는 다른 사실</a:t>
            </a:r>
          </a:p>
          <a:p>
            <a:r>
              <a:t>· 사람의 결정도 앞뒤 자동 확인 사이에 놓인 한 칸</a:t>
            </a:r>
          </a:p>
          <a:p>
            <a:r>
              <a:t>[다음] 포털에서 직접 확인하는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사람의 결정이 처리 건의 결과를 실제로 바꾸는지 실행 이력으로 확인</a:t>
            </a:r>
          </a:p>
          <a:p>
            <a:r>
              <a:t>· 앞 이론과의 연결: 승인 다섯 칸, 거절 0건, 보류 세 상황, 역할 · 감사 기록</a:t>
            </a:r>
          </a:p>
          <a:p>
            <a:r>
              <a:t>· 볼 곳: 포털 처리 건 · 내 작업함</a:t>
            </a:r>
          </a:p>
          <a:p>
            <a:r>
              <a:t>· 관점: 승인과 거절이 처리 건에 남긴 흔적 견주기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수업용 사례의 처리 건 · 내 작업함, 대기 작업마다 담당 역할과 근거 먼저 읽기</a:t>
            </a:r>
          </a:p>
          <a:p>
            <a:r>
              <a:t>· 할 일: 승인 사례와 거절 사례의 결과 비교, 대기 중과 끝난 상태 가르기</a:t>
            </a:r>
          </a:p>
          <a:p>
            <a:r>
              <a:t>· 성공 기준: 미승인 추천에 명령 · 업무 처리가 없음을 이력으로 보이기</a:t>
            </a:r>
          </a:p>
          <a:p>
            <a:r>
              <a:t>· 산출물: 사례별 역할 · 결정 · 결과 기록</a:t>
            </a:r>
          </a:p>
          <a:p>
            <a:r>
              <a:t>· 주의: 확인 못 한 것은 미확인으로 그대로 적는다, 승인한 사례에서 다섯 칸이 어떻게 남았는지 견주기</a:t>
            </a:r>
          </a:p>
          <a:p>
            <a:r>
              <a:t>[다음] 둘째 실습, 질문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점검 요청 기능이 부족 · 어긋난 정보만 묻고 같은 요청에 이어 재판단</a:t>
            </a:r>
          </a:p>
          <a:p>
            <a:r>
              <a:t>· 앞 이론과의 연결: 먼저 조회, 요청 번호, 재개 기록, 답은 승인 · 근거 충족이 아님</a:t>
            </a:r>
          </a:p>
          <a:p>
            <a:r>
              <a:t>· 작업 도구: VS Code의 같은 점검 요청 프로젝트</a:t>
            </a:r>
          </a:p>
          <a:p>
            <a:r>
              <a:t>· 앞 판단 문제(어긋난 요청)를 실제로 처리해 본다</a:t>
            </a:r>
          </a:p>
          <a:p>
            <a:r>
              <a:t>[다음] 출발점과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출발점: 제공된 이전 단계 점검 요청 기능, 요청 · 센서 입력 · 온톨로지 자료</a:t>
            </a:r>
          </a:p>
          <a:p>
            <a:r>
              <a:t>· 구현: 설비 · 경보 · 사례를 기존 자료로 먼저 확인, 그래도 부족 · 어긋난 것만 질문</a:t>
            </a:r>
          </a:p>
          <a:p>
            <a:r>
              <a:t>· 재개와 대조: 같은 요청 번호로 재판단, 다른 요청의 답 섞임 확인</a:t>
            </a:r>
          </a:p>
          <a:p>
            <a:r>
              <a:t>· 성공 기준: 확인 항목의 답 전후 변화가 기록에 남고, 정보 답변을 승인으로 처리하지 않음</a:t>
            </a:r>
          </a:p>
          <a:p>
            <a:r>
              <a:t>· 주의: 묵은 값으로 보류한 요청에 「진행해 달라」 답이 와도 보류 사유 그대로인지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상황: 질문 · 재개가 붙은 점검 요청에 「긴급한 경보는 빨리 처리되게」 요구</a:t>
            </a:r>
          </a:p>
          <a:p>
            <a:r>
              <a:t>· 물음: 한 문장을 받아 무엇부터 적어야 질문 단계 · 승인 조건이 흔들리지 않나</a:t>
            </a:r>
          </a:p>
          <a:p>
            <a:r>
              <a:t>· 다룰 것: 열린 해석, 바이브 코딩 vs SDD, spec.md 여섯 칸, 계약 · 깨는 변경, 금지 조건, 수용 기준, 긴급 조건</a:t>
            </a:r>
          </a:p>
          <a:p>
            <a:r>
              <a:t>· 끝: 가정 사례 판정, 받아들이면 안 되는 요구 가리기</a:t>
            </a:r>
          </a:p>
          <a:p>
            <a:r>
              <a:t>[다음] 한 문장이 열어 두는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열(정하지 않은 것 · 해석 · 흔들릴 약속) → 네 줄 → 강조한 셋째 줄</a:t>
            </a:r>
          </a:p>
          <a:p>
            <a:r>
              <a:t>· 긴급의 기준 없음: 경고선 · 임의 수치 → 사람마다 다른 표시</a:t>
            </a:r>
          </a:p>
          <a:p>
            <a:r>
              <a:t>· 빨라지는 방법 없음: 표시 추가 · 질문 건너뛰기 · 승인 대기 축소 → 뒤 둘은 질문 단계와 승인 조건을 건드림</a:t>
            </a:r>
          </a:p>
          <a:p>
            <a:r>
              <a:t>· 그대로 둘 것 언급 없음: 일반 요청의 결과 항목 · 보류 · 거절</a:t>
            </a:r>
          </a:p>
          <a:p>
            <a:r>
              <a:t>· 값을 모를 때 언급 없음: 「긴급 아님」으로 채우면 짐작하지 않는 약속이 깨짐</a:t>
            </a:r>
          </a:p>
          <a:p>
            <a:r>
              <a:t>· 꼭 실패한다는 뜻이 아니라 지켜졌는지 확인할 기준이 없다는 것</a:t>
            </a:r>
          </a:p>
          <a:p>
            <a:r>
              <a:t>[다음] 그 문제가 드러나지 않고 지나가는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칸(새 기능만 본 확인) → 강조한 오른쪽 칸(보이지 않은 것)</a:t>
            </a:r>
          </a:p>
          <a:p>
            <a:r>
              <a:t>· 흔한 확인: 60.4 ℃ 쿨러 요청 하나 → urgent true와 이유 → 「잘 된다」</a:t>
            </a:r>
          </a:p>
          <a:p>
            <a:r>
              <a:t>· 틀린 확인은 아님: 그 한 경우의 동작은 보여 줌</a:t>
            </a:r>
          </a:p>
          <a:p>
            <a:r>
              <a:t>· 보이지 않는 넷: 일반 요청 항목 이름 · 뜻, 누락 요청의 질문 · 보류, 거절 뒤 0건, 긴급도 승인 대기</a:t>
            </a:r>
          </a:p>
          <a:p>
            <a:r>
              <a:t>· 고친 곳만 보게 되는 것은 자연스러움 → 지킬 것을 고치기 전에 적고, 고친 뒤 다시 확인</a:t>
            </a:r>
          </a:p>
          <a:p>
            <a:r>
              <a:t>[다음] AI에게 맡기는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→ 강조한 오른쪽 → 마지막 줄</a:t>
            </a:r>
          </a:p>
          <a:p>
            <a:r>
              <a:t>· 바이브 코딩: 자연어 요청 + 실행 결과로 고쳐 감, 빠른 시도에는 좋음, 문제는 명세 · 검토 없이만 할 때</a:t>
            </a:r>
          </a:p>
          <a:p>
            <a:r>
              <a:t>· 바이브: 요청 문장 · AI가 빈자리 채움 · 마음에 드는지 · 바뀐 코드</a:t>
            </a:r>
          </a:p>
          <a:p>
            <a:r>
              <a:t>· SDD(Spec-Driven Development): 구현 전에 요구 · 계약 · 금지 조건 · 수용 기준을 명세로 정하고 그 기준으로 구현 · 확인</a:t>
            </a:r>
          </a:p>
          <a:p>
            <a:r>
              <a:t>· SDD: 요청 + spec.md(수업 이름) · 사람이 정하고 AI 초안 검토 · 수용 기준마다 참 · 거짓 · 문서 + 코드</a:t>
            </a:r>
          </a:p>
          <a:p>
            <a:r>
              <a:t>· 가름: AI 사용 여부가 아니라 기준 문서를 두고 관리하느냐</a:t>
            </a:r>
          </a:p>
          <a:p>
            <a:r>
              <a:t>[다음] 명세에 적는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줄(실습 spec.md 틀 순서) → 셋째 열(빠지면) → 강조한 마지막 줄</a:t>
            </a:r>
          </a:p>
          <a:p>
            <a:r>
              <a:t>· 목표: 긴급 확인 표시 추가, 처리 시간 단축은 아님</a:t>
            </a:r>
          </a:p>
          <a:p>
            <a:r>
              <a:t>· 입력: 요청 번호 · 설비 · 경보 · 사례, 값은 도구로</a:t>
            </a:r>
          </a:p>
          <a:p>
            <a:r>
              <a:t>· 출력 계약: 기존 항목 이름 · 형식 · 뜻 + urgent · 긴급 이유</a:t>
            </a:r>
          </a:p>
          <a:p>
            <a:r>
              <a:t>· 금지 조건: 승인 전 실행 · 값 짐작 · 답변을 승인으로</a:t>
            </a:r>
          </a:p>
          <a:p>
            <a:r>
              <a:t>· 긴급 조건과 유효성: 쿨러 경보 · TS1 120초 평균 · 신선도 · 표본</a:t>
            </a:r>
          </a:p>
          <a:p>
            <a:r>
              <a:t>· 수용 기준: 참 · 거짓 · null과 승인 대기를 가르는 문장</a:t>
            </a:r>
          </a:p>
          <a:p>
            <a:r>
              <a:t>· 한 칸이 빠지면 구현하는 쪽(사람이든 AI든)이 그 해석을 대신 채움</a:t>
            </a:r>
          </a:p>
          <a:p>
            <a:r>
              <a:t>[다음] 계약부터 하나씩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코드(입력 계약 → 출력 계약 → 읽는 쪽) → 오른쪽 짚을 점 넷</a:t>
            </a:r>
          </a:p>
          <a:p>
            <a:r>
              <a:t>· 계약: 주고받는 항목의 이름 · 형식 · 뜻의 약속</a:t>
            </a:r>
          </a:p>
          <a:p>
            <a:r>
              <a:t>· 입력 계약: 설비 · 경보 · 사건 번호만, 유온 같은 값은 판단할 때 도구로</a:t>
            </a:r>
          </a:p>
          <a:p>
            <a:r>
              <a:t>· 출력 계약 다섯 항목: cause · failure_mode · guide_card · decision · decision_id</a:t>
            </a:r>
          </a:p>
          <a:p>
            <a:r>
              <a:t>· 읽는 쪽 셋: 형식 검사(다섯 항목), 사건 기록(guide_card → 승인할 조치 범위), 승인 화면(decision_id → 추천안)</a:t>
            </a:r>
          </a:p>
          <a:p>
            <a:r>
              <a:t>· 이름을 바꾸면 읽는 쪽이 못 찾음 = 깨는 변경, 항목 추가도 받아들이는지 먼저 확인</a:t>
            </a:r>
          </a:p>
          <a:p>
            <a:r>
              <a:t>[다음] 깨는 변경의 세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줄(모두 가정) → 셋째 줄(뜻) → 강조한 마지막 줄</a:t>
            </a:r>
          </a:p>
          <a:p>
            <a:r>
              <a:t>· 이름: urgent → is_urgent, 항목을 못 찾음, 금방 드러나는 편</a:t>
            </a:r>
          </a:p>
          <a:p>
            <a:r>
              <a:t>· 형식: true · false · null 대신 「긴급」 · 「보통」 글자 → 참 · 거짓 검사가 어긋남</a:t>
            </a:r>
          </a:p>
          <a:p>
            <a:r>
              <a:t>· 뜻: 값이 없어도 false → 어떤 검사도 오류 없음, 미판정이 「긴급 아님」으로 흘러감, 가장 위험</a:t>
            </a:r>
          </a:p>
          <a:p>
            <a:r>
              <a:t>· 깨는 변경(Breaking Change): 이름 · 형식 · 뜻 중 하나만 바뀌어도 읽는 쪽이 깨짐</a:t>
            </a:r>
          </a:p>
          <a:p>
            <a:r>
              <a:t>· 이번 실습의 변경 = 기존 항목 그대로 + urgent 추가, null의 뜻을 명세에 분명히</a:t>
            </a:r>
          </a:p>
          <a:p>
            <a:r>
              <a:t>[다음] 늘어나는 요구와 남는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 세 줄(늘어남) → 강조한 오른쪽 금지 조건 넷(남음)</a:t>
            </a:r>
          </a:p>
          <a:p>
            <a:r>
              <a:t>· 요구: 원인 후보 · 점검 순서 → 질문 · 재판단 → 쿨러 경보 긴급 확인 표시</a:t>
            </a:r>
          </a:p>
          <a:p>
            <a:r>
              <a:t>· 금지: 승인 전 조치 실행 안 함</a:t>
            </a:r>
          </a:p>
          <a:p>
            <a:r>
              <a:t>· 금지: 모르는 값을 거짓 · 0 · 기본 설비로 채우지 않음</a:t>
            </a:r>
          </a:p>
          <a:p>
            <a:r>
              <a:t>· 금지: 답변을 승인으로 받지 않음, 실제 설비 기준 · 승인 권한 안 바꿈</a:t>
            </a:r>
          </a:p>
          <a:p>
            <a:r>
              <a:t>· 금지 조건을 따로 적어야 「긴급하니까 이번만」이 명세 위반으로 드러남</a:t>
            </a:r>
          </a:p>
          <a:p>
            <a:r>
              <a:t>· 금지 조건 자체를 바꾸는 요구 = 정책 변경, 따로 검토</a:t>
            </a:r>
          </a:p>
          <a:p>
            <a:r>
              <a:t>[다음] HYD가 금지 조건을 지키는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위(절대 금지 원문) → 아래(뒷받침 장치) → 오른쪽 짚을 점</a:t>
            </a:r>
          </a:p>
          <a:p>
            <a:r>
              <a:t>· 절대 금지: 설비 명령(PLC 쓰기) · 업무 시스템 조치 · 사람 대신 승인, 온톨로지 스키마 · 규칙 · 스킬 수정, 판단 제출 도구는 고른 카드 제출만</a:t>
            </a:r>
          </a:p>
          <a:p>
            <a:r>
              <a:t>· 글만으로는: 모델은 따르려 할 뿐, 막는 힘 없음</a:t>
            </a:r>
          </a:p>
          <a:p>
            <a:r>
              <a:t>· 장치: 읽기 도구만 연결, 승인 칸은 승인 경로에서만, 가드레일이 명령 칸 거부</a:t>
            </a:r>
          </a:p>
          <a:p>
            <a:r>
              <a:t>· 권한과 경로가 없으면 어기려 해도 못 함, 같은 금지가 두 겹</a:t>
            </a:r>
          </a:p>
          <a:p>
            <a:r>
              <a:t>· spec.md의 금지 조건도 구현이 어길 수 없게 하거나 검사로 확인</a:t>
            </a:r>
          </a:p>
          <a:p>
            <a:r>
              <a:t>[다음] 명세의 마지막 칸,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열(가를 수 없는 · 가를 수 있는 · 볼 값) → 네 줄 → 강조한 마지막 줄</a:t>
            </a:r>
          </a:p>
          <a:p>
            <a:r>
              <a:t>· 수용 기준(Acceptance Criteria): 실행 결과로 참 · 거짓을 가를 수 있게 적은 완료 조건</a:t>
            </a:r>
          </a:p>
          <a:p>
            <a:r>
              <a:t>· 「잘 표시된다」 → 유효한 TS1 120초 평균 60.4 ℃ 쿨러 요청은 urgent true</a:t>
            </a:r>
          </a:p>
          <a:p>
            <a:r>
              <a:t>· 「기존 기능 그대로」 → 같은 입력의 일반 요청은 기존 항목 · 뜻 그대로, 항목별 대조</a:t>
            </a:r>
          </a:p>
          <a:p>
            <a:r>
              <a:t>· 「알아서 처리」 → 유효한 값이 없으면 null + 보류 사유</a:t>
            </a:r>
          </a:p>
          <a:p>
            <a:r>
              <a:t>· 긴급해도 승인 대기 → 상태 값 하나로 금지 조건 확인</a:t>
            </a:r>
          </a:p>
          <a:p>
            <a:r>
              <a:t>· 가를 수 있는 문장 = 상황 · 대상 · 값이 다 있음, 이 문장들이 시나리오의 기대 결과가 된다</a:t>
            </a:r>
          </a:p>
          <a:p>
            <a:r>
              <a:t>[다음] 일반과 긴급을 나눠 적는 요령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칸의 「일반</a:t>
            </a:r>
          </a:p>
          <a:p>
            <a:r>
              <a:t>긴급」 두 줄 → 오른쪽 판정 → 넷째 줄(금지 조건)</a:t>
            </a:r>
          </a:p>
          <a:p>
            <a:r>
              <a:t>· 입력: 그대로, 새 칸 없이 같은 자료에서 평균 · 유효성</a:t>
            </a:r>
          </a:p>
          <a:p>
            <a:r>
              <a:t>· 출력 계약: 항목 추가(urgent · 긴급 이유), 기존 이름 · 뜻 유지</a:t>
            </a:r>
          </a:p>
          <a:p>
            <a:r>
              <a:t>· 판정 조건: 조건 추가(쿨러 경보의 유효한 120초 평균)</a:t>
            </a:r>
          </a:p>
          <a:p>
            <a:r>
              <a:t>· 금지 조건: 그대로, 긴급에도 예외 없음</a:t>
            </a:r>
          </a:p>
          <a:p>
            <a:r>
              <a:t>· 수용 기준: 일반은 기존 결과 그대로, 긴급은 true · false · null과 승인 대기, 둘 다 따로</a:t>
            </a:r>
          </a:p>
          <a:p>
            <a:r>
              <a:t>· 나눠 적으면 그대로여야 할 것이 머릿속이 아니라 문서에 남고, 시나리오의 기대 결과가 이 표에서 나온다</a:t>
            </a:r>
          </a:p>
          <a:p>
            <a:r>
              <a:t>[다음] 긴급 조건의 정확한 내용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위(대상 · 값 · 유효성) → 가운데(세 갈래) → 아래(바꾸지 않는 것) → 오른쪽 짚을 점</a:t>
            </a:r>
          </a:p>
          <a:p>
            <a:r>
              <a:t>· 대상: COOLER_DEGRADATION만, 값: TS1 120초 평균</a:t>
            </a:r>
          </a:p>
          <a:p>
            <a:r>
              <a:t>· 유효성: 신선도(최신 값이 한도 안) + 표본(구간 안 공백이 수집 한도 안)</a:t>
            </a:r>
          </a:p>
          <a:p>
            <a:r>
              <a:t>· 유효 + 평균 ≥ 60 ℃ → true, 유효 + &lt; 60 ℃ → false</a:t>
            </a:r>
          </a:p>
          <a:p>
            <a:r>
              <a:t>· 값 없음 · 신선도 실패 · 표본 부족 → null + 보류 사유</a:t>
            </a:r>
          </a:p>
          <a:p>
            <a:r>
              <a:t>· null = 미판정, 긴급 아님이 아니다</a:t>
            </a:r>
          </a:p>
          <a:p>
            <a:r>
              <a:t>· 60 ℃ 「이상」은 수업 경계, 운전 화면 경고는 60 ℃ 「초과」 → 60.0 ℃에서 갈림</a:t>
            </a:r>
          </a:p>
          <a:p>
            <a:r>
              <a:t>· 다른 경보는 미적용, 승인 절차 · 실제 설비 기준 · 65 ℃ 인터록 · 승인 역할 그대로</a:t>
            </a:r>
          </a:p>
          <a:p>
            <a:r>
              <a:t>[다음] 가정 사례에 대어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열을 가리고 다섯 줄 먼저 판정(20초) → 정답 열</a:t>
            </a:r>
          </a:p>
          <a:p>
            <a:r>
              <a:t>· 61.3 ℃ 유효 → true, 58.2 ℃ 유효 → false</a:t>
            </a:r>
          </a:p>
          <a:p>
            <a:r>
              <a:t>· 62.0 ℃지만 최신 값이 3분 전 → null(신선도 실패), 평균이 높아도 참이 아님</a:t>
            </a:r>
          </a:p>
          <a:p>
            <a:r>
              <a:t>· 공백이 수집 한도 초과 → null(표본 부족)</a:t>
            </a:r>
          </a:p>
          <a:p>
            <a:r>
              <a:t>· 펌프 누설 61.0 ℃ → 조건 미적용, 기존 처리</a:t>
            </a:r>
          </a:p>
          <a:p>
            <a:r>
              <a:t>· 판정 순서: 적용 대상 → 유효성 → 60 ℃ 비교, 순서를 바꾸면 셋째 줄이 참으로 나옴</a:t>
            </a:r>
          </a:p>
          <a:p>
            <a:r>
              <a:t>· 같은 쿨러 경보에서 true · false · null이 다 나온다</a:t>
            </a:r>
          </a:p>
          <a:p>
            <a:r>
              <a:t>[다음] 명세가 섰으면 구현 맡기기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마지막 칸</a:t>
            </a:r>
          </a:p>
          <a:p>
            <a:r>
              <a:t>· 명세 먼저: 달라질 것(긴급 표시) · 지킬 것(기존 출력 · 질문 · 승인)</a:t>
            </a:r>
          </a:p>
          <a:p>
            <a:r>
              <a:t>· AI에게 spec.md를 읽히고 필요한 부분만 고치게</a:t>
            </a:r>
          </a:p>
          <a:p>
            <a:r>
              <a:t>· 바뀐 파일 직접 읽기: 관계없는 변경이 섞였는지, 자주 건너뛰는 단계</a:t>
            </a:r>
          </a:p>
          <a:p>
            <a:r>
              <a:t>· 일반 · 긴급 · 누락 사례를 같은 입력 · 자료로, 요청 번호 · 시각처럼 매번 바뀌는 값은 형식만 비교</a:t>
            </a:r>
          </a:p>
          <a:p>
            <a:r>
              <a:t>· 어긋나면: 구현이 틀렸으면 구현, 명세가 빠뜨렸으면 명세, 기대값은 낮추지 않음</a:t>
            </a:r>
          </a:p>
          <a:p>
            <a:r>
              <a:t>· 명세가 있어야 어긋남이 구현 탓인지 요구 탓인지 가릴 수 있다</a:t>
            </a:r>
          </a:p>
          <a:p>
            <a:r>
              <a:t>[다음] HYD가 약속을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줄(HYD의 실제 검사) → 강조한 마지막 줄(공통점)</a:t>
            </a:r>
          </a:p>
          <a:p>
            <a:r>
              <a:t>· 승인 카드 고정본: 같은 경보 · 사실값에서 나와야 할 카드 화면을 저장, 일부러 바꿀 때만 근거와 함께 갱신</a:t>
            </a:r>
          </a:p>
          <a:p>
            <a:r>
              <a:t>· 흐름 등록 사전 검사: 거절 경로가 실행 부품에 닿거나 사건을 안 닫고 끝나는 흐름은 등록 거절</a:t>
            </a:r>
          </a:p>
          <a:p>
            <a:r>
              <a:t>· 규칙 글 고정 시험: 작업 규칙 글이 바이트 하나까지 그대로인지</a:t>
            </a:r>
          </a:p>
          <a:p>
            <a:r>
              <a:t>· 공통점: 지킬 약속을 기대 결과로 저장하고 바꿀 때마다 실제 결과와 견준다</a:t>
            </a:r>
          </a:p>
          <a:p>
            <a:r>
              <a:t>· 명세의 약속도 실행되는 검사가 되어야 한다 → 시나리오 검증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요구(「긴급이면 승인 없이 조치까지」) → 보기 넷 → 생각할 시간 20초</a:t>
            </a:r>
          </a:p>
          <a:p>
            <a:r>
              <a:t>· 정답 2: 금지 조건과 부딪침 → 구현하지 않고 승인 권한을 정하는 쪽 검토로</a:t>
            </a:r>
          </a:p>
          <a:p>
            <a:r>
              <a:t>· 요구사항을 늘리는 일이 아니라 금지 조건을 바꾸는 일</a:t>
            </a:r>
          </a:p>
          <a:p>
            <a:r>
              <a:t>· 1: 명세 안에서 두 문장이 부딪침, HYD에는 쓰는 도구도 없고 승인 칸은 승인 경로에서만</a:t>
            </a:r>
          </a:p>
          <a:p>
            <a:r>
              <a:t>· 3: 수업 조건을 근거 없이 바꿈, 요구에 대한 답도 아님</a:t>
            </a:r>
          </a:p>
          <a:p>
            <a:r>
              <a:t>· 4: 금지 조건을 AI 해석에 맡김 = 바이브 코딩의 빈자리가 가장 위험한 곳에</a:t>
            </a:r>
          </a:p>
          <a:p>
            <a:r>
              <a:t>[다음] 명세로 요구를 더하는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긴급 확인 표시를 spec.md로 먼저 적고 기존 약속을 지키며 구현</a:t>
            </a:r>
          </a:p>
          <a:p>
            <a:r>
              <a:t>· 앞 이론과의 연결: spec.md 여섯 칸, 일반</a:t>
            </a:r>
          </a:p>
          <a:p>
            <a:r>
              <a:t>긴급 나눠 적기, 교육용 긴급 조건, 깨는 변경, 금지 조건</a:t>
            </a:r>
          </a:p>
          <a:p>
            <a:r>
              <a:t>· 같은 점검 요청 프로젝트에서 이어 간다</a:t>
            </a:r>
          </a:p>
          <a:p>
            <a:r>
              <a:t>· 실습 1 · 2의 질문 · 승인 약속이 그대로여야 한다</a:t>
            </a:r>
          </a:p>
          <a:p>
            <a:r>
              <a:t>[다음] 입력 · 명세 · 구현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앞 단계 점검 요청 프로젝트 + 교육용 조건(쿨러 경보의 유효한 TS1 120초 평균 60 ℃ 이상)</a:t>
            </a:r>
          </a:p>
          <a:p>
            <a:r>
              <a:t>· 명세: 일반 기능과 긴급 요청의 차이, 값 누락 · 신선도 실패 · 표본 부족은 미판정, 틀의 여섯 칸을 비우지 않기</a:t>
            </a:r>
          </a:p>
          <a:p>
            <a:r>
              <a:t>· 구현: 기존 출력 · 질문 · 승인 조건 유지, 실제 설비 기준 · 승인 권한은 손대지 않음</a:t>
            </a:r>
          </a:p>
          <a:p>
            <a:r>
              <a:t>· 성공 기준: 요청 초안에서 긴급 표시의 이유와 확인할 항목이 읽힌다</a:t>
            </a:r>
          </a:p>
          <a:p>
            <a:r>
              <a:t>· 주의: 표시만 있고 이유가 없으면 받는 사람이 판단 못 함</a:t>
            </a:r>
          </a:p>
          <a:p>
            <a:r>
              <a:t>[다음] 실습 3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상황: 명세대로 구현은 했지만 그대로 동작한다는 보장은 없다</a:t>
            </a:r>
          </a:p>
          <a:p>
            <a:r>
              <a:t>· 몇 개 손으로 돌려 본 것으로 다른 경우까지 맞다고 할 수 없다</a:t>
            </a:r>
          </a:p>
          <a:p>
            <a:r>
              <a:t>· 물음: 명세의 행동을 어떻게 적어 두어야 바꿀 때마다 같은 방식으로 되풀이해 확인하나</a:t>
            </a:r>
          </a:p>
          <a:p>
            <a:r>
              <a:t>· 다룰 것: 손 확인의 한계, BDD, Given · When · Then, 단언, 사례 종류, 경계값, 표현 차이와 계약 위반, 회귀</a:t>
            </a:r>
          </a:p>
          <a:p>
            <a:r>
              <a:t>[다음] 손으로 돌려 본 확인의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꼬리표(범위 · 재현 · 판정 · 반복) → 강조한 넷째 카드</a:t>
            </a:r>
          </a:p>
          <a:p>
            <a:r>
              <a:t>· 범위: 60.4 ℃는 맞았지만 60.0 ℃ · 값 없음 · 거절은 안 돌림</a:t>
            </a:r>
          </a:p>
          <a:p>
            <a:r>
              <a:t>· 재현: 어떤 값으로 돌렸는지 안 남아 같은 조건을 못 만듦, 입력 탓인지 구현 탓인지 못 가림</a:t>
            </a:r>
          </a:p>
          <a:p>
            <a:r>
              <a:t>· 판정: 무엇을 보고 맞다 했는지 머릿속에만, 사람마다 다름</a:t>
            </a:r>
          </a:p>
          <a:p>
            <a:r>
              <a:t>· 반복: 기능이 늘수록 볼 경우도 늘어 결국 건너뜀, 건너뛴 곳에서 약속이 깨짐</a:t>
            </a:r>
          </a:p>
          <a:p>
            <a:r>
              <a:t>· 필요한 셋: 입력 기록, 기대 결과를 미리 적기, 바꿀 때마다 자동으로 되풀이</a:t>
            </a:r>
          </a:p>
          <a:p>
            <a:r>
              <a:t>[다음] 그 방식,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SDD → 강조한 오른쪽 BDD</a:t>
            </a:r>
          </a:p>
          <a:p>
            <a:r>
              <a:t>· BDD(Behavior-Driven Development): 기대 행동을 구체적인 사례의 시나리오로 적고 실행해 확인</a:t>
            </a:r>
          </a:p>
          <a:p>
            <a:r>
              <a:t>· 적는 것: SDD는 조건, BDD는 한 상황의 행동 하나</a:t>
            </a:r>
          </a:p>
          <a:p>
            <a:r>
              <a:t>· 같은 조건의 두 꼴: 규칙 「평균 60 ℃ 이상이면 true」 vs 사례 「60.4 ℃ 요청 → true」</a:t>
            </a:r>
          </a:p>
          <a:p>
            <a:r>
              <a:t>· 쓰는 때: 명세는 구현 전, 시나리오는 바꿀 때마다 실행</a:t>
            </a:r>
          </a:p>
          <a:p>
            <a:r>
              <a:t>· 확인: 명세는 읽고, 시나리오는 실행해 대조</a:t>
            </a:r>
          </a:p>
          <a:p>
            <a:r>
              <a:t>· 둘은 경쟁이 아니라 정하는 일과 확인하는 일의 짝</a:t>
            </a:r>
          </a:p>
          <a:p>
            <a:r>
              <a:t>[다음] 시나리오 한 편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코드(Feature → Scenario → Given · When · Then · And) → 오른쪽 짚을 점 넷</a:t>
            </a:r>
          </a:p>
          <a:p>
            <a:r>
              <a:t>· Given: 행동 전 상태, 값과 함께 유효성도(빠지면 true인지 null인지 안 정해짐)</a:t>
            </a:r>
          </a:p>
          <a:p>
            <a:r>
              <a:t>· When: 확인할 행동 하나</a:t>
            </a:r>
          </a:p>
          <a:p>
            <a:r>
              <a:t>· Then: urgent true, 이유에 판정 값 · 기준, 승인 대기</a:t>
            </a:r>
          </a:p>
          <a:p>
            <a:r>
              <a:t>· Then에는 실행 결과로 가를 수 있는 사실만, 「잘 처리된다」 금지</a:t>
            </a:r>
          </a:p>
          <a:p>
            <a:r>
              <a:t>· 마지막 Then: 새 기능과 함께 금지 조건도 같은 자리에서 확인</a:t>
            </a:r>
          </a:p>
          <a:p>
            <a:r>
              <a:t>· Gherkin: Feature 아래 Scenario를 Given · When · Then · And로 적는 서식, 사람이 읽고 도구가 나눠 읽음</a:t>
            </a:r>
          </a:p>
          <a:p>
            <a:r>
              <a:t>[다음] Then이 다른 시나리오, 거절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위(거절 시나리오) → Then 세 줄 → 아래 HYD 시험 이름 → 오른쪽 짚을 점</a:t>
            </a:r>
          </a:p>
          <a:p>
            <a:r>
              <a:t>· Given: 추천안 승인 대기, 거절하는 사람은 그 조치의 승인 역할</a:t>
            </a:r>
          </a:p>
          <a:p>
            <a:r>
              <a:t>· When: 사유를 적고 거절</a:t>
            </a:r>
          </a:p>
          <a:p>
            <a:r>
              <a:t>· Then: 설비 명령 0건, 업무 처리 0건, 반려로 끝 = 일어나지 않아야 할 일</a:t>
            </a:r>
          </a:p>
          <a:p>
            <a:r>
              <a:t>· 「0건」도 세어서 가를 수 있는 사실</a:t>
            </a:r>
          </a:p>
          <a:p>
            <a:r>
              <a:t>· 금지 조건 「거절하면 후속 업무 없음」이 Then으로 들어옴</a:t>
            </a:r>
          </a:p>
          <a:p>
            <a:r>
              <a:t>· 권한 없는 역할의 거절은 따로 시나리오, 한 시나리오에 여러 경우를 섞지 않음</a:t>
            </a:r>
          </a:p>
          <a:p>
            <a:r>
              <a:t>· HYD 실제 시험 이름 = 시나리오 문장</a:t>
            </a:r>
          </a:p>
          <a:p>
            <a:r>
              <a:t>[다음] 명세의 칸이 놓이는 자리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셋째 열(Given · When · Then 자리) → 강조한 마지막 줄</a:t>
            </a:r>
          </a:p>
          <a:p>
            <a:r>
              <a:t>· 입력 · 유효성 → Given: 쿨러 경보 요청, 60.4 ℃, 신선도 · 표본 유효</a:t>
            </a:r>
          </a:p>
          <a:p>
            <a:r>
              <a:t>· 확인할 행동 → When: 에이전트가 요청을 처리</a:t>
            </a:r>
          </a:p>
          <a:p>
            <a:r>
              <a:t>· 출력 계약 → Then 항목과 형식: urgent가 있고 true · false · null 중 하나</a:t>
            </a:r>
          </a:p>
          <a:p>
            <a:r>
              <a:t>· 수용 기준 → Then 기대 값: urgent true, 이유에 값 · 기준</a:t>
            </a:r>
          </a:p>
          <a:p>
            <a:r>
              <a:t>· 금지 조건 → Then 일어나지 않을 일: 승인 대기, 확정 · 실행 0건</a:t>
            </a:r>
          </a:p>
          <a:p>
            <a:r>
              <a:t>· 시나리오는 새로 지어내는 것이 아니라 명세의 칸을 옮겨 적는 일, 칸이 비면 시나리오도 못 씀</a:t>
            </a:r>
          </a:p>
          <a:p>
            <a:r>
              <a:t>[다음] 가장 실수하기 쉬운 곳, 기대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칸(출력을 베낀 기대값, 가정) → 강조한 오른쪽 칸</a:t>
            </a:r>
          </a:p>
          <a:p>
            <a:r>
              <a:t>· 같은 사례: 유효한 평균 60.0 ℃ 쿨러 요청</a:t>
            </a:r>
          </a:p>
          <a:p>
            <a:r>
              <a:t>· 베끼기: 구현을 먼저 돌려 나온 값을 기대값으로, 구현이 false면 기대도 false → 틀린 구현도 통과</a:t>
            </a:r>
          </a:p>
          <a:p>
            <a:r>
              <a:t>· 베낀 시험은 검사가 아니라 따라가기</a:t>
            </a:r>
          </a:p>
          <a:p>
            <a:r>
              <a:t>· 명세 · 원자료: 「60 ℃ 이상이면 true」 + 평균 60.0 ℃ · 유효 → 실행 전에 true로 적고 근거 남김</a:t>
            </a:r>
          </a:p>
          <a:p>
            <a:r>
              <a:t>· 이렇게 정해야 구현이 틀렸을 때 시험이 실패한다</a:t>
            </a:r>
          </a:p>
          <a:p>
            <a:r>
              <a:t>· 실습에서도 기대 결과는 반드시 실행 전에</a:t>
            </a:r>
          </a:p>
          <a:p>
            <a:r>
              <a:t>[다음] 시나리오를 판정 코드로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시험(이름 → 요청 → 처리 → assert) → 둘째 시험 → 오른쪽 짚을 점</a:t>
            </a:r>
          </a:p>
          <a:p>
            <a:r>
              <a:t>· 시험 이름 = 시나리오 문장, 실패하면 어느 행동이 깨졌는지 이름으로 보임</a:t>
            </a:r>
          </a:p>
          <a:p>
            <a:r>
              <a:t>· assert = 단언(Assertion): 뒤의 식이 참이 아니면 실패, Then 한 줄 = 단언 한 줄</a:t>
            </a:r>
          </a:p>
          <a:p>
            <a:r>
              <a:t>· 첫 시험: urgent is True, 상태 승인 대기</a:t>
            </a:r>
          </a:p>
          <a:p>
            <a:r>
              <a:t>· 둘째 시험: 62.0 ℃지만 신선도 실패 → urgent is None, 보류 사유 있음</a:t>
            </a:r>
          </a:p>
          <a:p>
            <a:r>
              <a:t>· is None으로 따로 검사: 「거짓이 아닌가」로 보면 null과 false가 섞여 미판정이 「긴급 아님」으로 통과</a:t>
            </a:r>
          </a:p>
          <a:p>
            <a:r>
              <a:t>· 입력을 코드에 고정 → 범위 · 재현 · 판정 · 반복이 한꺼번에 풀림</a:t>
            </a:r>
          </a:p>
          <a:p>
            <a:r>
              <a:t>[다음] HYD의 실제 승인 단계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줄(종류 · When · Then) → 강조한 마지막 줄</a:t>
            </a:r>
          </a:p>
          <a:p>
            <a:r>
              <a:t>· 정상 승인: 승인 값이 실리고 끝까지 처리</a:t>
            </a:r>
          </a:p>
          <a:p>
            <a:r>
              <a:t>· 거절: 명령 · 업무 0건, 반려로 종료</a:t>
            </a:r>
          </a:p>
          <a:p>
            <a:r>
              <a:t>· 요건 누락: 사유 없이 또는 권한 없는 역할의 거절 → 거절 요청 자체가 거부</a:t>
            </a:r>
          </a:p>
          <a:p>
            <a:r>
              <a:t>· 무응답: 기한 10분이 지나도 지연 알림만, 계속 대기</a:t>
            </a:r>
          </a:p>
          <a:p>
            <a:r>
              <a:t>· 늦은 승인: 알림 뒤 승인도 정상 처리</a:t>
            </a:r>
          </a:p>
          <a:p>
            <a:r>
              <a:t>· 회귀: 세 업무 흐름이 같은 승인 단계를 씀</a:t>
            </a:r>
          </a:p>
          <a:p>
            <a:r>
              <a:t>· 이름의 힘: 실패한 시험 이름만 보고 깨진 행동을 안다 → 판정 코드 이름도 시나리오 문장처럼</a:t>
            </a:r>
          </a:p>
          <a:p>
            <a:r>
              <a:t>[다음] 몇 개를 만들어야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줄(정상 둘 → 경계 → 예외 셋 → 회귀)</a:t>
            </a:r>
          </a:p>
          <a:p>
            <a:r>
              <a:t>· 기준: 판정이 갈리거나 약속이 걸린 경우마다 시나리오 하나</a:t>
            </a:r>
          </a:p>
          <a:p>
            <a:r>
              <a:t>· 정상 · 일반: 펌프 누설 요청, 기존 항목 그대로, 긴급 조건 미적용</a:t>
            </a:r>
          </a:p>
          <a:p>
            <a:r>
              <a:t>· 정상 · 긴급: 60.4 ℃ → urgent true, 승인 대기</a:t>
            </a:r>
          </a:p>
          <a:p>
            <a:r>
              <a:t>· 경계: 60 ℃ 바로 아래 · 같은 값 · 바로 위</a:t>
            </a:r>
          </a:p>
          <a:p>
            <a:r>
              <a:t>· 예외: 누락 → 질문 · 보류 · 지어낸 값 없음, 거절 → 명령 · 후속 업무 0건, 도구 오류 → 실패 기록 · urgent null(0으로 바꾸지 않음)</a:t>
            </a:r>
          </a:p>
          <a:p>
            <a:r>
              <a:t>· 예외 시험 = 잘못됐을 때 미리 정한 행동(실패 기록 · 보류 · 질문)이 나오는가</a:t>
            </a:r>
          </a:p>
          <a:p>
            <a:r>
              <a:t>· 회귀: 바꿀 때마다 위 시나리오 전부 재실행</a:t>
            </a:r>
          </a:p>
          <a:p>
            <a:r>
              <a:t>[다음] 경계 사례를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세 열(평균 · 명세대로 · 초과로 옮기면) → 강조한 60.0 ℃ 줄</a:t>
            </a:r>
          </a:p>
          <a:p>
            <a:r>
              <a:t>· 경계값 분석(Boundary Value Analysis): 기준 바로 아래 · 같은 값 · 바로 위를 입력으로</a:t>
            </a:r>
          </a:p>
          <a:p>
            <a:r>
              <a:t>· 58.2 · 59.9 · 60.1 · 61.3 ℃: 두 열이 같음, 등호 실수가 안 보임</a:t>
            </a:r>
          </a:p>
          <a:p>
            <a:r>
              <a:t>· 60.0 ℃에서만 갈림: 명세대로 true, 「초과」로 옮기면 false</a:t>
            </a:r>
          </a:p>
          <a:p>
            <a:r>
              <a:t>· 실수의 까닭: 운전 화면 유온 경고가 60 ℃ 「초과」라 같은 숫자를 보고 옮기기 쉬움</a:t>
            </a:r>
          </a:p>
          <a:p>
            <a:r>
              <a:t>· 경계 사례에는 기준값 자체를 반드시 넣는다</a:t>
            </a:r>
          </a:p>
          <a:p>
            <a:r>
              <a:t>· 시간에도 경계: 지연 알림 기한 10분의 직전 · 직후</a:t>
            </a:r>
          </a:p>
          <a:p>
            <a:r>
              <a:t>[다음] 되풀이해 돌리면 달라지는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칸(허용하는 표현 차이) → 강조한 오른쪽 칸(계약 위반)</a:t>
            </a:r>
          </a:p>
          <a:p>
            <a:r>
              <a:t>· 허용: 긴급 이유 문장의 낱말 · 말투, 서로 기대지 않는 조회의 차례, 정한 시간 기준 안의 소요 시간</a:t>
            </a:r>
          </a:p>
          <a:p>
            <a:r>
              <a:t>· 실패: urgent 누락 · 값이 다름, null 자리에 false, 판정 값 · 기준 근거 누락, 승인 전 확정 · 다른 요청의 답 사용</a:t>
            </a:r>
          </a:p>
          <a:p>
            <a:r>
              <a:t>· 실패는 한 번만 나와도 실패</a:t>
            </a:r>
          </a:p>
          <a:p>
            <a:r>
              <a:t>· 시험은 문장 전체를 글자로 맞추지 않고 계약 항목과 판정을 본다</a:t>
            </a:r>
          </a:p>
          <a:p>
            <a:r>
              <a:t>· 문장 차이를 실패로 세면 시험이 흔들리고, 판정 차이를 넘기면 진짜 오류를 놓침</a:t>
            </a:r>
          </a:p>
          <a:p>
            <a:r>
              <a:t>[다음] HYD의 두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칸(같았던 것) → 강조한 오른쪽 칸(달랐던 것) → 마지막 줄의 한계</a:t>
            </a:r>
          </a:p>
          <a:p>
            <a:r>
              <a:t>· 같음: 원인 쿨러 핀 오염, 1순위 팬 최대 운전, 조치 후보 평가 점수 3.38</a:t>
            </a:r>
          </a:p>
          <a:p>
            <a:r>
              <a:t>· 까닭: 판정 도구는 같은 사실이면 같은 결과 = 결정론적(Deterministic)</a:t>
            </a:r>
          </a:p>
          <a:p>
            <a:r>
              <a:t>· 다름: 진행 문장, 도구 호출 흐름(한쪽에 업무 DB 조회 · 예측 호출이 더), 걸린 시간 = 모델이 고른 비결정적 과정</a:t>
            </a:r>
          </a:p>
          <a:p>
            <a:r>
              <a:t>· 한계: 서로 다른 처리 건, 모든 입력이 같았는지 미확인 → 반복 실험으로 읽지 않는다</a:t>
            </a:r>
          </a:p>
          <a:p>
            <a:r>
              <a:t>· 방향: 판정은 같아야 하고 과정은 달라도 된다, 긴급 판정도 조건식이라 같은 값이면 늘 같게</a:t>
            </a:r>
          </a:p>
          <a:p>
            <a:r>
              <a:t>[다음] 바꿀 때마다 쓰는 법,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강조한 마지막 칸</a:t>
            </a:r>
          </a:p>
          <a:p>
            <a:r>
              <a:t>· 변경 전: 일반 · 누락 · 거절 · 오류 시나리오 모두 통과</a:t>
            </a:r>
          </a:p>
          <a:p>
            <a:r>
              <a:t>· 요구 변경: 명세에 긴급 조건 → 긴급 · 경계 시나리오 추가, 코드보다 명세 · 시나리오가 먼저</a:t>
            </a:r>
          </a:p>
          <a:p>
            <a:r>
              <a:t>· 구현: 명세 기준으로 필요한 부분만</a:t>
            </a:r>
          </a:p>
          <a:p>
            <a:r>
              <a:t>· 회귀 시험(Regression Test): 새 시나리오 + 기존 시나리오 전부 재실행</a:t>
            </a:r>
          </a:p>
          <a:p>
            <a:r>
              <a:t>· 새 시나리오 통과 = 새 행동이 맞다까지, 기존 행동은 기존 시나리오를 다시 돌려야 확인</a:t>
            </a:r>
          </a:p>
          <a:p>
            <a:r>
              <a:t>· 하나라도 실패하면 내보내기 전에 원인부터</a:t>
            </a:r>
          </a:p>
          <a:p>
            <a:r>
              <a:t>[다음] HYD의 회귀 기록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둘째 카드 → 넷째 카드(읽을 때)</a:t>
            </a:r>
          </a:p>
          <a:p>
            <a:r>
              <a:t>· 전체 시험: 한 판본에서 2,673개 통과 · 16개 건너뜀 · 실패 0</a:t>
            </a:r>
          </a:p>
          <a:p>
            <a:r>
              <a:t>· 쿨러 사건 검사 40항목 통과: 처리 건 하나 열기, 권한 없는 승인 거부, 승인 뒤 명령 · 재관측 · 작업지시 · 종결</a:t>
            </a:r>
          </a:p>
          <a:p>
            <a:r>
              <a:t>· 펌프와 팬 사건 검사 43항목 통과</a:t>
            </a:r>
          </a:p>
          <a:p>
            <a:r>
              <a:t>· 읽을 때: 날짜가 다른 세 기록, 그 뒤 수정은 관련 시험만, 건너뛴 까닭은 기록에 없음</a:t>
            </a:r>
          </a:p>
          <a:p>
            <a:r>
              <a:t>· 말할 수 있는 것은 「그 판본에서 그만큼 통과」까지</a:t>
            </a:r>
          </a:p>
          <a:p>
            <a:r>
              <a:t>· 회귀 보고에는 통과 수 + 판본 · 범위 · 건너뜀을 함께</a:t>
            </a:r>
          </a:p>
          <a:p>
            <a:r>
              <a:t>[다음] 실패했을 때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열(증상 · 대조할 것 · 고칠 곳) → 다섯 줄 → 강조한 마지막 줄</a:t>
            </a:r>
          </a:p>
          <a:p>
            <a:r>
              <a:t>· null 자리에 false: 유효성 검사와 판정의 순서 · 실제 입력 → 구현</a:t>
            </a:r>
          </a:p>
          <a:p>
            <a:r>
              <a:t>· 긴급 이유가 비거나 엉뚱함: 작업 지침과 실행 기록 → 지침(프롬프트)</a:t>
            </a:r>
          </a:p>
          <a:p>
            <a:r>
              <a:t>· 결과 항목 누락: 출력 계약과 구현 → 구현, 계약에서 항목을 지우지 않음</a:t>
            </a:r>
          </a:p>
          <a:p>
            <a:r>
              <a:t>· 기대값이 원래 요구와 다름: 명세 · 원자료 → 기대값 정정, 이유를 남김</a:t>
            </a:r>
          </a:p>
          <a:p>
            <a:r>
              <a:t>· 하지 않는 일: 원인 모른 채 통과시키려 기대값 낮추기</a:t>
            </a:r>
          </a:p>
          <a:p>
            <a:r>
              <a:t>· 넷째 줄(근거 있는 정정)과 마지막 줄(결과에 기준 맞추기)은 다르다, 고친 뒤엔 전체 재실행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상황(60.0 ℃ 사례만 기대 true · 결과 false) → 보기 넷 → 생각할 시간 20초</a:t>
            </a:r>
          </a:p>
          <a:p>
            <a:r>
              <a:t>· 정답 3: 명세의 「이상」과 구현의 비교식 대조 → 고치고 전체 재실행</a:t>
            </a:r>
          </a:p>
          <a:p>
            <a:r>
              <a:t>· 기대값은 명세 · 원자료에서 왔으니 고칠 쪽은 구현, 아마 「초과」로 옮겨짐</a:t>
            </a:r>
          </a:p>
          <a:p>
            <a:r>
              <a:t>· 전체 재실행: 비교식을 고치다 다른 판정이 바뀌지 않았는지</a:t>
            </a:r>
          </a:p>
          <a:p>
            <a:r>
              <a:t>· 1: 틀린 구현에 시험을 맞춤</a:t>
            </a:r>
          </a:p>
          <a:p>
            <a:r>
              <a:t>· 2: 실수가 드러나는 유일한 자리를 지움</a:t>
            </a:r>
          </a:p>
          <a:p>
            <a:r>
              <a:t>· 4: 판정 값 차이를 말투 차이로 다룸 = 계약 위반</a:t>
            </a:r>
          </a:p>
          <a:p>
            <a:r>
              <a:t>[다음] 새 기능과 기존 기능을 함께 검증하는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직접 정한 기대 결과와 판정 코드로 새 기능과 기존 기능을 함께 확인</a:t>
            </a:r>
          </a:p>
          <a:p>
            <a:r>
              <a:t>· 앞 이론과의 연결: 실행 전에 정한 기대 결과, 명세 → 시나리오 자리, 단언 · is None, 사례 종류, 경계값, 표현 차이 vs 계약 위반, 회귀</a:t>
            </a:r>
          </a:p>
          <a:p>
            <a:r>
              <a:t>· 같은 점검 요청 프로젝트, 실습 3의 spec.md를 기준으로</a:t>
            </a:r>
          </a:p>
          <a:p>
            <a:r>
              <a:t>[다음] 사례 · 판정 코드 · 수정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저장 카드</a:t>
            </a:r>
          </a:p>
          <a:p>
            <a:r>
              <a:t>· 사례와 기대 결과: 일반 · 긴급 · 경계값 · 정보 누락 · 거절 · 도구 오류, 실행 전에 명세 · 원자료에서, 「명세 근거」 칸에 spec.md 출처</a:t>
            </a:r>
          </a:p>
          <a:p>
            <a:r>
              <a:t>· 판정 코드: 테스트 골격에 긴급 표시 · 근거 · 미확인 · 기존 출력 계약 검사</a:t>
            </a:r>
          </a:p>
          <a:p>
            <a:r>
              <a:t>· 수정과 회귀: 실제 오류의 원인을 고치고 기존 사례도 재실행, 표현 차이와 계약 위반 가르기</a:t>
            </a:r>
          </a:p>
          <a:p>
            <a:r>
              <a:t>· 실패가 없으면 일부러 만들지 않고 확인한 범위를 그대로 적는다</a:t>
            </a:r>
          </a:p>
          <a:p>
            <a:r>
              <a:t>· 저장: 새 대상에 적용한 결과, 다시 쓸 명세와 검증 기록</a:t>
            </a:r>
          </a:p>
          <a:p>
            <a:r>
              <a:t>[다음] 실습 4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지나온 길: 초안 → 질문 → 긴급 표시 → 기대 결과 검증</a:t>
            </a:r>
          </a:p>
          <a:p>
            <a:r>
              <a:t>· 여섯 개념: Agent · Skill · MCP · HITL · SDD · BDD</a:t>
            </a:r>
          </a:p>
          <a:p>
            <a:r>
              <a:t>· 물음: 업무에 믿고 맡기기까지 무엇이 더해졌고, 새 업무를 맡길 때 무엇부터 정하나</a:t>
            </a:r>
          </a:p>
          <a:p>
            <a:r>
              <a:t>· 끝: 검증한 작업이 사람의 승인과 함께 업무 흐름의 칸이 되는 자리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줄(만난 차례) → 셋째 열 산출물 → 위 셋과 아래 셋의 가름</a:t>
            </a:r>
          </a:p>
          <a:p>
            <a:r>
              <a:t>· Agent: 목표에 따라 도구를 골라 반복, 근거 부족이면 멈춤 → 점검 요청 초안</a:t>
            </a:r>
          </a:p>
          <a:p>
            <a:r>
              <a:t>· Skill: 절차와 판단 기준을 묶어 다른 자료에도 같게 → 작업 지침 · 다음 협의 안건</a:t>
            </a:r>
          </a:p>
          <a:p>
            <a:r>
              <a:t>· MCP: 다른 시스템과 자기 자료를 정해진 도구로 → 연결 설정 · 조회 도구</a:t>
            </a:r>
          </a:p>
          <a:p>
            <a:r>
              <a:t>· HITL: 묻고 멈출 자리와 사람이 정할 결정 → 질문 · 재개 기록, 승인 · 거절 기록</a:t>
            </a:r>
          </a:p>
          <a:p>
            <a:r>
              <a:t>· SDD: 지킬 것을 구현 전에 → spec.md, BDD: 실행으로 확인 → 시나리오 · 판정 코드 · 회귀 기록</a:t>
            </a:r>
          </a:p>
          <a:p>
            <a:r>
              <a:t>· 위 셋 = 일을 해내게, 아래 셋 = 믿고 맡기게, 여섯이 함께</a:t>
            </a:r>
          </a:p>
          <a:p>
            <a:r>
              <a:t>[다음] 기준은 어디에 놓였나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열(놓인 곳 · 정하는 쪽) → 강조한 마지막 줄</a:t>
            </a:r>
          </a:p>
          <a:p>
            <a:r>
              <a:t>· 원인 후보 · 판단 규칙: 온톨로지(지식 그래프), 바꿀 때 근거 · 버전, 에이전트는 읽고 관측값에 적용</a:t>
            </a:r>
          </a:p>
          <a:p>
            <a:r>
              <a:t>· 승인 역할 · 등급: 온톨로지의 조치 → 승인 역할 관계, 팬 최대 운전에 운전원이 붙은 출처</a:t>
            </a:r>
          </a:p>
          <a:p>
            <a:r>
              <a:t>· 지금의 값: 시계열 · 업무 DB, 신선도 · 표본으로 거름</a:t>
            </a:r>
          </a:p>
          <a:p>
            <a:r>
              <a:t>· 긴급 조건 · 금지 조건: spec.md, 사람이 검토해 확정, 에이전트는 온톨로지 스키마 · 규칙을 못 고침</a:t>
            </a:r>
          </a:p>
          <a:p>
            <a:r>
              <a:t>· 에이전트의 몫: 정해 둔 기준 · 권한 안에서 도구 · 순서 · 보류 · 문장</a:t>
            </a:r>
          </a:p>
          <a:p>
            <a:r>
              <a:t>· 기준을 바꾸려면 에이전트가 아니라 온톨로지 · 명세를 근거와 함께 고친다</a:t>
            </a:r>
          </a:p>
          <a:p>
            <a:r>
              <a:t>[다음] 같은 프로젝트에 쌓인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단계마다 둘째 줄(지킨 약속) → 강조한 넷째 단계</a:t>
            </a:r>
          </a:p>
          <a:p>
            <a:r>
              <a:t>· 점검 요청 초안: 대상 · 관측 시각 · 확인 항목 · 이유, 근거 없는 단정 안 함</a:t>
            </a:r>
          </a:p>
          <a:p>
            <a:r>
              <a:t>· 질문과 재개: 부족 · 어긋난 정보만, 같은 요청 번호</a:t>
            </a:r>
          </a:p>
          <a:p>
            <a:r>
              <a:t>· 긴급 확인 표시: spec.md에 조건 · 미판정 · 금지 조건, 기존 출력 · 질문 · 승인 유지</a:t>
            </a:r>
          </a:p>
          <a:p>
            <a:r>
              <a:t>· 기대 결과와 회귀: 명세 · 원자료의 기대 결과, 새 + 기존 사례 재실행</a:t>
            </a:r>
          </a:p>
          <a:p>
            <a:r>
              <a:t>· 앞 단계의 약속이 뒤로 그대로 넘어온다, 첫 약속도 마지막 시나리오의 검사 대상</a:t>
            </a:r>
          </a:p>
          <a:p>
            <a:r>
              <a:t>· 시나리오 · 회귀 기록은 다음 변경의 기준</a:t>
            </a:r>
          </a:p>
          <a:p>
            <a:r>
              <a:t>[다음] 확인 장치를 언제 도는지로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줄(처리할 때마다) → 아래 두 줄(바꿀 때마다) → 셋째 열</a:t>
            </a:r>
          </a:p>
          <a:p>
            <a:r>
              <a:t>· 입력 유효성(요청마다): 묵은 값 · 표본 부족으로 판정하기를 막음</a:t>
            </a:r>
          </a:p>
          <a:p>
            <a:r>
              <a:t>· 출력 계약 검사 · 가드레일(결과마다): 항목 누락 · 규칙에 어긋난 추천</a:t>
            </a:r>
          </a:p>
          <a:p>
            <a:r>
              <a:t>· 승인 · 승인 뒤 재확인(실행 전마다): 승인 없는 실행 · 바뀐 조건에서 실행</a:t>
            </a:r>
          </a:p>
          <a:p>
            <a:r>
              <a:t>· 시나리오 · 판정 코드(바꿀 때마다): 새 기능의 기대와 다른 판정</a:t>
            </a:r>
          </a:p>
          <a:p>
            <a:r>
              <a:t>· 전체 회귀(바꿀 때마다): 기존 약속이 조용히 깨짐</a:t>
            </a:r>
          </a:p>
          <a:p>
            <a:r>
              <a:t>· 서로 대신 못 함: 처리 때 검사는 경계 오판을 못 잡고, 회귀는 오늘 값이 묵었는지 모른다</a:t>
            </a:r>
          </a:p>
          <a:p>
            <a:r>
              <a:t>[다음] 금지 조건 한 줄로 맞물림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앞 넷(바꿀 때) → 강조한 다섯째(실행 중)</a:t>
            </a:r>
          </a:p>
          <a:p>
            <a:r>
              <a:t>· 한 줄: 「거절하면 후속 업무가 없다」</a:t>
            </a:r>
          </a:p>
          <a:p>
            <a:r>
              <a:t>· 명세: 금지 조건으로 구현 전에</a:t>
            </a:r>
          </a:p>
          <a:p>
            <a:r>
              <a:t>· 시나리오: Then 명령 0건 · 업무 0건 · 반려로 끝</a:t>
            </a:r>
          </a:p>
          <a:p>
            <a:r>
              <a:t>· 판정 코드: 명령 목록 · 업무 처리 목록이 비었다고 단언</a:t>
            </a:r>
          </a:p>
          <a:p>
            <a:r>
              <a:t>· 회귀: 긴급 조건을 더한 뒤에도 기존 거절 시나리오 재실행</a:t>
            </a:r>
          </a:p>
          <a:p>
            <a:r>
              <a:t>· 실행 중: 반려 가지는 실행 부품에 닿지 않음, 그런 흐름은 등록부터 거절, 추천안마다 사람이 결정</a:t>
            </a:r>
          </a:p>
          <a:p>
            <a:r>
              <a:t>· 한 자리만으론 모자람: 명세뿐이면 바뀌어도 모르고, 시험뿐이면 시험 밖에서 뚫림</a:t>
            </a:r>
          </a:p>
          <a:p>
            <a:r>
              <a:t>[다음] 실전반에서 만든 활용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열(입력과 도구) → 셋째 열(판정 기준) → 강조한 마지막 줄</a:t>
            </a:r>
          </a:p>
          <a:p>
            <a:r>
              <a:t>· 조치 검토 결과: 조건표 · 후보 비교 → 후보마다 이유 · 출처 · 추가 확인</a:t>
            </a:r>
          </a:p>
          <a:p>
            <a:r>
              <a:t>· 작업 확인 카드: SOP 원문 · 검토한 추출 결과 → 준비 · 금지 · 완료 조건과 원문 대조</a:t>
            </a:r>
          </a:p>
          <a:p>
            <a:r>
              <a:t>· 점검 요청: 센서 입력 · 지식 그래프 조회 → 대상 · 관측 시각 · 확인 항목 · 이유</a:t>
            </a:r>
          </a:p>
          <a:p>
            <a:r>
              <a:t>· 다음 협의 안건: 회의 · 점검 기록 · 변경 이력, 외부 도구 → 결정할 질문 · 확인된 사실 · 남은 확인</a:t>
            </a:r>
          </a:p>
          <a:p>
            <a:r>
              <a:t>· 명세와 회귀 기록: spec.md · 시나리오 · 판정 코드 → 새 기능과 기존 기능의 통과</a:t>
            </a:r>
          </a:p>
          <a:p>
            <a:r>
              <a:t>· 비슷한 실행 구조라도 목적 · 입력 · 도구가 다르면 결과물과 판정 기준이 다르다</a:t>
            </a:r>
          </a:p>
          <a:p>
            <a:r>
              <a:t>[다음] 새 업무가 오면 무엇부터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예(펌프 누설 요청에 긴급 표시) → 표 다섯 줄 → 강조한 마지막 줄 → 둘째 줄</a:t>
            </a:r>
          </a:p>
          <a:p>
            <a:r>
              <a:t>· 맡길 일: 표시와 이유까지, 조치 결정은 맡기지 않음, 명세에 적음</a:t>
            </a:r>
          </a:p>
          <a:p>
            <a:r>
              <a:t>· 필요한 자료: 어떤 값 · 구간 · 유효성으로 가를지, 교육용 기준은 쿨러 경보뿐, 펌프 기준은 없음 → 설비 책임자가 정한다</a:t>
            </a:r>
          </a:p>
          <a:p>
            <a:r>
              <a:t>· 도구: 압력 · 유량 조회 도구, 읽기 범위 확인</a:t>
            </a:r>
          </a:p>
          <a:p>
            <a:r>
              <a:t>· 권한: 바뀌지 않음, 에이전트는 읽기, 승인은 승인 역할</a:t>
            </a:r>
          </a:p>
          <a:p>
            <a:r>
              <a:t>· 검증: 새 경보 시나리오 · 경계 + 쿨러 긴급 · 일반 회귀, 기대 결과는 기준이 정해진 뒤에</a:t>
            </a:r>
          </a:p>
          <a:p>
            <a:r>
              <a:t>· 맡길 수 있는지는 기술보다 다섯 칸이 다 채워졌는지, 빈 칸부터 사람에게 묻기</a:t>
            </a:r>
          </a:p>
          <a:p>
            <a:r>
              <a:t>[다음] 운영 중 결과가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줄(데이터 → 스킬 → 연결 → 계약 → 판정 → 사람의 개입 지점) → 셋째 열</a:t>
            </a:r>
          </a:p>
          <a:p>
            <a:r>
              <a:t>· 판단 값이 지금 화면과 다름: 판단 시각 · 구간 · 신선도 · 표본 기록 → 대개 고칠 것 없음, 다시 판단</a:t>
            </a:r>
          </a:p>
          <a:p>
            <a:r>
              <a:t>· 절차를 건너뜀: 스킬 절차와 실행 기록 → SKILL.md</a:t>
            </a:r>
          </a:p>
          <a:p>
            <a:r>
              <a:t>· 값을 못 읽음: 연결 설정 · 도구 권한 · 오류 기록 → MCP 연결</a:t>
            </a:r>
          </a:p>
          <a:p>
            <a:r>
              <a:t>· 항목 누락: 출력 계약 · 형식 검사 → 구현 · 지침</a:t>
            </a:r>
          </a:p>
          <a:p>
            <a:r>
              <a:t>· 판정이 명세와 다름: 명세 · 시나리오 · 판정 코드 → 구현, 전체 재실행</a:t>
            </a:r>
          </a:p>
          <a:p>
            <a:r>
              <a:t>· 묻지 않고 확정: 금지 조건 · 질문 단계 → 명세 · 구현</a:t>
            </a:r>
          </a:p>
          <a:p>
            <a:r>
              <a:t>· 쓸모: 고치지 않아도 될 곳을 건드리지 않기, 멀쩡한 기준 · 모델을 바꾸다 새 문제를 만들지 않기</a:t>
            </a:r>
          </a:p>
          <a:p>
            <a:r>
              <a:t>[다음] 첫 줄을 판단 문제로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false, 뒤에 본 화면 유온 61 ℃) → 보기 넷 → 생각할 시간 20초</a:t>
            </a:r>
          </a:p>
          <a:p>
            <a:r>
              <a:t>· 정답 2: 판정에 쓴 값의 구간 · 판단 시각 · 유효성 기록을 화면 값과 대조</a:t>
            </a:r>
          </a:p>
          <a:p>
            <a:r>
              <a:t>· 판정은 판단 시각부터 거슬러 올라간 120초 평균, 화면은 본 순간의 값</a:t>
            </a:r>
          </a:p>
          <a:p>
            <a:r>
              <a:t>· 판단 뒤 유온이 올랐거나, 평균은 60 ℃ 아래인데 순간 값만 높았을 수 있다</a:t>
            </a:r>
          </a:p>
          <a:p>
            <a:r>
              <a:t>· 그래도 명세와 다르면 그때 구현을 본다</a:t>
            </a:r>
          </a:p>
          <a:p>
            <a:r>
              <a:t>· 1: 수업 조건을 근거 없이 바꿈</a:t>
            </a:r>
          </a:p>
          <a:p>
            <a:r>
              <a:t>· 3: 판정 기록을 손으로 덮어 감사 기록을 망침</a:t>
            </a:r>
          </a:p>
          <a:p>
            <a:r>
              <a:t>· 4: 판정은 모델 문장이 아니라 조건과 값에서 나옴(결정론적)</a:t>
            </a:r>
          </a:p>
          <a:p>
            <a:r>
              <a:t>[다음] 검증한 작업이 이어지는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 → 칸마다 첫 줄(맡는 쪽) · 둘째 줄(확인한 것) → 강조한 넷째 칸</a:t>
            </a:r>
          </a:p>
          <a:p>
            <a:r>
              <a:t>· 요청 · 값 조회: 시스템 · 에이전트, 신선도 · 표본 확인</a:t>
            </a:r>
          </a:p>
          <a:p>
            <a:r>
              <a:t>· 정보 질문: 사람이 답, 답은 승인이 아님</a:t>
            </a:r>
          </a:p>
          <a:p>
            <a:r>
              <a:t>· 점검 결과: 에이전트와 규칙, 긴급 표시 · 시나리오 · 회귀</a:t>
            </a:r>
          </a:p>
          <a:p>
            <a:r>
              <a:t>· 승인 · 거절: 승인 역할의 사람, 역할 · 등급 · 감사 기록</a:t>
            </a:r>
          </a:p>
          <a:p>
            <a:r>
              <a:t>· 명령 · 작업지시: 시스템, 직전에 승인 뒤 재확인, 현장 점검 칸은 이번에 검증하지 않음</a:t>
            </a:r>
          </a:p>
          <a:p>
            <a:r>
              <a:t>· 사건 한 건의 길에서 일 하나하나 = 맡는 쪽이 정해진 한 칸</a:t>
            </a:r>
          </a:p>
          <a:p>
            <a:r>
              <a:t>· BPMN: 그 칸들을 사람의 승인과 함께 순서와 갈림길이 있는 흐름으로 그리는 표기</a:t>
            </a:r>
          </a:p>
          <a:p>
            <a:r>
              <a:t>[다음] 점검 요청 한 건으로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가르기(20초) → 다섯 줄 위에서 아래로</a:t>
            </a:r>
          </a:p>
          <a:p>
            <a:r>
              <a:t>· 지금 확정해도 되나: 칸이 다 있고 서로 맞고 값이 유효한가, 아니면 질문 · 보류(짐작해 채우기 아님)</a:t>
            </a:r>
          </a:p>
          <a:p>
            <a:r>
              <a:t>· 「승인한 걸로」가 섞인 답: 업무 정보만 받음, 답은 승인 · 권한 · 근거 충족을 못 바꿈</a:t>
            </a:r>
          </a:p>
          <a:p>
            <a:r>
              <a:t>· 검토 에이전트의 「문제없다」: 실행 근거는 승인 역할의 감사 기록, 가드레일 통과도 승인 대기</a:t>
            </a:r>
          </a:p>
          <a:p>
            <a:r>
              <a:t>· urgent null: 미판정, 보류 사유(값 없음 · 신선도 · 표본) 확인</a:t>
            </a:r>
          </a:p>
          <a:p>
            <a:r>
              <a:t>· 새 시나리오 모두 통과: 새 기능 확인일 뿐, 기존 기능은 회귀 결과로(판본 · 범위와 함께)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HITL(Human-in-the-Loop) · 감사 기록(Audit Trail) · 가드레일(Guardrail)</a:t>
            </a:r>
          </a:p>
          <a:p>
            <a:r>
              <a:t>· 바이브 코딩(Vibe Coding) · SDD(Spec-Driven Development) · 명세</a:t>
            </a:r>
          </a:p>
          <a:p>
            <a:r>
              <a:t>· 계약(Contract) · 깨는 변경(Breaking Change): 이름 · 형식 · 뜻 중 하나만 바뀌어도</a:t>
            </a:r>
          </a:p>
          <a:p>
            <a:r>
              <a:t>· 수용 기준(Acceptance Criteria) · BDD(Behavior-Driven Development): 완료 조건과 그 행동을 Given · When · Then으로 실행 확인</a:t>
            </a:r>
          </a:p>
          <a:p>
            <a:r>
              <a:t>· 경계값 분석(Boundary Value Analysis) · 회귀 시험(Regression Test)</a:t>
            </a:r>
          </a:p>
          <a:p>
            <a:r>
              <a:t>· 본문에서만 세운 말: Gherkin, 단언(Assertion), 결정론적(Deterministic)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미판정 vs 긴급 아님, 표시 · 검토 vs 승인, 새 기능 통과 vs 기존 기능 회귀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상황(평균 60.8 ℃, 공백이 수집 한도 초과 → urgent null) → 보기 넷 → 20초</a:t>
            </a:r>
          </a:p>
          <a:p>
            <a:r>
              <a:t>· 물음의 요지: null이 무엇을 기록한 값인가</a:t>
            </a:r>
          </a:p>
          <a:p>
            <a:r>
              <a:t>· 생각할 거리: 표본이 부족한 평균을 믿을 수 있나</a:t>
            </a:r>
          </a:p>
          <a:p>
            <a:r>
              <a:t>· 생각할 거리: 「긴급 아님」으로 처리하면 무엇을 놓치나</a:t>
            </a:r>
          </a:p>
          <a:p>
            <a:r>
              <a:t>· 생각할 거리: 거절로 닫는 것과 판단을 미루는 것의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true + 가드레일 통과 + 검토 에이전트 「문제없음」) → 보기 넷 → 20초</a:t>
            </a:r>
          </a:p>
          <a:p>
            <a:r>
              <a:t>· 물음의 요지: 팬 최대 운전을 실행해도 된다는 근거</a:t>
            </a:r>
          </a:p>
          <a:p>
            <a:r>
              <a:t>· 생각할 거리: 보기마다 「올려도 된다」인지 「실행해도 된다」인지</a:t>
            </a:r>
          </a:p>
          <a:p>
            <a:r>
              <a:t>· 생각할 거리: 긴급 표시는 실행 허락인가</a:t>
            </a:r>
          </a:p>
          <a:p>
            <a:r>
              <a:t>· 생각할 거리: 승인한 뒤에도 남는 확인은 무엇인가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상황(새 시나리오 모두 통과, 기존 거절 시나리오에서 작업지시 1건) → 보기 넷 → 20초</a:t>
            </a:r>
          </a:p>
          <a:p>
            <a:r>
              <a:t>· 물음의 요지: 깨진 기존 약속 앞에서의 조치</a:t>
            </a:r>
          </a:p>
          <a:p>
            <a:r>
              <a:t>· 생각할 거리: 거절 시나리오의 기대값은 어디서 왔나</a:t>
            </a:r>
          </a:p>
          <a:p>
            <a:r>
              <a:t>· 생각할 거리: 새 시나리오의 통과가 알려 주는 범위</a:t>
            </a:r>
          </a:p>
          <a:p>
            <a:r>
              <a:t>· 생각할 거리: 기대값을 바꾸는 것과 구현을 고치는 것의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null = 판단할 값이 없다는 기록, 표본 부족한 평균은 못 믿음</a:t>
            </a:r>
          </a:p>
          <a:p>
            <a:r>
              <a:t>· Quiz 1 오답: 1 긴급 아님으로 놓침, 2 참으로 고침, 4 거절로 요청 자체를 없앰</a:t>
            </a:r>
          </a:p>
          <a:p>
            <a:r>
              <a:t>· Quiz 2 정답 2: 실행 근거는 승인 역할의 승인 기록 + 승인 순간 재확인</a:t>
            </a:r>
          </a:p>
          <a:p>
            <a:r>
              <a:t>· Quiz 2 오답: 1 · 3 · 4 모두 「올려도 된다」까지, 긴급 표시는 서두르라는 신호일 뿐</a:t>
            </a:r>
          </a:p>
          <a:p>
            <a:r>
              <a:t>· Quiz 3 정답 4: 기대값은 명세의 금지 조건에서 왔고 바뀐 적 없음 → 구현을 고치고 전체 재실행</a:t>
            </a:r>
          </a:p>
          <a:p>
            <a:r>
              <a:t>· Quiz 3 오답: 1 틀린 구현을 정답으로, 2 깨진 약속 감추기, 3 새 시나리오는 새 행동까지만</a:t>
            </a:r>
          </a:p>
          <a:p>
            <a:r>
              <a:t>· 맺음: 묻고 멈출 자리 → 명세로 요구 추가 → 직접 정한 기대 결과로 새 · 기존 기능 검증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5회차 · 사람과 협업하고 변경된 기능까지 검증하기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결정과 명세로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검증하는 점검 요청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점검 요청을 사람이 확정할 자리를 가르고, 바뀐 요구를 명세와 시나리오로 지킨다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에이전트가 묻고 멈출 자리를 정하고, 바뀐 요구를 명세와 시나리오로 적어 기존 기능과 함께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확정할 자리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확정할 수 없는 요청을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· 감사 기록을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부족하거나 어긋난 정보만 묻는다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이어 다시 판단한다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130355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130355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재개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넓히는 요구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확인 표시를 명세로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출력과 승인을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먼저 정한다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사례와 기존 사례를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 · 확인 질문과 재처리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지키는 요구 확장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요구사항 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행동의 시나리오 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기능과 추가 기능 검증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 검증의 정리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점검 요청을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확정할 수 없는 요청을 가르고, 결정과 기록의 주인을 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13초: 설비 명령이 출발한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나온 때가 아니라, 약 13초 뒤 담당자가 승인한 때에서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230107"/>
            <a:ext cx="6528633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284971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64826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3551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5" name="Oval 14"/>
          <p:cNvSpPr/>
          <p:nvPr/>
        </p:nvSpPr>
        <p:spPr>
          <a:xfrm>
            <a:off x="108117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421424"/>
            <a:ext cx="599985" cy="599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셋 · 설비는 그대로</a:t>
            </a:r>
          </a:p>
        </p:txBody>
      </p:sp>
      <p:sp>
        <p:nvSpPr>
          <p:cNvPr id="18" name="Chevron 17"/>
          <p:cNvSpPr/>
          <p:nvPr/>
        </p:nvSpPr>
        <p:spPr>
          <a:xfrm>
            <a:off x="4867534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2434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3300054" y="314450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42142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858963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 13초 기다림</a:t>
            </a:r>
          </a:p>
        </p:txBody>
      </p:sp>
      <p:sp>
        <p:nvSpPr>
          <p:cNvPr id="23" name="Chevron 22"/>
          <p:cNvSpPr/>
          <p:nvPr/>
        </p:nvSpPr>
        <p:spPr>
          <a:xfrm>
            <a:off x="7086417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1317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 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5518938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421424"/>
            <a:ext cx="599985" cy="59998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7846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운전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실행해도 됨</a:t>
            </a:r>
          </a:p>
        </p:txBody>
      </p:sp>
      <p:sp>
        <p:nvSpPr>
          <p:cNvPr id="28" name="Chevron 27"/>
          <p:cNvSpPr/>
          <p:nvPr/>
        </p:nvSpPr>
        <p:spPr>
          <a:xfrm>
            <a:off x="9305300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0200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완료</a:t>
            </a:r>
          </a:p>
        </p:txBody>
      </p:sp>
      <p:sp>
        <p:nvSpPr>
          <p:cNvPr id="30" name="Oval 29"/>
          <p:cNvSpPr/>
          <p:nvPr/>
        </p:nvSpPr>
        <p:spPr>
          <a:xfrm>
            <a:off x="773782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421424"/>
            <a:ext cx="599985" cy="59998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9672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명령을 보낸다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설비: 실행 완료</a:t>
            </a:r>
          </a:p>
        </p:txBody>
      </p:sp>
      <p:sp>
        <p:nvSpPr>
          <p:cNvPr id="33" name="Oval 32"/>
          <p:cNvSpPr/>
          <p:nvPr/>
        </p:nvSpPr>
        <p:spPr>
          <a:xfrm>
            <a:off x="9956704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아이콘:clipboard-check" descr="clipboar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421424"/>
            <a:ext cx="599985" cy="5999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15612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 작업지시 등록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확정할 수 없는 점검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요청은 칸이 빠졌거나 서로 어긋나거나 값이 묵었으면, 에이전트가 혼자 확정하지 않고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 (수업용 요청)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판단할 칸이 다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HYD-01 · 쿨러 성능 저하 경보 · 사례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시각의 값이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결과를 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조치는 승인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빠졌다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「유압 쪽에 경보가 났습니다」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모두 비었다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못 정하면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칸끼리 어긋난다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설비는 HYD-01로 적었는데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사례는 HYD-02에서 읽은 값이다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한쪽으로 덮지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묵었다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 값이 185초 전 것이다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한도는 60초다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고르지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 사유를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작업지시처럼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업무를 바꾸는 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일마다 정한 결정자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HITL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자동 처리의 정해진 지점에 사람의 확인과 결정을 넣는 방식이며, 되돌리기 어려운 일일수록 사람이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처리의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조회 · 원인 후보 · 점검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시스템이 자동으로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계산할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업무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요청한 사람이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 수 없는 값이다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작업지시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승인하거나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실행하면 설비와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생산이 달라진다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한도를 넘겨 멈춘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기록을 읽고 사유를 적어 닫는다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결과가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나오지 않는다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정상 결과 없이 끝내는 사람의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한도를 넘겨 멈춘 에이전트 작업은 담당자가 기록을 읽고 사유를 적어 닫으며, 그 끝은 업무를 마친 끝과 구분된다.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06522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한도를 넘겼다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(실행 1,800초 · 교정 2번)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작업자가 죽었다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결과가 없다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하다 멈췄는지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로그를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처리할지 먼저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9047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포털의 「단계 닫기」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닫힌다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 작업은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닫을 수 없다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닫힌 채 남는다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작업은 취소로 바뀐다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기록: 「사람이 닫음」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다른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보류가 처리 건에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승인만 설비 명령으로 이어지고 거절은 명령 없이 닫히며, 보류는 누가 왜 멈췄는지에 따라 할 일이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사건과 HYD의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추천안을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재확인 · 명령 · 재관측 · 작업지시가 이어진다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받아들여진다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처리는 0건이다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사람의 무응답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지나면 지연 알림만 나간다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 · 거절할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채 기다린다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멈춤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닫는다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정보를 묻고 기다린다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받으면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재개: 같은 요청 번호에 잇는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질문을 낸 요청 번호에만 이어 붙이고, 빠진 업무 정보를 채울 뿐 승인이나 권한을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났습니다」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「급하니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걸로」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조회한다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정할 수 있는 값은 묻지 않는다. 묻는 것은 빠지거나 어긋난 값뿐이다.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그 질문을 낸 요청에만 붙는다. 다른 요청의 답은 섞지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같은 요청의 판단을 이어 간다. 질문 전후의 상태가 기록에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 바꾸지 않습니다.」 승인은 승인 단계에서 받는다.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질문의 답은 기록과 도구로 알 수 없는 업무 정보만 채우고, 승인 · 권한 · 근거의 판정은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채우는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설비: 「HYD-02와 HYD-03 중 어느 설비인가요」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경보 건인지처럼 요청에서 빠진 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요청자만 아는 사정 · 기록에 없는 값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한 번만, 그 요청 번호에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바꾸지 못하는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승인: 「급하니 승인한 걸로」는 승인이 아니다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권한과 읽기 범위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충족: 답했다고 묵은 값이 유효해지지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 조건과 승인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설비와 사례가 어긋난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요청에 설비는 HYD-01로 적혔는데, 함께 적힌 사례 번호는 HYD-02에서 읽은 값 묶음이라고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 번호가 더 구체적이니 설비를 HYD-02로 고쳐 진행한다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믿고 HYD-01의 가장 최근 사례로 바꿔 진행한다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기록하고 어느 쪽이 맞는지 물은 뒤, 답을 받기 전까지 보류한다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설비를 모두 분석해 더 심각한 쪽 결과를 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검사와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요청은 역할과 등급부터 검사받고, 통과하면 누가 무엇을 언제 정했는지를 시스템만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내세운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구성원인가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(1)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(2)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공장장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통과하면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approved_by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approved_role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approved_option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61.8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등급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등급이라도 다른 역할은 대신 승인하지 못한다.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칸은 승인 경로에서만 채워진다. 에이전트의 출력으로는 적을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결정의 책임을 나중에 되짚는 근거다. 거절도 사유와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 승인하는 순간의 값이다.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코드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모델의 의견이 아니라 코드로 적은 규칙이라, 넷 중 하나라도 어긴 추천안은 승인 화면에 오르지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인용했는가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④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하나라도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어기면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REJECTED_BY_GUARDRAIL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AWAITING_APPROVAL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writes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cmdId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expiresAt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mqtt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인용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이 후보인지 지식 그래프의 규칙으로 말할 수 있어야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부르는 제출 도구도 같은 검사를 지난다. 돌아가는 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칸 거부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결과에는 설비 명령을 적을 자리가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통과의 뜻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대기일 뿐, 승인된 것이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자체 검토 · 가드레일 ·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검토와 시스템의 검사는 사람에게 올려도 되는지까지만 가르고, 실행해도 되는지는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· 무엇을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통과가 뜻하는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자체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작성한 에이전트나 다른 에이전트가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누락을 짚는다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의견이다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결정이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가드레일(Guardrail)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코드 규칙으로 검사한다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인용 · 제외 규칙 · 승인 역할 · SOP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화면에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고르거나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지금의 값과 규칙으로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안을 다시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바뀌었으면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판단과 승인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작업의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작업의 결정과 실행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수업용 승인 · 거절 사례를 열어 결정마다 처리 건의 상태와 실행 이력이 어떻게 갈리는지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건과 내 작업함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 작업 · 역할 · 근거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6379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6379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사례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결과를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대기와 완료를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96379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96379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미승인 추천에 명령이 없다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처리도 없음을 이력으로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이력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사례별 역할 · 결정 ·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미확인은 그대로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기록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기능이 부족하거나 어긋난 정보만 묻고, 답을 같은 요청에 이어 다시 판단하게 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요청의 질문 · 재개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이전 단계의 점검 요청 기능에 질문 단계를 더하고, 답 전후의 확인 항목 변화를 같은 요청 번호로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이전 단계 기능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· 센서 · 온톨로지 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2822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2822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자료로 먼저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 · 어긋난 정보만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재개와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 번호로 재판단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요청의 답 섞임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항목의 답 전후 변화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답변은 승인이 아님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82822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82822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· 구분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지키며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넓히기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요구를 명세로 옮기고 긴급 확인 표시의 조건을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빨리」가 열어 두는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처리되게」 한 문장은 기준 · 방법 · 지킬 것을 정하지 않아, 그 빈자리를 받는 쪽이 채우게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쪽이 채울 수 있는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흔들릴 수 있는 기존 약속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 · 어떤 값이면 긴급인가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 경고선, 임의로 고른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 다른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결과에 긴급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건너뛴다 · 승인 대기를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단계와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결과 항목 · 보류 ·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출력과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모를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 값을 거짓이나 0으로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짐작하지 않는 약속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요청 하나만 돌려 보면 표시는 보이지만, 일반 요청 · 질문 · 거절이 그대로인지는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돌려 본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평균 60.4 ℃ 쿨러 요청을 처리한다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true와 긴급 이유가 나왔다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「잘 된다」로 끝낸다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보인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요청의 결과 항목 이름과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정보가 빠진 요청의 질문 · 보류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뒤 명령 · 업무 처리 0건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요청도 승인 대기인가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않은 약속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코딩과 SDD(Spec-Driven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요구사항 · 계약 · 금지 조건 · 수용 기준을 구현 전에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정하고, 그 명세로 구현하고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dots" descr="message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코딩(Vibe Coding)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 문장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AI가 그때그때 채운다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돌려 보고 결과가 마음에 드는지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바뀐 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빠른 시도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요청과 명세(spec.md)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사람이 명세에 정하고 AI의 초안도 검토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수용 기준마다 참 · 거짓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달라질 것 · 지킬 것을 적은 문서와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문서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spec.md의 여섯 칸과 빠질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칸은 저마다 다른 빈자리를 막으므로, 한 칸이 빠지면 그 칸이 정할 해석을 구현하는 쪽이 대신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정하는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확인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시간 단축은 이번 목표가 아니다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판단할 때 도구로 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항목의 이름 · 형식 ·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더하는 urgent와 긴급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쪽이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깨진다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 실행 · 모르는 값 짐작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답변을 승인으로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「이번만」을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막지 못한다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조건과 유효성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· TS1 120초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 · null과 승인 대기를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가르는 문장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 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가를 수 없다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쿨러 에이전트가 주고받는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주고받는 항목의 이름 · 형식 · 뜻의 약속이라, 읽는 쪽이 있는 항목은 이름 하나도 함부로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 "pattern": "COOLER_DEGRADATION",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항목과 형식이다. 유온 같은 값은 입력에 없고 판단할 때 도구로 읽는다.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낼 항목의 이름 · 형식 · 뜻이다. 읽는 쪽이 이 이름으로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깨는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이름을 바꾸면 읽는 쪽이 항목을 찾지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항목도 읽는 쪽이 받아들이는지 먼저 확인한다.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이름 · 형식 · 뜻이 바뀌는 세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 · 형식 · 뜻 중 하나만 바꿔도 읽는 쪽이 깨지는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깨는 변경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(Breaking Change)이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일어날 수 있는 변경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쪽에서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is_urgent로 바꿔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 · false · null 대신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「긴급」 · 「보통」 글자로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검사가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없을 때도 false를 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아님으로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항목은 그대로 두고 urgent를 더한다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받아들이는지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먼저 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늘어나는 요구사항과 남는 금지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기능에 요구가 더해질수록 하지 않을 일을 따로 적어 두어야, 새 기능이 기존 약속을 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기존: 원인 후보와 점검 순서를 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부족한 정보만 묻고 다시 판단한다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쿨러 경보에 긴급 확인 표시를 붙인다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전에는 조치를 실행하지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값을 거짓 · 0 · 기본 설비로 채우지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답변을 승인으로 받지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권한을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글과 장치로 함께 지킨다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에이전트의 금지 조건은 작업 규칙의 글로 적히고, 도구 권한과 승인 경로 같은 장치가 그 글을 뒷받침한다.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(HYD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폴더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뒷받침하는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에이전트에게는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경로에서만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채워진다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가드레일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글만으로는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모델은 읽고 따르려 할 뿐, 어겨도 막는 힘은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장치로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권한과 경로가 없으면 어기려 해도 할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금지가 글 한 번, 장치 한 번 적혀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정책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 자체를 바꾸는 일은 기능 추가와 따로 검토한다.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참 · 거짓으로 가르는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(Acceptance Criteria)은 다 되었는지를 실행 결과로 참 · 거짓을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없는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있는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뒤 보는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긴급한 요청이 잘 표시된다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TS1 120초 평균이 60.4 ℃인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요청은 urgent가 true다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입력의 일반 요청은 명세가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항목과 뜻을 그대로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항목별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없으면 알아서 처리한다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값이 없으면 urgent는 null이고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보류 사유가 남는다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null과 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긴급해도 절차는 지킨다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urgent가 true여도 점검 결과는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상태다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spec.md에 일반 기능과 긴급 요청을 나눠 적는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 기능과 긴급 요청을 명세의 칸마다 나눠 적어야, 더해질 것과 그대로 둘 것이 함께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일반 요청 · 긴급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새 칸 없이 같은 자료에서 평균 · 유효성을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기존 항목의 이름과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urgent와 긴급 이유를 더한다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원인 후보와 점검 순서의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쿨러 경보의 유효한 120초 평균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승인 전 실행 금지 · 모르는 값 짐작 금지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위와 같다, 예외가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같은 입력의 기존 결과가 그대로다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true · false · null이 조건대로, 승인 대기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 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교육용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표시는 쿨러 경보의 유효한 유온 평균으로만 가르고, 값을 믿을 수 없으면 거짓이 아니라 미판정으로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교육용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freshness.ok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coverage.covered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urgent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&gt;=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&lt; 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미판정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 아니다. 판단할 값이 없다는 기록이다.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유효성 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값이 신선도 한도 안이고, 구간 안 값의 공백이 수집 한도 안이어야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경계다. 운전 화면의 유온 경고는 60 ℃ 초과다.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않는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65 ℃ 인터록 같은 실제 보호 기준과 승인 역할은 그대로다.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가정 사례 다섯에 대어 본 긴급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 경보라도 평균값과 유효성에 따라 true · false · null로 갈리고, 다른 경보에는 이 조건이 걸리지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값과 유효성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61.3 ℃ · 신선도와 표본 모두 유효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58.2 ℃ · 모두 유효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62.0 ℃ · 최신 값이 3분 전 것이다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신선도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평균은 나왔지만 구간 안 값의 공백이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한도를 넘었다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표본 부족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누설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유온 평균 61.0 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미적용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처리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기준으로 맡기는 구현과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AI에게는 명세와 함께 필요한 부분만 맡기고, 바뀐 파일과 세 사례의 결과로 고칠 쪽을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달라질 것: 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것: 기존 출력 · 질문 · 승인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함께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spec.md를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고치게 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파일을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관계없는 변경이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섞이지 않았는지 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조건으로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사례를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자료로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어긋나면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명세가 빠뜨렸으면 명세를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지킬 약속을 검사로 옮긴 세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지켜야 할 약속을 실행되는 검사로 옮겨 두고, 바꿀 때마다 그 검사를 다시 돌려 약속이 그대로인지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무엇을 고정하나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변경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카드 고정본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 · 사실값에서 나와야 할 승인 카드 화면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일부러 바꿀 때만 근거와 함께 갱신한다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· 대안의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뜻밖의 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등록 사전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경로가 실행 부품에 닿거나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사건을 닫지 않고 끝나는 흐름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글 고정 시험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에이전트의 작업 규칙 글이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바이트 하나까지 그대로인가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글의 변화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약속을 기대 결과로 저장해 두고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때마다 실제 결과와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단원의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긴급하면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만든 뒤 「긴급이면 승인 없이 바로 조치까지 해 달라」는 요구가 하나 더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다루는 쪽의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요구사항에 한 줄 더하고, 긴급 요청에서만 승인 대기를 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부딪치므로 구현하지 않고, 승인 권한을 정하는 쪽의 검토로 넘긴다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기준을 55 ℃로 낮춰 더 많은 요청이 빨리 처리되게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요구 문장을 그대로 주고 나온 결과를 보고 정한다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명세에 따른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긴급 확인 표시를 spec.md로 먼저 적고, 기존 출력 · 질문 · 승인 조건을 지키며 구현한다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명세와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확인 표시 요구를 spec.md에 먼저 적고 구현한 뒤, 요청 초안에서 표시의 이유와 확인할 항목이 읽히는지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점검 요청 프로젝트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교육용 조건: 쿨러 경보의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TS1 120초 평균 60 ℃ 이상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기능과 긴급 요청의 차이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 누락 · 신선도 실패 · 표본 부족은 미판정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 · 질문 · 승인 조건을 지킨다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권한은 그대로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초안에서 긴급 표시의 이유와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확인할 항목을 읽을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대조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시나리오로 검증하기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명세를 Given · When · Then으로 옮겨 실행으로 확인한다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돌려 본 확인의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손으로 한 번 돌려 본 확인은 한 경우만 보여 주고 입력과 기대가 남지 않아 되풀이할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and-click" descr="hand-cli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경우만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60.4 ℃는 맞게 나왔다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60.0 ℃ · 값 없음 ·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거절은 안 돌렸다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off" descr="fil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입력이 안 남는다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값으로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돌렸는지 모른다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못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" descr="hel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기대가 머릿속에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보고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맞다고 했는지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적힌 곳이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사람마다 다르다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 다시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기능이 늘수록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볼 경우도 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결국 몇 개를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BDD(Behavior-Driven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기대 행동을 구체적인 사례의 시나리오로 적고 실행해서, SDD가 정한 것을 실제로 하는지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532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068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지킬 것과 달라질 것의 조건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평균 60 ℃ 이상이면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요구를 정할 때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수용 기준에 비추어 읽는다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지킬지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532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0682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시나리오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한 상황에서 기대하는 행동 하나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60.4 ℃ 쿨러 요청 처리 →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적고 바꿀 때마다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실행해 기대와 대조한다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하는지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 시나리오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 · 행동 When · 기대 결과 Then으로 나누면, 준비할 입력과 확인할 값이 줄마다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℃이고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urgent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Given · When · Then · And로 적는 서식이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자료의 상태다. 값과 함께 유효성도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확인할 행동 하나다.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가를 수 있는 사실만 적는다. 「잘 처리된다」는 쓰지 않는다.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거절에서 일어나지 않아야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실제로 지켜지는지를 실행으로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test_rejection_does_nothing_to_plant_or_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business_and_closes_the_case_as_rejected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「0건」도 세어서 가를 수 있는 사실이다.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「거절하면 후속 업무가 없다」가 Then으로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Given의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없는 역할의 거절은 따로 시나리오를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시나리오 문장을 그대로 시험 이름으로 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명세의 칸이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입력은 Given으로, 확인할 행동은 When으로, 출력 계약 · 수용 기준 · 금지 조건은 Then으로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시나리오에 들어간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요청, TS1 120초 평균 60.4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신선도와 표본이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전의 상태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확인할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항목이 있고 값은 true · false · null 가운데 하나다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항목과 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urgent는 true, 긴급 이유에 판정 값과 기준이 적힌다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기대하는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결과는 승인 대기, 확정 · 실행은 0건이다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정하는 두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구현의 출력에서 베끼면 틀린 구현도 통과하므로, 실행하기 전에 명세와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출력을 베낀 기대값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구현을 돌려 나온 urgent를 기대값으로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구현이 60.0 ℃를 false로 내면 기대값도 false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시험은 구현이 한 대로 통과한다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따라간다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원자료에서 정한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명세: 유효한 평균 60 ℃ 이상이면 true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원자료: 평균 60.0 ℃ · 신선도와 표본 유효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true로 적고 근거를 남긴다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검사한다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판정 코드로: 단언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 한 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(Assertion) 한 줄이 되어, 어긋나면 그 시나리오 이름으로 실패한다.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프로젝트의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_60_4_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=60.4,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 ==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=62.0,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None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 문장을 이름으로 쓴다. 실패하면 어느 행동이 깨졌는지 이름으로 보인다.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뒤의 식이 참이 아니면 시험이 실패한다.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None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null을 거짓과 따로 검사한다. 섞으면 미판정이 「긴급 아님」으로 통과한다.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코드에 고정해 두어 바꿀 때마다 그대로 다시 돌린다.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승인 단계의 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승인 단계의 시험은 이름이 곧 시나리오 문장이라, 실패한 시험의 이름만 보아도 어느 행동이 깨졌는지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이름이 말하는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있는 담당자가 추천안을 승인한다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업무 0건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반려로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요건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요청이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거부된다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무응답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지나도 답이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늦은 승인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·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업무 흐름에 같은 승인 단계를 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세 흐름이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단계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사례의 종류: 정상 · 경계 · 누락 · 거절 · 오류 ·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 하나는 한 경우만 확인하므로, 판정이 갈리거나 기존 약속이 걸린 경우마다 시나리오를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Given ·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 (기대)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있는 펌프 누설 경보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결과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 미적용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긴급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평균 60.4 ℃ 쿨러 경보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60 ℃의 바로 아래 · 같은 값 · 바로 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갈리는가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누락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사례가 비었고 조회로 정할 수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 값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후속 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조회가 오류를 돌려준다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null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뒤 기존 사례를 다시 실행한다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판정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60.0 ℃에서 갈리는 경계값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경계값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기준 바로 아래 · 같은 값 · 바로 위를 넣어야, 「이상」을 「초과」로 옮긴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유효한 TS1 120초 평균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명세대로 (&gt;= 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&gt; 60으로 옮기면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58.2 ℃ · 대표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59.9 ℃ · 바로 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60.0 ℃ · 기준값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60.1 ℃ · 바로 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61.3 ℃ · 대표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출력의 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되풀이해 돌리면 문장과 조회 순서는 달라질 수 있지만, 계약이 정한 항목과 판정이 달라지면 실패다.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허용하는 표현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이유를 적은 문장의 낱말과 말투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기대지 않는 조회의 차례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세는 계약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항목이 빠지거나 값이 다르다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null이어야 할 곳에 false가 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값과 기준 같은 근거가 빠졌다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 확정했거나 다른 요청의 답을 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번만 나와도 실패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쿨러 경보를 처리한 두 실행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경보를 처리한 두 기록에서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결정론적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판정은 같았고, 모델의 문장 · 도구 호출 · 걸린 시간은 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1순위 추천: 팬 최대 운전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 3.38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도구: 같은 사실이면 같은 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진행하며 남긴 문장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호출의 흐름: 한쪽은 조회 · 예측 호출이 더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건, 모든 입력이 같았는지는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비결정적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바꾼 뒤 기존 사례까지 다시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(Regression Test)은 바꾼 뒤 기존 시나리오를 다시 돌려, 새 기능이 기존 행동을 바꾸지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거절 · 오류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시나리오가 통과한 상태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변경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긴급 조건을 더하고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· 경계 시나리오를 더한다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기준으로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 고친다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하나라도 실패하면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원인부터 찾는다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기록을 읽는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회귀 기록은 서로 다른 시점의 판본이므로, 통과한 수와 함께 무엇을 · 어느 판본에서 · 얼마나 건너뛰었는지를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시험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판본에서 전부 돌린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승인은 거부되는가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 · 재관측 · 작업지시 ·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방식으로 다른 사건을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처음부터 끝까지 따라간다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alendar" descr="calend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날짜가 다른 세 기록이다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뒤의 수정은 관련 시험만 돌렸다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 까닭은 기록에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시나리오에서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시험이 실패하면 기대값부터 손대지 않고, 증상에서 출발해 명세 · 입력 · 기록을 대조한 뒤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 자리에 false가 나왔다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유효성 검사와 판정의 순서 · 실제 입력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이유가 비었거나 엉뚱하다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지침과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지침(프롬프트)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지우지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시험의 기대값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정정 이유를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하지 않는다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60.0 ℃ 사례만 실패한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검사에서 유효한 평균 60.0 ℃ 사례만 기대값 true에 결과 false가 나와 실패했다고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할 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기대값을 false로 바꿔 검사를 통과시킨다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 사례는 드문 값이니 검사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「이상」과 구현의 비교식을 대조해 고치고, 전체 시나리오를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모델의 표현 차이로 보고 실패로 세지 않는다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기능과 추가 기능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정하고, 판정 코드로 새 기능과 기존 기능을 함께 확인한다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정한 기대 결과로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적고 판정 코드로 검사한 뒤, 실제 오류를 고치고 기존 사례까지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기대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 · 경계값 · 정보 누락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도구 오류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전에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테스트 골격에 검사를 구현한다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표시 · 근거 · 미확인 · 기존 출력 계약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수정과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오류의 원인을 고친다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사례도 다시 실행한다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대상에 적용한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쓸 명세와 검증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검증의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여섯 개념이 푼 문제와 산출물을 잇고 업무 흐름으로 넘긴다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푼 문제와 남긴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에이전트를 업무에 맡기기까지 여섯 개념이 저마다 다른 문제를 풀었고, 실습마다 확인할 수 있는 산출물을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푼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산출물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도구를 골라 반복하고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모자라면 멈춘다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 판단 기준을 묶어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자료에도 같게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지침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시스템과 자기 자료를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도구로 읽는다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설정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묻고 멈출 자리와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정할 결정을 나눈다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재개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요구에서 지킬 것을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대로 행동하는지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 · 판정 코드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정하는 쪽과 그 안에서 고르는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사람이 온톨로지 · 명세에 정해 두고, 에이전트는 그 안에서 조회와 설명의 과정을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놓인 곳과 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· 판단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온톨로지(지식 그래프)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 근거와 버전을 남긴다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관측값에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 · 등급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조치 → 승인 역할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붙여 낼 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· 업무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표본으로 거른다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 · 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검토해 확정한다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기준과 권한 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· 순서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보류 · 문장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점검 요청 프로젝트에 쌓인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 하나에 질문 · 재개, 긴급 확인 표시, 기대 결과 검증이 차례로 더해지는 동안 앞의 약속은 그대로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 · 이유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단정을 하지 않는다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부족하거나 어긋난 정보만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요청 번호로 다시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spec.md에 조건 · 미판정 · 금지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출력 · 질문 · 승인을 지킨다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원자료에서 정한 기대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사례와 기존 사례를 다시 실행한다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처리할 때마다의 확인과 바꿀 때마다의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처리할 때마다 도는 확인은 그 한 건을 막고, 바꿀 때마다 하는 검증은 바뀐 기능이 모든 사례에서 약속을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묵은 값 · 표본 부족으로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검사 · 가드레일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낼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누락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규칙에 어긋난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승인 뒤 재확인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실행하기 전마다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없는 실행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조건에서 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시나리오와 판정 코드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기대와 다른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약속이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조용히 깨지는 것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「거절하면 후속 업무가 없다」 한 줄은 바꿀 때 네 자리에서, 실행 중에는 승인 단계에서 지켜진다.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612136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조건: 거절하면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명령 0건 · 업무 0건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반려로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거절 시나리오를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실행한다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19608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 가지는 실행 부품에 닿지 않는다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그런 흐름은 등록부터 거절된다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추천안마다 사람이 승인 · 거절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판정이 다른 활용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구조를 써도 목적과 입력, 도구가 달라지면 결과물과 그 결과를 판정하는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판정하는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조건표와 후보 비교 기능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 이유 · 출처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추가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원문과 검토한 추출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 · 금지 · 완료 조건과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입력과 지식 그래프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 · 관측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항목 · 이유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· 점검 기록과 변경 이력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사실 · 남은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회귀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새 업무를 맡기기 전에 정할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요구를 받으면 맡길 일 · 자료 · 도구 · 권한 · 검증을 먼저 정해야 구현을 시작할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펌프 누설 요청에 긴급 표시를 붙이려면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맡길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표시와 그 이유를 적는 데까지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결정은 맡기지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값 · 구간 · 유효성으로 가를지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교육용 기준이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 · 유량 값을 읽는 조회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범위를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읽기만 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승인 역할의 사람이 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경보의 시나리오와 경계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긴급 · 일반 사례의 회귀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기준을 정한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기대 결과를 쓴다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다르면 증상이 가리키는 장치부터 보아야,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값이 지금 화면과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 · 구간 · 신선도 · 표본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대개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절차를 건너뛰었다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절차와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읽지 못했다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설정 · 도구 권한 · 오류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형식 검사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·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판정이 명세와 다르다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전체 재실행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질문 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 · 구현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화면 유온은 61 ℃인데 긴급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쿨러 경보 요청의 urgent가 false로 나왔는데, 담당자가 그 뒤에 본 운전 화면의 유온은 61 ℃였다고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확인할 것으로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59 ℃로 낮춰 다시 판정한다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판정에 쓴 값의 구간 · 판단 시각 · 유효성 기록을 화면의 값과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손으로 true로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바꿔 같은 요청을 다시 처리한다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검증한 작업이 업무 흐름의 한 칸이 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작업 하나하나는 BPMN 흐름에서 사람의 승인과 이어지는 한 칸이 되고, 칸마다 맡는 쪽이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arch" descr="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· 값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 확인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승인이 아니다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시나리오 · 회귀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사람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 · 등급 · 감사 기록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ettings-automation" descr="settings-automation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한 건으로 되짚는 결정과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요청에서 나오는 물음마다 답이 놓인 자리가 달라서, 헷갈리는 짝을 가르는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요청을 지금 확정해도 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있고 서로 맞으며 값이 유효한가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짐작해 채우기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답에 「승인한 걸로」가 섞였다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정보만 받고 승인은 승인 단계에서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답변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에이전트가 문제없다고 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감사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urgent가 null이다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 · 신선도 · 표본의 보류 사유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긴급 아님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시나리오가 모두 통과했다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시나리오의 회귀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기존 기능 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사람의 결정, 명세, 행동 검증에서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확인과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Audit Trail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언제 무엇을 결정했는지 나중에 되짚도록 남기는 기록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 · Specification</a:t>
            </a:r>
          </a:p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목표 · 입력 · 출력 계약 · 금지 조건 · 수용 기준을 명세로 정하고 그 기준으로 구현하고 확인하는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깨는 변경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 · Breaking Change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항목의 이름 · 형식 · 뜻의 약속과, 그 셋 가운데 하나를 바꿔 읽는 쪽을 깨는 변경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 · BDD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 · 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거짓으로 가르는 완료 조건과, 기대 행동을 Given · When · Then으로 적어 실행해 보는 방식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아래 · 같은 값 · 바로 위를 입력으로 고르는 방법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 기존 시나리오를 다시 실행해 행동이 그대로인지 확인하는 시험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null로 나온 긴급 확인 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요청의 유온 평균은 60.8 ℃였지만, 구간 안 값의 공백이 수집 한도를 넘어 urgent가 null로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결과의 해석과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뜻이니 일반 요청과 같이 처리한다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평균이 60 ℃를 넘었으니 true로 고쳐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미판정으로 두고 보류 사유를 남겨 값을 다시 확인하게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수 없으니 요청을 거절로 닫는다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긴급 표시와 검토 의견이 붙은 점검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결과에 urgent true가 붙었고, 추천안은 가드레일을 통과했으며, 검토 에이전트도 근거에 빠진 것이 없다고 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운전을 실행해도 된다는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true가 붙었다는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 담당자의 승인 기록과 승인 순간의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통과와 검토 의견이 모두 갖추어졌다는 사실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거절 뒤에 생긴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새 시나리오는 모두 통과했지만, 기존 거절 시나리오에서 거절 뒤 작업지시가 1건 생겼다.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시나리오의 기대값을 작업지시 1건으로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이번 변경과 상관없으니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모두 통과했으니 변경을 내보낸다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바뀐 구현에서 원인을 찾아 고친 뒤 전체를 다시 실행한다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미판정과 긴급 아님, 표시 · 검토와 승인, 새 기능의 통과와 기존 기능의 회귀를 가르는지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null은 판단할 값이 없다는 기록이다. 긴급 아님도 긴급도 아니어서, 사유를 남기고 값을 다시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가드레일 · AI 검토는 올려도 되는지까지다. 실행 허락은 승인 기록이고 승인 순간 조건도 다시 본다.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거절하면 후속 업무가 없다는 약속은 그대로라, 구현을 고치고 전체를 다시 실행한다.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